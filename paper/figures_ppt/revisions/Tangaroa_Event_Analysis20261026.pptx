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1b29a50524462f" /><Relationship Type="http://schemas.openxmlformats.org/officeDocument/2006/relationships/extended-properties" Target="/docProps/app.xml" Id="Rfd534ac18edb45b2" /><Relationship Type="http://schemas.openxmlformats.org/officeDocument/2006/relationships/officeDocument" Target="/ppt/presentation.xml" Id="R5fb81269961b4f0f" /></Relationships>
</file>

<file path=ppt/presentation.xml><?xml version="1.0" encoding="utf-8"?>
<p:presentation xmlns:p="http://schemas.openxmlformats.org/presentationml/2006/main">
  <p:sldMasterIdLst>
    <p:sldMasterId xmlns:r="http://schemas.openxmlformats.org/officeDocument/2006/relationships" id="2147483648" r:id="R506ebc80465b4edb"/>
  </p:sldMasterIdLst>
  <p:notesMasterIdLst>
    <p:notesMasterId xmlns:r="http://schemas.openxmlformats.org/officeDocument/2006/relationships" r:id="R0d8d55c5cb574f7e"/>
  </p:notesMasterIdLst>
  <p:sldIdLst>
    <p:sldId xmlns:r="http://schemas.openxmlformats.org/officeDocument/2006/relationships" id="256" r:id="Ra342c8221a884e2a"/>
  </p:sldIdLst>
  <p:sldSz cx="17526000" cy="8286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0726d4afba43e6" /><Relationship Type="http://schemas.openxmlformats.org/officeDocument/2006/relationships/slideMaster" Target="/ppt/slideMasters/slideMaster1.xml" Id="R506ebc80465b4edb" /><Relationship Type="http://schemas.openxmlformats.org/officeDocument/2006/relationships/notesMaster" Target="/ppt/notesMasters/notesMaster1.xml" Id="R0d8d55c5cb574f7e" /><Relationship Type="http://schemas.openxmlformats.org/officeDocument/2006/relationships/presProps" Target="/ppt/presProps.xml" Id="R868c3417689d4fa5" /><Relationship Type="http://schemas.openxmlformats.org/officeDocument/2006/relationships/tableStyles" Target="/ppt/tableStyles.xml" Id="R0031b012c3e24424" /><Relationship Type="http://schemas.openxmlformats.org/officeDocument/2006/relationships/slide" Target="/ppt/slides/slide1.xml" Id="Ra342c8221a884e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fc83e155c645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be69809ad84729" /><Relationship Type="http://schemas.openxmlformats.org/officeDocument/2006/relationships/notesMaster" Target="/ppt/notesMasters/notesMaster1.xml" Id="Rb077097514a148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"source": "Existing Tangaroa fixed-10%-persistence result population; 201 original 300x180x120 fields",</a:t>
            </a:r>
          </a:p>
          <a:p xmlns:a="http://schemas.openxmlformats.org/drawingml/2006/main">
            <a:r>
              <a:t>  "scope": "Source snapshots show morphology at 0,25,100,145,200. The two component markers refer only to f100, without claiming physical identity across these times. Local A/B/C denote saved extremum matches. Inter-frame colors are display reconstruction; scientific results are unchanged.",</a:t>
            </a:r>
          </a:p>
          <a:p xmlns:a="http://schemas.openxmlformats.org/drawingml/2006/main">
            <a:r>
              <a:t>  "methods": "Native TMTM, RG-MTM-P, RG-MTM-R eligibility 20%; R20 is not a hard NMLE cap.",</a:t>
            </a:r>
          </a:p>
          <a:p xmlns:a="http://schemas.openxmlformats.org/drawingml/2006/main">
            <a:r>
              <a:t>  "coordinates": "TMTM ordinate is normalized native rank, explicitly zoomed to [0.4,0.6] with its full 201-frame duration. P/R use the same fixed directional reference extent. All Emax values compare saved normalized anchors with the retained fixed reference. Local panels share y=[0.2,0.9].",</a:t>
            </a:r>
          </a:p>
          <a:p xmlns:a="http://schemas.openxmlformats.org/drawingml/2006/main">
            <a:r>
              <a:t>  "display": "RG display uses monotone convex interpolation along a maximum-weight stable subset of common tracked extrema, with displacement at most 0.2L, minimum knot spacing 0.003L and local spatial stretch between 0.5 and 2. Native TMTM retains its previous display interpolation. Original integer-frame scalar profiles remain exact; excluded order changes are not asserted as matched interpolated tracks. No scientific layout or metric was recomputed.",</a:t>
            </a:r>
          </a:p>
          <a:p xmlns:a="http://schemas.openxmlformats.org/drawingml/2006/main">
            <a:r>
              <a:t>  "source_regions": "f100: two largest 6-connected components of source speed&lt;0.6. These labels do not establish cross-time group identity. Stages are morphological context, without claiming exact detachment/exit boundaries.",</a:t>
            </a:r>
          </a:p>
          <a:p xmlns:a="http://schemas.openxmlformats.org/drawingml/2006/main">
            <a:r>
              <a:t>  "reference": "Kopp and Weinkauf, Temporal Merge Tree Maps, DOI 10.1109/TVCG.2022.3209387, Fig15 and Sec5. https://www.csc.kth.se/~weinkauf/publications/documents/koepp22.pdf",</a:t>
            </a:r>
          </a:p>
          <a:p xmlns:a="http://schemas.openxmlformats.org/drawingml/2006/main">
            <a:r>
              <a:t>  "inputs": {</a:t>
            </a:r>
          </a:p>
          <a:p xmlns:a="http://schemas.openxmlformats.org/drawingml/2006/main">
            <a:r>
              <a:t>    "/Users/lele/Desktop/MergeTreeMaps/RG-MTM/code/results/real_case_studies/evidence/tangaroa.npz": "c893b7003e9c86a93b76208e90d232b3a6fe4c4ce8ad190496293d5d49286dae",</a:t>
            </a:r>
          </a:p>
          <a:p xmlns:a="http://schemas.openxmlformats.org/drawingml/2006/main">
            <a:r>
              <a:t>    "/Users/lele/Desktop/MergeTreeMaps/RG-MTM/code/results/real_case_studies/evidence/tangaroa_event.json": "4a06cc5595abc1a8292007a66da32f358bc38cb449c7a28c062545ca6ecb7777",</a:t>
            </a:r>
          </a:p>
          <a:p xmlns:a="http://schemas.openxmlformats.org/drawingml/2006/main">
            <a:r>
              <a:t>    "/Users/lele/Desktop/MergeTreeMaps/RG-MTM/code/results/real_case_studies/evidence/tangaroa_event_volumes.npz": "36f0d393bd95dc626e300bbf7ad89ef8583e843eac8980bf174ec5d3cf985847",</a:t>
            </a:r>
          </a:p>
          <a:p xmlns:a="http://schemas.openxmlformats.org/drawingml/2006/main">
            <a:r>
              <a:t>    "/Users/lele/Desktop/MergeTreeMaps/RG-MTM/code/results/volume3d/tangaroa-paper-p10-full201/frame_metrics.json": "9008832c03acb1ef4f3c74c99a1ef35b47b38431c6210c0c50505fe8b1037d98",</a:t>
            </a:r>
          </a:p>
          <a:p xmlns:a="http://schemas.openxmlformats.org/drawingml/2006/main">
            <a:r>
              <a:t>    "/Users/lele/Desktop/MergeTreeMaps/RG-MTM/data/real/Tangaroa-FAU/paper_full_201/scalar_100.npy": "5fd2aa233888b00482ad827f52582fc5ac11eeee7867bd8788bdeeba78a7de75"</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7129bcd6e747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67755af06f40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6ee7be1e4848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6cefb9252a43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6806f1be054e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45cad5b40e4b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F00801-74DF-42B6-BE97-89B63DB397C4}"/>
              </a:ext>
            </a:extLst>
          </p:cNvPr>
          <p:cNvSpPr>
            <a:spLocks xmlns:a="http://schemas.openxmlformats.org/drawingml/2006/main" noGrp="1"/>
          </p:cNvSpPr>
          <p:nvPr>
            <p:ph type="title" idx="0"/>
          </p:nvPr>
        </p:nvSpPr>
        <p:spPr>
          <a:xfrm xmlns:a="http://schemas.openxmlformats.org/drawingml/2006/main">
            <a:off x="1752600" y="3130550"/>
            <a:ext cx="14020800" cy="1196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800" b="1">
                <a:solidFill>
                  <a:schemeClr val="tx1"/>
                </a:solidFill>
                <a:latin typeface="+mj-lt"/>
                <a:ea typeface="+mj-lt"/>
                <a:cs typeface="+mj-lt"/>
              </a:defRPr>
            </a:defPPr>
            <a:lvl1pPr marL="0" indent="0" algn="ctr">
              <a:lnSpc>
                <a:spcPct val="110000"/>
              </a:lnSpc>
              <a:spcBef>
                <a:spcPts val="0"/>
              </a:spcBef>
              <a:spcAft>
                <a:spcPts val="0"/>
              </a:spcAft>
              <a:buNone/>
              <a:defRPr sz="5800" b="1">
                <a:solidFill>
                  <a:schemeClr val="tx1"/>
                </a:solidFill>
                <a:latin typeface="+mj-lt"/>
                <a:ea typeface="+mj-lt"/>
                <a:cs typeface="+mj-lt"/>
              </a:defRPr>
            </a:lvl1pPr>
            <a:lvl2pPr marL="0" indent="0" algn="ctr">
              <a:lnSpc>
                <a:spcPct val="110000"/>
              </a:lnSpc>
              <a:spcBef>
                <a:spcPts val="0"/>
              </a:spcBef>
              <a:spcAft>
                <a:spcPts val="0"/>
              </a:spcAft>
              <a:buNone/>
              <a:defRPr sz="5800" b="1">
                <a:solidFill>
                  <a:schemeClr val="tx1"/>
                </a:solidFill>
                <a:latin typeface="+mj-lt"/>
                <a:ea typeface="+mj-lt"/>
                <a:cs typeface="+mj-lt"/>
              </a:defRPr>
            </a:lvl2pPr>
            <a:lvl3pPr marL="0" indent="0" algn="ctr">
              <a:lnSpc>
                <a:spcPct val="110000"/>
              </a:lnSpc>
              <a:spcBef>
                <a:spcPts val="0"/>
              </a:spcBef>
              <a:spcAft>
                <a:spcPts val="0"/>
              </a:spcAft>
              <a:buNone/>
              <a:defRPr sz="5800" b="1">
                <a:solidFill>
                  <a:schemeClr val="tx1"/>
                </a:solidFill>
                <a:latin typeface="+mj-lt"/>
                <a:ea typeface="+mj-lt"/>
                <a:cs typeface="+mj-lt"/>
              </a:defRPr>
            </a:lvl3pPr>
            <a:lvl4pPr marL="0" indent="0" algn="ctr">
              <a:lnSpc>
                <a:spcPct val="110000"/>
              </a:lnSpc>
              <a:spcBef>
                <a:spcPts val="0"/>
              </a:spcBef>
              <a:spcAft>
                <a:spcPts val="0"/>
              </a:spcAft>
              <a:buNone/>
              <a:defRPr sz="5800" b="1">
                <a:solidFill>
                  <a:schemeClr val="tx1"/>
                </a:solidFill>
                <a:latin typeface="+mj-lt"/>
                <a:ea typeface="+mj-lt"/>
                <a:cs typeface="+mj-lt"/>
              </a:defRPr>
            </a:lvl4pPr>
            <a:lvl5pPr marL="0" indent="0" algn="ctr">
              <a:lnSpc>
                <a:spcPct val="110000"/>
              </a:lnSpc>
              <a:spcBef>
                <a:spcPts val="0"/>
              </a:spcBef>
              <a:spcAft>
                <a:spcPts val="0"/>
              </a:spcAft>
              <a:buNone/>
              <a:defRPr sz="5800" b="1">
                <a:solidFill>
                  <a:schemeClr val="tx1"/>
                </a:solidFill>
                <a:latin typeface="+mj-lt"/>
                <a:ea typeface="+mj-lt"/>
                <a:cs typeface="+mj-lt"/>
              </a:defRPr>
            </a:lvl5pPr>
            <a:lvl6pPr marL="0" indent="0" algn="ctr">
              <a:lnSpc>
                <a:spcPct val="110000"/>
              </a:lnSpc>
              <a:spcBef>
                <a:spcPts val="0"/>
              </a:spcBef>
              <a:spcAft>
                <a:spcPts val="0"/>
              </a:spcAft>
              <a:buNone/>
              <a:defRPr sz="5800" b="1">
                <a:solidFill>
                  <a:schemeClr val="tx1"/>
                </a:solidFill>
                <a:latin typeface="+mj-lt"/>
                <a:ea typeface="+mj-lt"/>
                <a:cs typeface="+mj-lt"/>
              </a:defRPr>
            </a:lvl6pPr>
            <a:lvl7pPr marL="0" indent="0" algn="ctr">
              <a:lnSpc>
                <a:spcPct val="110000"/>
              </a:lnSpc>
              <a:spcBef>
                <a:spcPts val="0"/>
              </a:spcBef>
              <a:spcAft>
                <a:spcPts val="0"/>
              </a:spcAft>
              <a:buNone/>
              <a:defRPr sz="5800" b="1">
                <a:solidFill>
                  <a:schemeClr val="tx1"/>
                </a:solidFill>
                <a:latin typeface="+mj-lt"/>
                <a:ea typeface="+mj-lt"/>
                <a:cs typeface="+mj-lt"/>
              </a:defRPr>
            </a:lvl7pPr>
            <a:lvl8pPr marL="0" indent="0" algn="ctr">
              <a:lnSpc>
                <a:spcPct val="110000"/>
              </a:lnSpc>
              <a:spcBef>
                <a:spcPts val="0"/>
              </a:spcBef>
              <a:spcAft>
                <a:spcPts val="0"/>
              </a:spcAft>
              <a:buNone/>
              <a:defRPr sz="5800" b="1">
                <a:solidFill>
                  <a:schemeClr val="tx1"/>
                </a:solidFill>
                <a:latin typeface="+mj-lt"/>
                <a:ea typeface="+mj-lt"/>
                <a:cs typeface="+mj-lt"/>
              </a:defRPr>
            </a:lvl8pPr>
            <a:lvl9pPr marL="0" indent="0" algn="ctr">
              <a:lnSpc>
                <a:spcPct val="110000"/>
              </a:lnSpc>
              <a:spcBef>
                <a:spcPts val="0"/>
              </a:spcBef>
              <a:spcAft>
                <a:spcPts val="0"/>
              </a:spcAft>
              <a:buNone/>
              <a:defRPr sz="5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8FAD13-3427-47A3-9B1A-8BE06F434105}"/>
              </a:ext>
            </a:extLst>
          </p:cNvPr>
          <p:cNvSpPr>
            <a:spLocks xmlns:a="http://schemas.openxmlformats.org/drawingml/2006/main" noGrp="1"/>
          </p:cNvSpPr>
          <p:nvPr>
            <p:ph type="subTitle" idx="1"/>
          </p:nvPr>
        </p:nvSpPr>
        <p:spPr>
          <a:xfrm xmlns:a="http://schemas.openxmlformats.org/drawingml/2006/main">
            <a:off x="2628900" y="4557712"/>
            <a:ext cx="12268200" cy="920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537" b="0">
                <a:solidFill>
                  <a:schemeClr val="tx1"/>
                </a:solidFill>
                <a:latin typeface="+mn-lt"/>
                <a:ea typeface="+mn-lt"/>
                <a:cs typeface="+mn-lt"/>
              </a:defRPr>
            </a:defPPr>
            <a:lvl1pPr marL="0" indent="0" algn="ctr">
              <a:lnSpc>
                <a:spcPct val="110000"/>
              </a:lnSpc>
              <a:spcBef>
                <a:spcPts val="0"/>
              </a:spcBef>
              <a:spcAft>
                <a:spcPts val="0"/>
              </a:spcAft>
              <a:buNone/>
              <a:defRPr sz="2537" b="0">
                <a:solidFill>
                  <a:schemeClr val="tx1"/>
                </a:solidFill>
                <a:latin typeface="+mn-lt"/>
                <a:ea typeface="+mn-lt"/>
                <a:cs typeface="+mn-lt"/>
              </a:defRPr>
            </a:lvl1pPr>
            <a:lvl2pPr marL="0" indent="0" algn="ctr">
              <a:lnSpc>
                <a:spcPct val="110000"/>
              </a:lnSpc>
              <a:spcBef>
                <a:spcPts val="0"/>
              </a:spcBef>
              <a:spcAft>
                <a:spcPts val="0"/>
              </a:spcAft>
              <a:buNone/>
              <a:defRPr sz="2537" b="0">
                <a:solidFill>
                  <a:schemeClr val="tx1"/>
                </a:solidFill>
                <a:latin typeface="+mn-lt"/>
                <a:ea typeface="+mn-lt"/>
                <a:cs typeface="+mn-lt"/>
              </a:defRPr>
            </a:lvl2pPr>
            <a:lvl3pPr marL="0" indent="0" algn="ctr">
              <a:lnSpc>
                <a:spcPct val="110000"/>
              </a:lnSpc>
              <a:spcBef>
                <a:spcPts val="0"/>
              </a:spcBef>
              <a:spcAft>
                <a:spcPts val="0"/>
              </a:spcAft>
              <a:buNone/>
              <a:defRPr sz="2537" b="0">
                <a:solidFill>
                  <a:schemeClr val="tx1"/>
                </a:solidFill>
                <a:latin typeface="+mn-lt"/>
                <a:ea typeface="+mn-lt"/>
                <a:cs typeface="+mn-lt"/>
              </a:defRPr>
            </a:lvl3pPr>
            <a:lvl4pPr marL="0" indent="0" algn="ctr">
              <a:lnSpc>
                <a:spcPct val="110000"/>
              </a:lnSpc>
              <a:spcBef>
                <a:spcPts val="0"/>
              </a:spcBef>
              <a:spcAft>
                <a:spcPts val="0"/>
              </a:spcAft>
              <a:buNone/>
              <a:defRPr sz="2537" b="0">
                <a:solidFill>
                  <a:schemeClr val="tx1"/>
                </a:solidFill>
                <a:latin typeface="+mn-lt"/>
                <a:ea typeface="+mn-lt"/>
                <a:cs typeface="+mn-lt"/>
              </a:defRPr>
            </a:lvl4pPr>
            <a:lvl5pPr marL="0" indent="0" algn="ctr">
              <a:lnSpc>
                <a:spcPct val="110000"/>
              </a:lnSpc>
              <a:spcBef>
                <a:spcPts val="0"/>
              </a:spcBef>
              <a:spcAft>
                <a:spcPts val="0"/>
              </a:spcAft>
              <a:buNone/>
              <a:defRPr sz="2537" b="0">
                <a:solidFill>
                  <a:schemeClr val="tx1"/>
                </a:solidFill>
                <a:latin typeface="+mn-lt"/>
                <a:ea typeface="+mn-lt"/>
                <a:cs typeface="+mn-lt"/>
              </a:defRPr>
            </a:lvl5pPr>
            <a:lvl6pPr marL="0" indent="0" algn="ctr">
              <a:lnSpc>
                <a:spcPct val="110000"/>
              </a:lnSpc>
              <a:spcBef>
                <a:spcPts val="0"/>
              </a:spcBef>
              <a:spcAft>
                <a:spcPts val="0"/>
              </a:spcAft>
              <a:buNone/>
              <a:defRPr sz="2537" b="0">
                <a:solidFill>
                  <a:schemeClr val="tx1"/>
                </a:solidFill>
                <a:latin typeface="+mn-lt"/>
                <a:ea typeface="+mn-lt"/>
                <a:cs typeface="+mn-lt"/>
              </a:defRPr>
            </a:lvl6pPr>
            <a:lvl7pPr marL="0" indent="0" algn="ctr">
              <a:lnSpc>
                <a:spcPct val="110000"/>
              </a:lnSpc>
              <a:spcBef>
                <a:spcPts val="0"/>
              </a:spcBef>
              <a:spcAft>
                <a:spcPts val="0"/>
              </a:spcAft>
              <a:buNone/>
              <a:defRPr sz="2537" b="0">
                <a:solidFill>
                  <a:schemeClr val="tx1"/>
                </a:solidFill>
                <a:latin typeface="+mn-lt"/>
                <a:ea typeface="+mn-lt"/>
                <a:cs typeface="+mn-lt"/>
              </a:defRPr>
            </a:lvl7pPr>
            <a:lvl8pPr marL="0" indent="0" algn="ctr">
              <a:lnSpc>
                <a:spcPct val="110000"/>
              </a:lnSpc>
              <a:spcBef>
                <a:spcPts val="0"/>
              </a:spcBef>
              <a:spcAft>
                <a:spcPts val="0"/>
              </a:spcAft>
              <a:buNone/>
              <a:defRPr sz="2537" b="0">
                <a:solidFill>
                  <a:schemeClr val="tx1"/>
                </a:solidFill>
                <a:latin typeface="+mn-lt"/>
                <a:ea typeface="+mn-lt"/>
                <a:cs typeface="+mn-lt"/>
              </a:defRPr>
            </a:lvl8pPr>
            <a:lvl9pPr marL="0" indent="0" algn="ctr">
              <a:lnSpc>
                <a:spcPct val="110000"/>
              </a:lnSpc>
              <a:spcBef>
                <a:spcPts val="0"/>
              </a:spcBef>
              <a:spcAft>
                <a:spcPts val="0"/>
              </a:spcAft>
              <a:buNone/>
              <a:defRPr sz="2537"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CC093C-53A8-4F23-A8F4-C39C58BC5D32}"/>
              </a:ext>
            </a:extLst>
          </p:cNvPr>
          <p:cNvSpPr>
            <a:spLocks xmlns:a="http://schemas.openxmlformats.org/drawingml/2006/main" noGrp="1"/>
          </p:cNvSpPr>
          <p:nvPr>
            <p:ph type="title" idx="0"/>
          </p:nvPr>
        </p:nvSpPr>
        <p:spPr>
          <a:xfrm xmlns:a="http://schemas.openxmlformats.org/drawingml/2006/main">
            <a:off x="1752600" y="3452813"/>
            <a:ext cx="14020800" cy="1381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075" b="1">
                <a:solidFill>
                  <a:schemeClr val="tx1"/>
                </a:solidFill>
                <a:latin typeface="+mj-lt"/>
                <a:ea typeface="+mj-lt"/>
                <a:cs typeface="+mj-lt"/>
              </a:defRPr>
            </a:defPPr>
            <a:lvl1pPr marL="0" indent="0" algn="ctr">
              <a:lnSpc>
                <a:spcPct val="110000"/>
              </a:lnSpc>
              <a:spcBef>
                <a:spcPts val="0"/>
              </a:spcBef>
              <a:spcAft>
                <a:spcPts val="0"/>
              </a:spcAft>
              <a:buNone/>
              <a:defRPr sz="5075" b="1">
                <a:solidFill>
                  <a:schemeClr val="tx1"/>
                </a:solidFill>
                <a:latin typeface="+mj-lt"/>
                <a:ea typeface="+mj-lt"/>
                <a:cs typeface="+mj-lt"/>
              </a:defRPr>
            </a:lvl1pPr>
            <a:lvl2pPr marL="0" indent="0" algn="ctr">
              <a:lnSpc>
                <a:spcPct val="110000"/>
              </a:lnSpc>
              <a:spcBef>
                <a:spcPts val="0"/>
              </a:spcBef>
              <a:spcAft>
                <a:spcPts val="0"/>
              </a:spcAft>
              <a:buNone/>
              <a:defRPr sz="5075" b="1">
                <a:solidFill>
                  <a:schemeClr val="tx1"/>
                </a:solidFill>
                <a:latin typeface="+mj-lt"/>
                <a:ea typeface="+mj-lt"/>
                <a:cs typeface="+mj-lt"/>
              </a:defRPr>
            </a:lvl2pPr>
            <a:lvl3pPr marL="0" indent="0" algn="ctr">
              <a:lnSpc>
                <a:spcPct val="110000"/>
              </a:lnSpc>
              <a:spcBef>
                <a:spcPts val="0"/>
              </a:spcBef>
              <a:spcAft>
                <a:spcPts val="0"/>
              </a:spcAft>
              <a:buNone/>
              <a:defRPr sz="5075" b="1">
                <a:solidFill>
                  <a:schemeClr val="tx1"/>
                </a:solidFill>
                <a:latin typeface="+mj-lt"/>
                <a:ea typeface="+mj-lt"/>
                <a:cs typeface="+mj-lt"/>
              </a:defRPr>
            </a:lvl3pPr>
            <a:lvl4pPr marL="0" indent="0" algn="ctr">
              <a:lnSpc>
                <a:spcPct val="110000"/>
              </a:lnSpc>
              <a:spcBef>
                <a:spcPts val="0"/>
              </a:spcBef>
              <a:spcAft>
                <a:spcPts val="0"/>
              </a:spcAft>
              <a:buNone/>
              <a:defRPr sz="5075" b="1">
                <a:solidFill>
                  <a:schemeClr val="tx1"/>
                </a:solidFill>
                <a:latin typeface="+mj-lt"/>
                <a:ea typeface="+mj-lt"/>
                <a:cs typeface="+mj-lt"/>
              </a:defRPr>
            </a:lvl4pPr>
            <a:lvl5pPr marL="0" indent="0" algn="ctr">
              <a:lnSpc>
                <a:spcPct val="110000"/>
              </a:lnSpc>
              <a:spcBef>
                <a:spcPts val="0"/>
              </a:spcBef>
              <a:spcAft>
                <a:spcPts val="0"/>
              </a:spcAft>
              <a:buNone/>
              <a:defRPr sz="5075" b="1">
                <a:solidFill>
                  <a:schemeClr val="tx1"/>
                </a:solidFill>
                <a:latin typeface="+mj-lt"/>
                <a:ea typeface="+mj-lt"/>
                <a:cs typeface="+mj-lt"/>
              </a:defRPr>
            </a:lvl5pPr>
            <a:lvl6pPr marL="0" indent="0" algn="ctr">
              <a:lnSpc>
                <a:spcPct val="110000"/>
              </a:lnSpc>
              <a:spcBef>
                <a:spcPts val="0"/>
              </a:spcBef>
              <a:spcAft>
                <a:spcPts val="0"/>
              </a:spcAft>
              <a:buNone/>
              <a:defRPr sz="5075" b="1">
                <a:solidFill>
                  <a:schemeClr val="tx1"/>
                </a:solidFill>
                <a:latin typeface="+mj-lt"/>
                <a:ea typeface="+mj-lt"/>
                <a:cs typeface="+mj-lt"/>
              </a:defRPr>
            </a:lvl6pPr>
            <a:lvl7pPr marL="0" indent="0" algn="ctr">
              <a:lnSpc>
                <a:spcPct val="110000"/>
              </a:lnSpc>
              <a:spcBef>
                <a:spcPts val="0"/>
              </a:spcBef>
              <a:spcAft>
                <a:spcPts val="0"/>
              </a:spcAft>
              <a:buNone/>
              <a:defRPr sz="5075" b="1">
                <a:solidFill>
                  <a:schemeClr val="tx1"/>
                </a:solidFill>
                <a:latin typeface="+mj-lt"/>
                <a:ea typeface="+mj-lt"/>
                <a:cs typeface="+mj-lt"/>
              </a:defRPr>
            </a:lvl7pPr>
            <a:lvl8pPr marL="0" indent="0" algn="ctr">
              <a:lnSpc>
                <a:spcPct val="110000"/>
              </a:lnSpc>
              <a:spcBef>
                <a:spcPts val="0"/>
              </a:spcBef>
              <a:spcAft>
                <a:spcPts val="0"/>
              </a:spcAft>
              <a:buNone/>
              <a:defRPr sz="5075" b="1">
                <a:solidFill>
                  <a:schemeClr val="tx1"/>
                </a:solidFill>
                <a:latin typeface="+mj-lt"/>
                <a:ea typeface="+mj-lt"/>
                <a:cs typeface="+mj-lt"/>
              </a:defRPr>
            </a:lvl8pPr>
            <a:lvl9pPr marL="0" indent="0" algn="ctr">
              <a:lnSpc>
                <a:spcPct val="110000"/>
              </a:lnSpc>
              <a:spcBef>
                <a:spcPts val="0"/>
              </a:spcBef>
              <a:spcAft>
                <a:spcPts val="0"/>
              </a:spcAft>
              <a:buNone/>
              <a:defRPr sz="507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F57C6F-DCCF-47DC-A354-2C1B56B1B866}"/>
              </a:ext>
            </a:extLst>
          </p:cNvPr>
          <p:cNvSpPr>
            <a:spLocks xmlns:a="http://schemas.openxmlformats.org/drawingml/2006/main" noGrp="1"/>
          </p:cNvSpPr>
          <p:nvPr>
            <p:ph type="title" idx="0"/>
          </p:nvPr>
        </p:nvSpPr>
        <p:spPr>
          <a:xfrm xmlns:a="http://schemas.openxmlformats.org/drawingml/2006/main">
            <a:off x="985838" y="644525"/>
            <a:ext cx="15554325" cy="10128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88" b="1">
                <a:solidFill>
                  <a:schemeClr val="tx1"/>
                </a:solidFill>
                <a:latin typeface="+mj-lt"/>
                <a:ea typeface="+mj-lt"/>
                <a:cs typeface="+mj-lt"/>
              </a:defRPr>
            </a:defPPr>
            <a:lvl1pPr marL="0" indent="0" algn="l">
              <a:lnSpc>
                <a:spcPct val="110000"/>
              </a:lnSpc>
              <a:spcBef>
                <a:spcPts val="0"/>
              </a:spcBef>
              <a:spcAft>
                <a:spcPts val="0"/>
              </a:spcAft>
              <a:buNone/>
              <a:defRPr sz="3988" b="1">
                <a:solidFill>
                  <a:schemeClr val="tx1"/>
                </a:solidFill>
                <a:latin typeface="+mj-lt"/>
                <a:ea typeface="+mj-lt"/>
                <a:cs typeface="+mj-lt"/>
              </a:defRPr>
            </a:lvl1pPr>
            <a:lvl2pPr marL="0" indent="0" algn="l">
              <a:lnSpc>
                <a:spcPct val="110000"/>
              </a:lnSpc>
              <a:spcBef>
                <a:spcPts val="0"/>
              </a:spcBef>
              <a:spcAft>
                <a:spcPts val="0"/>
              </a:spcAft>
              <a:buNone/>
              <a:defRPr sz="3988" b="1">
                <a:solidFill>
                  <a:schemeClr val="tx1"/>
                </a:solidFill>
                <a:latin typeface="+mj-lt"/>
                <a:ea typeface="+mj-lt"/>
                <a:cs typeface="+mj-lt"/>
              </a:defRPr>
            </a:lvl2pPr>
            <a:lvl3pPr marL="0" indent="0" algn="l">
              <a:lnSpc>
                <a:spcPct val="110000"/>
              </a:lnSpc>
              <a:spcBef>
                <a:spcPts val="0"/>
              </a:spcBef>
              <a:spcAft>
                <a:spcPts val="0"/>
              </a:spcAft>
              <a:buNone/>
              <a:defRPr sz="3988" b="1">
                <a:solidFill>
                  <a:schemeClr val="tx1"/>
                </a:solidFill>
                <a:latin typeface="+mj-lt"/>
                <a:ea typeface="+mj-lt"/>
                <a:cs typeface="+mj-lt"/>
              </a:defRPr>
            </a:lvl3pPr>
            <a:lvl4pPr marL="0" indent="0" algn="l">
              <a:lnSpc>
                <a:spcPct val="110000"/>
              </a:lnSpc>
              <a:spcBef>
                <a:spcPts val="0"/>
              </a:spcBef>
              <a:spcAft>
                <a:spcPts val="0"/>
              </a:spcAft>
              <a:buNone/>
              <a:defRPr sz="3988" b="1">
                <a:solidFill>
                  <a:schemeClr val="tx1"/>
                </a:solidFill>
                <a:latin typeface="+mj-lt"/>
                <a:ea typeface="+mj-lt"/>
                <a:cs typeface="+mj-lt"/>
              </a:defRPr>
            </a:lvl4pPr>
            <a:lvl5pPr marL="0" indent="0" algn="l">
              <a:lnSpc>
                <a:spcPct val="110000"/>
              </a:lnSpc>
              <a:spcBef>
                <a:spcPts val="0"/>
              </a:spcBef>
              <a:spcAft>
                <a:spcPts val="0"/>
              </a:spcAft>
              <a:buNone/>
              <a:defRPr sz="3988" b="1">
                <a:solidFill>
                  <a:schemeClr val="tx1"/>
                </a:solidFill>
                <a:latin typeface="+mj-lt"/>
                <a:ea typeface="+mj-lt"/>
                <a:cs typeface="+mj-lt"/>
              </a:defRPr>
            </a:lvl5pPr>
            <a:lvl6pPr marL="0" indent="0" algn="l">
              <a:lnSpc>
                <a:spcPct val="110000"/>
              </a:lnSpc>
              <a:spcBef>
                <a:spcPts val="0"/>
              </a:spcBef>
              <a:spcAft>
                <a:spcPts val="0"/>
              </a:spcAft>
              <a:buNone/>
              <a:defRPr sz="3988" b="1">
                <a:solidFill>
                  <a:schemeClr val="tx1"/>
                </a:solidFill>
                <a:latin typeface="+mj-lt"/>
                <a:ea typeface="+mj-lt"/>
                <a:cs typeface="+mj-lt"/>
              </a:defRPr>
            </a:lvl6pPr>
            <a:lvl7pPr marL="0" indent="0" algn="l">
              <a:lnSpc>
                <a:spcPct val="110000"/>
              </a:lnSpc>
              <a:spcBef>
                <a:spcPts val="0"/>
              </a:spcBef>
              <a:spcAft>
                <a:spcPts val="0"/>
              </a:spcAft>
              <a:buNone/>
              <a:defRPr sz="3988" b="1">
                <a:solidFill>
                  <a:schemeClr val="tx1"/>
                </a:solidFill>
                <a:latin typeface="+mj-lt"/>
                <a:ea typeface="+mj-lt"/>
                <a:cs typeface="+mj-lt"/>
              </a:defRPr>
            </a:lvl7pPr>
            <a:lvl8pPr marL="0" indent="0" algn="l">
              <a:lnSpc>
                <a:spcPct val="110000"/>
              </a:lnSpc>
              <a:spcBef>
                <a:spcPts val="0"/>
              </a:spcBef>
              <a:spcAft>
                <a:spcPts val="0"/>
              </a:spcAft>
              <a:buNone/>
              <a:defRPr sz="3988" b="1">
                <a:solidFill>
                  <a:schemeClr val="tx1"/>
                </a:solidFill>
                <a:latin typeface="+mj-lt"/>
                <a:ea typeface="+mj-lt"/>
                <a:cs typeface="+mj-lt"/>
              </a:defRPr>
            </a:lvl8pPr>
            <a:lvl9pPr marL="0" indent="0" algn="l">
              <a:lnSpc>
                <a:spcPct val="110000"/>
              </a:lnSpc>
              <a:spcBef>
                <a:spcPts val="0"/>
              </a:spcBef>
              <a:spcAft>
                <a:spcPts val="0"/>
              </a:spcAft>
              <a:buNone/>
              <a:defRPr sz="3988"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4FF630-7CC5-4AA4-AF07-030A7410550E}"/>
              </a:ext>
            </a:extLst>
          </p:cNvPr>
          <p:cNvSpPr>
            <a:spLocks xmlns:a="http://schemas.openxmlformats.org/drawingml/2006/main" noGrp="1"/>
          </p:cNvSpPr>
          <p:nvPr>
            <p:ph type="body" idx="1"/>
          </p:nvPr>
        </p:nvSpPr>
        <p:spPr>
          <a:xfrm xmlns:a="http://schemas.openxmlformats.org/drawingml/2006/main">
            <a:off x="985838" y="2301875"/>
            <a:ext cx="15554325" cy="5156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19" b="0">
                <a:solidFill>
                  <a:schemeClr val="tx1"/>
                </a:solidFill>
                <a:latin typeface="+mn-lt"/>
                <a:ea typeface="+mn-lt"/>
                <a:cs typeface="+mn-lt"/>
              </a:defRPr>
            </a:defPPr>
            <a:lvl1pPr marL="276225" indent="-276225" algn="l">
              <a:lnSpc>
                <a:spcPct val="110000"/>
              </a:lnSpc>
              <a:spcBef>
                <a:spcPts val="0"/>
              </a:spcBef>
              <a:spcAft>
                <a:spcPts val="1450"/>
              </a:spcAft>
              <a:buChar char="•"/>
              <a:defRPr sz="2719" b="0">
                <a:solidFill>
                  <a:schemeClr val="tx1"/>
                </a:solidFill>
                <a:latin typeface="+mn-lt"/>
                <a:ea typeface="+mn-lt"/>
                <a:cs typeface="+mn-lt"/>
              </a:defRPr>
            </a:lvl1pPr>
            <a:lvl2pPr marL="644525" indent="-276225" algn="l">
              <a:lnSpc>
                <a:spcPct val="110000"/>
              </a:lnSpc>
              <a:spcBef>
                <a:spcPts val="0"/>
              </a:spcBef>
              <a:spcAft>
                <a:spcPts val="1450"/>
              </a:spcAft>
              <a:buChar char="•"/>
              <a:defRPr sz="2719" b="0">
                <a:solidFill>
                  <a:schemeClr val="tx1"/>
                </a:solidFill>
                <a:latin typeface="+mn-lt"/>
                <a:ea typeface="+mn-lt"/>
                <a:cs typeface="+mn-lt"/>
              </a:defRPr>
            </a:lvl2pPr>
            <a:lvl3pPr marL="1012825" indent="-276225" algn="l">
              <a:lnSpc>
                <a:spcPct val="110000"/>
              </a:lnSpc>
              <a:spcBef>
                <a:spcPts val="0"/>
              </a:spcBef>
              <a:spcAft>
                <a:spcPts val="1450"/>
              </a:spcAft>
              <a:buChar char="•"/>
              <a:defRPr sz="2719" b="0">
                <a:solidFill>
                  <a:schemeClr val="tx1"/>
                </a:solidFill>
                <a:latin typeface="+mn-lt"/>
                <a:ea typeface="+mn-lt"/>
                <a:cs typeface="+mn-lt"/>
              </a:defRPr>
            </a:lvl3pPr>
            <a:lvl4pPr marL="1381125" indent="-276225" algn="l">
              <a:lnSpc>
                <a:spcPct val="110000"/>
              </a:lnSpc>
              <a:spcBef>
                <a:spcPts val="0"/>
              </a:spcBef>
              <a:spcAft>
                <a:spcPts val="1450"/>
              </a:spcAft>
              <a:buChar char="•"/>
              <a:defRPr sz="2719" b="0">
                <a:solidFill>
                  <a:schemeClr val="tx1"/>
                </a:solidFill>
                <a:latin typeface="+mn-lt"/>
                <a:ea typeface="+mn-lt"/>
                <a:cs typeface="+mn-lt"/>
              </a:defRPr>
            </a:lvl4pPr>
            <a:lvl5pPr marL="1749425" indent="-276225" algn="l">
              <a:lnSpc>
                <a:spcPct val="110000"/>
              </a:lnSpc>
              <a:spcBef>
                <a:spcPts val="0"/>
              </a:spcBef>
              <a:spcAft>
                <a:spcPts val="1450"/>
              </a:spcAft>
              <a:buChar char="•"/>
              <a:defRPr sz="2719" b="0">
                <a:solidFill>
                  <a:schemeClr val="tx1"/>
                </a:solidFill>
                <a:latin typeface="+mn-lt"/>
                <a:ea typeface="+mn-lt"/>
                <a:cs typeface="+mn-lt"/>
              </a:defRPr>
            </a:lvl5pPr>
            <a:lvl6pPr marL="2117725" indent="-276225" algn="l">
              <a:lnSpc>
                <a:spcPct val="110000"/>
              </a:lnSpc>
              <a:spcBef>
                <a:spcPts val="0"/>
              </a:spcBef>
              <a:spcAft>
                <a:spcPts val="1450"/>
              </a:spcAft>
              <a:buChar char="•"/>
              <a:defRPr sz="2719" b="0">
                <a:solidFill>
                  <a:schemeClr val="tx1"/>
                </a:solidFill>
                <a:latin typeface="+mn-lt"/>
                <a:ea typeface="+mn-lt"/>
                <a:cs typeface="+mn-lt"/>
              </a:defRPr>
            </a:lvl6pPr>
            <a:lvl7pPr marL="2486025" indent="-276225" algn="l">
              <a:lnSpc>
                <a:spcPct val="110000"/>
              </a:lnSpc>
              <a:spcBef>
                <a:spcPts val="0"/>
              </a:spcBef>
              <a:spcAft>
                <a:spcPts val="1450"/>
              </a:spcAft>
              <a:buChar char="•"/>
              <a:defRPr sz="2719" b="0">
                <a:solidFill>
                  <a:schemeClr val="tx1"/>
                </a:solidFill>
                <a:latin typeface="+mn-lt"/>
                <a:ea typeface="+mn-lt"/>
                <a:cs typeface="+mn-lt"/>
              </a:defRPr>
            </a:lvl7pPr>
            <a:lvl8pPr marL="2854325" indent="-276225" algn="l">
              <a:lnSpc>
                <a:spcPct val="110000"/>
              </a:lnSpc>
              <a:spcBef>
                <a:spcPts val="0"/>
              </a:spcBef>
              <a:spcAft>
                <a:spcPts val="1450"/>
              </a:spcAft>
              <a:buChar char="•"/>
              <a:defRPr sz="2719" b="0">
                <a:solidFill>
                  <a:schemeClr val="tx1"/>
                </a:solidFill>
                <a:latin typeface="+mn-lt"/>
                <a:ea typeface="+mn-lt"/>
                <a:cs typeface="+mn-lt"/>
              </a:defRPr>
            </a:lvl8pPr>
            <a:lvl9pPr marL="3222625" indent="-276225" algn="l">
              <a:lnSpc>
                <a:spcPct val="110000"/>
              </a:lnSpc>
              <a:spcBef>
                <a:spcPts val="0"/>
              </a:spcBef>
              <a:spcAft>
                <a:spcPts val="1450"/>
              </a:spcAft>
              <a:buChar char="•"/>
              <a:defRPr sz="2719"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7D3438-E6D2-47B7-85FE-E91156A9A90B}"/>
              </a:ext>
            </a:extLst>
          </p:cNvPr>
          <p:cNvSpPr>
            <a:spLocks xmlns:a="http://schemas.openxmlformats.org/drawingml/2006/main" noGrp="1"/>
          </p:cNvSpPr>
          <p:nvPr>
            <p:ph type="title" idx="0"/>
          </p:nvPr>
        </p:nvSpPr>
        <p:spPr>
          <a:xfrm xmlns:a="http://schemas.openxmlformats.org/drawingml/2006/main">
            <a:off x="985838" y="644525"/>
            <a:ext cx="15554325" cy="10128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88" b="1">
                <a:solidFill>
                  <a:schemeClr val="tx1"/>
                </a:solidFill>
                <a:latin typeface="+mj-lt"/>
                <a:ea typeface="+mj-lt"/>
                <a:cs typeface="+mj-lt"/>
              </a:defRPr>
            </a:defPPr>
            <a:lvl1pPr marL="0" indent="0" algn="l">
              <a:lnSpc>
                <a:spcPct val="110000"/>
              </a:lnSpc>
              <a:spcBef>
                <a:spcPts val="0"/>
              </a:spcBef>
              <a:spcAft>
                <a:spcPts val="0"/>
              </a:spcAft>
              <a:buNone/>
              <a:defRPr sz="3988" b="1">
                <a:solidFill>
                  <a:schemeClr val="tx1"/>
                </a:solidFill>
                <a:latin typeface="+mj-lt"/>
                <a:ea typeface="+mj-lt"/>
                <a:cs typeface="+mj-lt"/>
              </a:defRPr>
            </a:lvl1pPr>
            <a:lvl2pPr marL="0" indent="0" algn="l">
              <a:lnSpc>
                <a:spcPct val="110000"/>
              </a:lnSpc>
              <a:spcBef>
                <a:spcPts val="0"/>
              </a:spcBef>
              <a:spcAft>
                <a:spcPts val="0"/>
              </a:spcAft>
              <a:buNone/>
              <a:defRPr sz="3988" b="1">
                <a:solidFill>
                  <a:schemeClr val="tx1"/>
                </a:solidFill>
                <a:latin typeface="+mj-lt"/>
                <a:ea typeface="+mj-lt"/>
                <a:cs typeface="+mj-lt"/>
              </a:defRPr>
            </a:lvl2pPr>
            <a:lvl3pPr marL="0" indent="0" algn="l">
              <a:lnSpc>
                <a:spcPct val="110000"/>
              </a:lnSpc>
              <a:spcBef>
                <a:spcPts val="0"/>
              </a:spcBef>
              <a:spcAft>
                <a:spcPts val="0"/>
              </a:spcAft>
              <a:buNone/>
              <a:defRPr sz="3988" b="1">
                <a:solidFill>
                  <a:schemeClr val="tx1"/>
                </a:solidFill>
                <a:latin typeface="+mj-lt"/>
                <a:ea typeface="+mj-lt"/>
                <a:cs typeface="+mj-lt"/>
              </a:defRPr>
            </a:lvl3pPr>
            <a:lvl4pPr marL="0" indent="0" algn="l">
              <a:lnSpc>
                <a:spcPct val="110000"/>
              </a:lnSpc>
              <a:spcBef>
                <a:spcPts val="0"/>
              </a:spcBef>
              <a:spcAft>
                <a:spcPts val="0"/>
              </a:spcAft>
              <a:buNone/>
              <a:defRPr sz="3988" b="1">
                <a:solidFill>
                  <a:schemeClr val="tx1"/>
                </a:solidFill>
                <a:latin typeface="+mj-lt"/>
                <a:ea typeface="+mj-lt"/>
                <a:cs typeface="+mj-lt"/>
              </a:defRPr>
            </a:lvl4pPr>
            <a:lvl5pPr marL="0" indent="0" algn="l">
              <a:lnSpc>
                <a:spcPct val="110000"/>
              </a:lnSpc>
              <a:spcBef>
                <a:spcPts val="0"/>
              </a:spcBef>
              <a:spcAft>
                <a:spcPts val="0"/>
              </a:spcAft>
              <a:buNone/>
              <a:defRPr sz="3988" b="1">
                <a:solidFill>
                  <a:schemeClr val="tx1"/>
                </a:solidFill>
                <a:latin typeface="+mj-lt"/>
                <a:ea typeface="+mj-lt"/>
                <a:cs typeface="+mj-lt"/>
              </a:defRPr>
            </a:lvl5pPr>
            <a:lvl6pPr marL="0" indent="0" algn="l">
              <a:lnSpc>
                <a:spcPct val="110000"/>
              </a:lnSpc>
              <a:spcBef>
                <a:spcPts val="0"/>
              </a:spcBef>
              <a:spcAft>
                <a:spcPts val="0"/>
              </a:spcAft>
              <a:buNone/>
              <a:defRPr sz="3988" b="1">
                <a:solidFill>
                  <a:schemeClr val="tx1"/>
                </a:solidFill>
                <a:latin typeface="+mj-lt"/>
                <a:ea typeface="+mj-lt"/>
                <a:cs typeface="+mj-lt"/>
              </a:defRPr>
            </a:lvl6pPr>
            <a:lvl7pPr marL="0" indent="0" algn="l">
              <a:lnSpc>
                <a:spcPct val="110000"/>
              </a:lnSpc>
              <a:spcBef>
                <a:spcPts val="0"/>
              </a:spcBef>
              <a:spcAft>
                <a:spcPts val="0"/>
              </a:spcAft>
              <a:buNone/>
              <a:defRPr sz="3988" b="1">
                <a:solidFill>
                  <a:schemeClr val="tx1"/>
                </a:solidFill>
                <a:latin typeface="+mj-lt"/>
                <a:ea typeface="+mj-lt"/>
                <a:cs typeface="+mj-lt"/>
              </a:defRPr>
            </a:lvl7pPr>
            <a:lvl8pPr marL="0" indent="0" algn="l">
              <a:lnSpc>
                <a:spcPct val="110000"/>
              </a:lnSpc>
              <a:spcBef>
                <a:spcPts val="0"/>
              </a:spcBef>
              <a:spcAft>
                <a:spcPts val="0"/>
              </a:spcAft>
              <a:buNone/>
              <a:defRPr sz="3988" b="1">
                <a:solidFill>
                  <a:schemeClr val="tx1"/>
                </a:solidFill>
                <a:latin typeface="+mj-lt"/>
                <a:ea typeface="+mj-lt"/>
                <a:cs typeface="+mj-lt"/>
              </a:defRPr>
            </a:lvl8pPr>
            <a:lvl9pPr marL="0" indent="0" algn="l">
              <a:lnSpc>
                <a:spcPct val="110000"/>
              </a:lnSpc>
              <a:spcBef>
                <a:spcPts val="0"/>
              </a:spcBef>
              <a:spcAft>
                <a:spcPts val="0"/>
              </a:spcAft>
              <a:buNone/>
              <a:defRPr sz="3988"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0A00D7-B809-4B26-98E0-C3A426E3F373}"/>
              </a:ext>
            </a:extLst>
          </p:cNvPr>
          <p:cNvSpPr>
            <a:spLocks xmlns:a="http://schemas.openxmlformats.org/drawingml/2006/main" noGrp="1"/>
          </p:cNvSpPr>
          <p:nvPr>
            <p:ph type="body" idx="1"/>
          </p:nvPr>
        </p:nvSpPr>
        <p:spPr>
          <a:xfrm xmlns:a="http://schemas.openxmlformats.org/drawingml/2006/main">
            <a:off x="985838" y="2301875"/>
            <a:ext cx="7229475" cy="5156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7" b="0">
                <a:solidFill>
                  <a:schemeClr val="tx1"/>
                </a:solidFill>
                <a:latin typeface="+mn-lt"/>
                <a:ea typeface="+mn-lt"/>
                <a:cs typeface="+mn-lt"/>
              </a:defRPr>
            </a:defPPr>
            <a:lvl1pPr marL="276225" indent="-276225" algn="l">
              <a:lnSpc>
                <a:spcPct val="110000"/>
              </a:lnSpc>
              <a:spcBef>
                <a:spcPts val="0"/>
              </a:spcBef>
              <a:spcAft>
                <a:spcPts val="1450"/>
              </a:spcAft>
              <a:buChar char="•"/>
              <a:defRPr sz="2537" b="0">
                <a:solidFill>
                  <a:schemeClr val="tx1"/>
                </a:solidFill>
                <a:latin typeface="+mn-lt"/>
                <a:ea typeface="+mn-lt"/>
                <a:cs typeface="+mn-lt"/>
              </a:defRPr>
            </a:lvl1pPr>
            <a:lvl2pPr marL="644525" indent="-276225" algn="l">
              <a:lnSpc>
                <a:spcPct val="110000"/>
              </a:lnSpc>
              <a:spcBef>
                <a:spcPts val="0"/>
              </a:spcBef>
              <a:spcAft>
                <a:spcPts val="1450"/>
              </a:spcAft>
              <a:buChar char="•"/>
              <a:defRPr sz="2537" b="0">
                <a:solidFill>
                  <a:schemeClr val="tx1"/>
                </a:solidFill>
                <a:latin typeface="+mn-lt"/>
                <a:ea typeface="+mn-lt"/>
                <a:cs typeface="+mn-lt"/>
              </a:defRPr>
            </a:lvl2pPr>
            <a:lvl3pPr marL="1012825" indent="-276225" algn="l">
              <a:lnSpc>
                <a:spcPct val="110000"/>
              </a:lnSpc>
              <a:spcBef>
                <a:spcPts val="0"/>
              </a:spcBef>
              <a:spcAft>
                <a:spcPts val="1450"/>
              </a:spcAft>
              <a:buChar char="•"/>
              <a:defRPr sz="2537" b="0">
                <a:solidFill>
                  <a:schemeClr val="tx1"/>
                </a:solidFill>
                <a:latin typeface="+mn-lt"/>
                <a:ea typeface="+mn-lt"/>
                <a:cs typeface="+mn-lt"/>
              </a:defRPr>
            </a:lvl3pPr>
            <a:lvl4pPr marL="1381125" indent="-276225" algn="l">
              <a:lnSpc>
                <a:spcPct val="110000"/>
              </a:lnSpc>
              <a:spcBef>
                <a:spcPts val="0"/>
              </a:spcBef>
              <a:spcAft>
                <a:spcPts val="1450"/>
              </a:spcAft>
              <a:buChar char="•"/>
              <a:defRPr sz="2537" b="0">
                <a:solidFill>
                  <a:schemeClr val="tx1"/>
                </a:solidFill>
                <a:latin typeface="+mn-lt"/>
                <a:ea typeface="+mn-lt"/>
                <a:cs typeface="+mn-lt"/>
              </a:defRPr>
            </a:lvl4pPr>
            <a:lvl5pPr marL="1749425" indent="-276225" algn="l">
              <a:lnSpc>
                <a:spcPct val="110000"/>
              </a:lnSpc>
              <a:spcBef>
                <a:spcPts val="0"/>
              </a:spcBef>
              <a:spcAft>
                <a:spcPts val="1450"/>
              </a:spcAft>
              <a:buChar char="•"/>
              <a:defRPr sz="2537" b="0">
                <a:solidFill>
                  <a:schemeClr val="tx1"/>
                </a:solidFill>
                <a:latin typeface="+mn-lt"/>
                <a:ea typeface="+mn-lt"/>
                <a:cs typeface="+mn-lt"/>
              </a:defRPr>
            </a:lvl5pPr>
            <a:lvl6pPr marL="2117725" indent="-276225" algn="l">
              <a:lnSpc>
                <a:spcPct val="110000"/>
              </a:lnSpc>
              <a:spcBef>
                <a:spcPts val="0"/>
              </a:spcBef>
              <a:spcAft>
                <a:spcPts val="1450"/>
              </a:spcAft>
              <a:buChar char="•"/>
              <a:defRPr sz="2537" b="0">
                <a:solidFill>
                  <a:schemeClr val="tx1"/>
                </a:solidFill>
                <a:latin typeface="+mn-lt"/>
                <a:ea typeface="+mn-lt"/>
                <a:cs typeface="+mn-lt"/>
              </a:defRPr>
            </a:lvl6pPr>
            <a:lvl7pPr marL="2486025" indent="-276225" algn="l">
              <a:lnSpc>
                <a:spcPct val="110000"/>
              </a:lnSpc>
              <a:spcBef>
                <a:spcPts val="0"/>
              </a:spcBef>
              <a:spcAft>
                <a:spcPts val="1450"/>
              </a:spcAft>
              <a:buChar char="•"/>
              <a:defRPr sz="2537" b="0">
                <a:solidFill>
                  <a:schemeClr val="tx1"/>
                </a:solidFill>
                <a:latin typeface="+mn-lt"/>
                <a:ea typeface="+mn-lt"/>
                <a:cs typeface="+mn-lt"/>
              </a:defRPr>
            </a:lvl7pPr>
            <a:lvl8pPr marL="2854325" indent="-276225" algn="l">
              <a:lnSpc>
                <a:spcPct val="110000"/>
              </a:lnSpc>
              <a:spcBef>
                <a:spcPts val="0"/>
              </a:spcBef>
              <a:spcAft>
                <a:spcPts val="1450"/>
              </a:spcAft>
              <a:buChar char="•"/>
              <a:defRPr sz="2537" b="0">
                <a:solidFill>
                  <a:schemeClr val="tx1"/>
                </a:solidFill>
                <a:latin typeface="+mn-lt"/>
                <a:ea typeface="+mn-lt"/>
                <a:cs typeface="+mn-lt"/>
              </a:defRPr>
            </a:lvl8pPr>
            <a:lvl9pPr marL="3222625" indent="-276225" algn="l">
              <a:lnSpc>
                <a:spcPct val="110000"/>
              </a:lnSpc>
              <a:spcBef>
                <a:spcPts val="0"/>
              </a:spcBef>
              <a:spcAft>
                <a:spcPts val="1450"/>
              </a:spcAft>
              <a:buChar char="•"/>
              <a:defRPr sz="2537"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062EC1-AB29-4546-AF69-5AA7996B0267}"/>
              </a:ext>
            </a:extLst>
          </p:cNvPr>
          <p:cNvSpPr>
            <a:spLocks xmlns:a="http://schemas.openxmlformats.org/drawingml/2006/main" noGrp="1"/>
          </p:cNvSpPr>
          <p:nvPr>
            <p:ph type="body" idx="2"/>
          </p:nvPr>
        </p:nvSpPr>
        <p:spPr>
          <a:xfrm xmlns:a="http://schemas.openxmlformats.org/drawingml/2006/main">
            <a:off x="9310688" y="2301875"/>
            <a:ext cx="7229475" cy="5156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7" b="0">
                <a:solidFill>
                  <a:schemeClr val="tx1"/>
                </a:solidFill>
                <a:latin typeface="+mn-lt"/>
                <a:ea typeface="+mn-lt"/>
                <a:cs typeface="+mn-lt"/>
              </a:defRPr>
            </a:defPPr>
            <a:lvl1pPr marL="276225" indent="-276225" algn="l">
              <a:lnSpc>
                <a:spcPct val="110000"/>
              </a:lnSpc>
              <a:spcBef>
                <a:spcPts val="0"/>
              </a:spcBef>
              <a:spcAft>
                <a:spcPts val="1450"/>
              </a:spcAft>
              <a:buChar char="•"/>
              <a:defRPr sz="2537" b="0">
                <a:solidFill>
                  <a:schemeClr val="tx1"/>
                </a:solidFill>
                <a:latin typeface="+mn-lt"/>
                <a:ea typeface="+mn-lt"/>
                <a:cs typeface="+mn-lt"/>
              </a:defRPr>
            </a:lvl1pPr>
            <a:lvl2pPr marL="644525" indent="-276225" algn="l">
              <a:lnSpc>
                <a:spcPct val="110000"/>
              </a:lnSpc>
              <a:spcBef>
                <a:spcPts val="0"/>
              </a:spcBef>
              <a:spcAft>
                <a:spcPts val="1450"/>
              </a:spcAft>
              <a:buChar char="•"/>
              <a:defRPr sz="2537" b="0">
                <a:solidFill>
                  <a:schemeClr val="tx1"/>
                </a:solidFill>
                <a:latin typeface="+mn-lt"/>
                <a:ea typeface="+mn-lt"/>
                <a:cs typeface="+mn-lt"/>
              </a:defRPr>
            </a:lvl2pPr>
            <a:lvl3pPr marL="1012825" indent="-276225" algn="l">
              <a:lnSpc>
                <a:spcPct val="110000"/>
              </a:lnSpc>
              <a:spcBef>
                <a:spcPts val="0"/>
              </a:spcBef>
              <a:spcAft>
                <a:spcPts val="1450"/>
              </a:spcAft>
              <a:buChar char="•"/>
              <a:defRPr sz="2537" b="0">
                <a:solidFill>
                  <a:schemeClr val="tx1"/>
                </a:solidFill>
                <a:latin typeface="+mn-lt"/>
                <a:ea typeface="+mn-lt"/>
                <a:cs typeface="+mn-lt"/>
              </a:defRPr>
            </a:lvl3pPr>
            <a:lvl4pPr marL="1381125" indent="-276225" algn="l">
              <a:lnSpc>
                <a:spcPct val="110000"/>
              </a:lnSpc>
              <a:spcBef>
                <a:spcPts val="0"/>
              </a:spcBef>
              <a:spcAft>
                <a:spcPts val="1450"/>
              </a:spcAft>
              <a:buChar char="•"/>
              <a:defRPr sz="2537" b="0">
                <a:solidFill>
                  <a:schemeClr val="tx1"/>
                </a:solidFill>
                <a:latin typeface="+mn-lt"/>
                <a:ea typeface="+mn-lt"/>
                <a:cs typeface="+mn-lt"/>
              </a:defRPr>
            </a:lvl4pPr>
            <a:lvl5pPr marL="1749425" indent="-276225" algn="l">
              <a:lnSpc>
                <a:spcPct val="110000"/>
              </a:lnSpc>
              <a:spcBef>
                <a:spcPts val="0"/>
              </a:spcBef>
              <a:spcAft>
                <a:spcPts val="1450"/>
              </a:spcAft>
              <a:buChar char="•"/>
              <a:defRPr sz="2537" b="0">
                <a:solidFill>
                  <a:schemeClr val="tx1"/>
                </a:solidFill>
                <a:latin typeface="+mn-lt"/>
                <a:ea typeface="+mn-lt"/>
                <a:cs typeface="+mn-lt"/>
              </a:defRPr>
            </a:lvl5pPr>
            <a:lvl6pPr marL="2117725" indent="-276225" algn="l">
              <a:lnSpc>
                <a:spcPct val="110000"/>
              </a:lnSpc>
              <a:spcBef>
                <a:spcPts val="0"/>
              </a:spcBef>
              <a:spcAft>
                <a:spcPts val="1450"/>
              </a:spcAft>
              <a:buChar char="•"/>
              <a:defRPr sz="2537" b="0">
                <a:solidFill>
                  <a:schemeClr val="tx1"/>
                </a:solidFill>
                <a:latin typeface="+mn-lt"/>
                <a:ea typeface="+mn-lt"/>
                <a:cs typeface="+mn-lt"/>
              </a:defRPr>
            </a:lvl6pPr>
            <a:lvl7pPr marL="2486025" indent="-276225" algn="l">
              <a:lnSpc>
                <a:spcPct val="110000"/>
              </a:lnSpc>
              <a:spcBef>
                <a:spcPts val="0"/>
              </a:spcBef>
              <a:spcAft>
                <a:spcPts val="1450"/>
              </a:spcAft>
              <a:buChar char="•"/>
              <a:defRPr sz="2537" b="0">
                <a:solidFill>
                  <a:schemeClr val="tx1"/>
                </a:solidFill>
                <a:latin typeface="+mn-lt"/>
                <a:ea typeface="+mn-lt"/>
                <a:cs typeface="+mn-lt"/>
              </a:defRPr>
            </a:lvl7pPr>
            <a:lvl8pPr marL="2854325" indent="-276225" algn="l">
              <a:lnSpc>
                <a:spcPct val="110000"/>
              </a:lnSpc>
              <a:spcBef>
                <a:spcPts val="0"/>
              </a:spcBef>
              <a:spcAft>
                <a:spcPts val="1450"/>
              </a:spcAft>
              <a:buChar char="•"/>
              <a:defRPr sz="2537" b="0">
                <a:solidFill>
                  <a:schemeClr val="tx1"/>
                </a:solidFill>
                <a:latin typeface="+mn-lt"/>
                <a:ea typeface="+mn-lt"/>
                <a:cs typeface="+mn-lt"/>
              </a:defRPr>
            </a:lvl8pPr>
            <a:lvl9pPr marL="3222625" indent="-276225" algn="l">
              <a:lnSpc>
                <a:spcPct val="110000"/>
              </a:lnSpc>
              <a:spcBef>
                <a:spcPts val="0"/>
              </a:spcBef>
              <a:spcAft>
                <a:spcPts val="1450"/>
              </a:spcAft>
              <a:buChar char="•"/>
              <a:defRPr sz="2537"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BE71ED-5082-43E2-8165-F9091F215CA5}"/>
              </a:ext>
            </a:extLst>
          </p:cNvPr>
          <p:cNvSpPr>
            <a:spLocks xmlns:a="http://schemas.openxmlformats.org/drawingml/2006/main" noGrp="1"/>
          </p:cNvSpPr>
          <p:nvPr>
            <p:ph type="title" idx="0"/>
          </p:nvPr>
        </p:nvSpPr>
        <p:spPr>
          <a:xfrm xmlns:a="http://schemas.openxmlformats.org/drawingml/2006/main">
            <a:off x="985838" y="644525"/>
            <a:ext cx="15554325" cy="10128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88" b="1">
                <a:solidFill>
                  <a:schemeClr val="tx1"/>
                </a:solidFill>
                <a:latin typeface="+mj-lt"/>
                <a:ea typeface="+mj-lt"/>
                <a:cs typeface="+mj-lt"/>
              </a:defRPr>
            </a:defPPr>
            <a:lvl1pPr marL="0" indent="0" algn="l">
              <a:lnSpc>
                <a:spcPct val="110000"/>
              </a:lnSpc>
              <a:spcBef>
                <a:spcPts val="0"/>
              </a:spcBef>
              <a:spcAft>
                <a:spcPts val="0"/>
              </a:spcAft>
              <a:buNone/>
              <a:defRPr sz="3988" b="1">
                <a:solidFill>
                  <a:schemeClr val="tx1"/>
                </a:solidFill>
                <a:latin typeface="+mj-lt"/>
                <a:ea typeface="+mj-lt"/>
                <a:cs typeface="+mj-lt"/>
              </a:defRPr>
            </a:lvl1pPr>
            <a:lvl2pPr marL="0" indent="0" algn="l">
              <a:lnSpc>
                <a:spcPct val="110000"/>
              </a:lnSpc>
              <a:spcBef>
                <a:spcPts val="0"/>
              </a:spcBef>
              <a:spcAft>
                <a:spcPts val="0"/>
              </a:spcAft>
              <a:buNone/>
              <a:defRPr sz="3988" b="1">
                <a:solidFill>
                  <a:schemeClr val="tx1"/>
                </a:solidFill>
                <a:latin typeface="+mj-lt"/>
                <a:ea typeface="+mj-lt"/>
                <a:cs typeface="+mj-lt"/>
              </a:defRPr>
            </a:lvl2pPr>
            <a:lvl3pPr marL="0" indent="0" algn="l">
              <a:lnSpc>
                <a:spcPct val="110000"/>
              </a:lnSpc>
              <a:spcBef>
                <a:spcPts val="0"/>
              </a:spcBef>
              <a:spcAft>
                <a:spcPts val="0"/>
              </a:spcAft>
              <a:buNone/>
              <a:defRPr sz="3988" b="1">
                <a:solidFill>
                  <a:schemeClr val="tx1"/>
                </a:solidFill>
                <a:latin typeface="+mj-lt"/>
                <a:ea typeface="+mj-lt"/>
                <a:cs typeface="+mj-lt"/>
              </a:defRPr>
            </a:lvl3pPr>
            <a:lvl4pPr marL="0" indent="0" algn="l">
              <a:lnSpc>
                <a:spcPct val="110000"/>
              </a:lnSpc>
              <a:spcBef>
                <a:spcPts val="0"/>
              </a:spcBef>
              <a:spcAft>
                <a:spcPts val="0"/>
              </a:spcAft>
              <a:buNone/>
              <a:defRPr sz="3988" b="1">
                <a:solidFill>
                  <a:schemeClr val="tx1"/>
                </a:solidFill>
                <a:latin typeface="+mj-lt"/>
                <a:ea typeface="+mj-lt"/>
                <a:cs typeface="+mj-lt"/>
              </a:defRPr>
            </a:lvl4pPr>
            <a:lvl5pPr marL="0" indent="0" algn="l">
              <a:lnSpc>
                <a:spcPct val="110000"/>
              </a:lnSpc>
              <a:spcBef>
                <a:spcPts val="0"/>
              </a:spcBef>
              <a:spcAft>
                <a:spcPts val="0"/>
              </a:spcAft>
              <a:buNone/>
              <a:defRPr sz="3988" b="1">
                <a:solidFill>
                  <a:schemeClr val="tx1"/>
                </a:solidFill>
                <a:latin typeface="+mj-lt"/>
                <a:ea typeface="+mj-lt"/>
                <a:cs typeface="+mj-lt"/>
              </a:defRPr>
            </a:lvl5pPr>
            <a:lvl6pPr marL="0" indent="0" algn="l">
              <a:lnSpc>
                <a:spcPct val="110000"/>
              </a:lnSpc>
              <a:spcBef>
                <a:spcPts val="0"/>
              </a:spcBef>
              <a:spcAft>
                <a:spcPts val="0"/>
              </a:spcAft>
              <a:buNone/>
              <a:defRPr sz="3988" b="1">
                <a:solidFill>
                  <a:schemeClr val="tx1"/>
                </a:solidFill>
                <a:latin typeface="+mj-lt"/>
                <a:ea typeface="+mj-lt"/>
                <a:cs typeface="+mj-lt"/>
              </a:defRPr>
            </a:lvl6pPr>
            <a:lvl7pPr marL="0" indent="0" algn="l">
              <a:lnSpc>
                <a:spcPct val="110000"/>
              </a:lnSpc>
              <a:spcBef>
                <a:spcPts val="0"/>
              </a:spcBef>
              <a:spcAft>
                <a:spcPts val="0"/>
              </a:spcAft>
              <a:buNone/>
              <a:defRPr sz="3988" b="1">
                <a:solidFill>
                  <a:schemeClr val="tx1"/>
                </a:solidFill>
                <a:latin typeface="+mj-lt"/>
                <a:ea typeface="+mj-lt"/>
                <a:cs typeface="+mj-lt"/>
              </a:defRPr>
            </a:lvl7pPr>
            <a:lvl8pPr marL="0" indent="0" algn="l">
              <a:lnSpc>
                <a:spcPct val="110000"/>
              </a:lnSpc>
              <a:spcBef>
                <a:spcPts val="0"/>
              </a:spcBef>
              <a:spcAft>
                <a:spcPts val="0"/>
              </a:spcAft>
              <a:buNone/>
              <a:defRPr sz="3988" b="1">
                <a:solidFill>
                  <a:schemeClr val="tx1"/>
                </a:solidFill>
                <a:latin typeface="+mj-lt"/>
                <a:ea typeface="+mj-lt"/>
                <a:cs typeface="+mj-lt"/>
              </a:defRPr>
            </a:lvl8pPr>
            <a:lvl9pPr marL="0" indent="0" algn="l">
              <a:lnSpc>
                <a:spcPct val="110000"/>
              </a:lnSpc>
              <a:spcBef>
                <a:spcPts val="0"/>
              </a:spcBef>
              <a:spcAft>
                <a:spcPts val="0"/>
              </a:spcAft>
              <a:buNone/>
              <a:defRPr sz="3988"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AB3A1F-E1E1-45C8-B119-C00C89E240FE}"/>
              </a:ext>
            </a:extLst>
          </p:cNvPr>
          <p:cNvSpPr>
            <a:spLocks xmlns:a="http://schemas.openxmlformats.org/drawingml/2006/main" noGrp="1"/>
          </p:cNvSpPr>
          <p:nvPr>
            <p:ph type="body" idx="1"/>
          </p:nvPr>
        </p:nvSpPr>
        <p:spPr>
          <a:xfrm xmlns:a="http://schemas.openxmlformats.org/drawingml/2006/main">
            <a:off x="985838" y="2301875"/>
            <a:ext cx="7229475" cy="5156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19" b="0">
                <a:solidFill>
                  <a:schemeClr val="tx1"/>
                </a:solidFill>
                <a:latin typeface="+mn-lt"/>
                <a:ea typeface="+mn-lt"/>
                <a:cs typeface="+mn-lt"/>
              </a:defRPr>
            </a:defPPr>
            <a:lvl1pPr marL="276225" indent="-276225" algn="l">
              <a:lnSpc>
                <a:spcPct val="110000"/>
              </a:lnSpc>
              <a:spcBef>
                <a:spcPts val="0"/>
              </a:spcBef>
              <a:spcAft>
                <a:spcPts val="1450"/>
              </a:spcAft>
              <a:buChar char="•"/>
              <a:defRPr sz="2719" b="0">
                <a:solidFill>
                  <a:schemeClr val="tx1"/>
                </a:solidFill>
                <a:latin typeface="+mn-lt"/>
                <a:ea typeface="+mn-lt"/>
                <a:cs typeface="+mn-lt"/>
              </a:defRPr>
            </a:lvl1pPr>
            <a:lvl2pPr marL="644525" indent="-276225" algn="l">
              <a:lnSpc>
                <a:spcPct val="110000"/>
              </a:lnSpc>
              <a:spcBef>
                <a:spcPts val="0"/>
              </a:spcBef>
              <a:spcAft>
                <a:spcPts val="1450"/>
              </a:spcAft>
              <a:buChar char="•"/>
              <a:defRPr sz="2719" b="0">
                <a:solidFill>
                  <a:schemeClr val="tx1"/>
                </a:solidFill>
                <a:latin typeface="+mn-lt"/>
                <a:ea typeface="+mn-lt"/>
                <a:cs typeface="+mn-lt"/>
              </a:defRPr>
            </a:lvl2pPr>
            <a:lvl3pPr marL="1012825" indent="-276225" algn="l">
              <a:lnSpc>
                <a:spcPct val="110000"/>
              </a:lnSpc>
              <a:spcBef>
                <a:spcPts val="0"/>
              </a:spcBef>
              <a:spcAft>
                <a:spcPts val="1450"/>
              </a:spcAft>
              <a:buChar char="•"/>
              <a:defRPr sz="2719" b="0">
                <a:solidFill>
                  <a:schemeClr val="tx1"/>
                </a:solidFill>
                <a:latin typeface="+mn-lt"/>
                <a:ea typeface="+mn-lt"/>
                <a:cs typeface="+mn-lt"/>
              </a:defRPr>
            </a:lvl3pPr>
            <a:lvl4pPr marL="1381125" indent="-276225" algn="l">
              <a:lnSpc>
                <a:spcPct val="110000"/>
              </a:lnSpc>
              <a:spcBef>
                <a:spcPts val="0"/>
              </a:spcBef>
              <a:spcAft>
                <a:spcPts val="1450"/>
              </a:spcAft>
              <a:buChar char="•"/>
              <a:defRPr sz="2719" b="0">
                <a:solidFill>
                  <a:schemeClr val="tx1"/>
                </a:solidFill>
                <a:latin typeface="+mn-lt"/>
                <a:ea typeface="+mn-lt"/>
                <a:cs typeface="+mn-lt"/>
              </a:defRPr>
            </a:lvl4pPr>
            <a:lvl5pPr marL="1749425" indent="-276225" algn="l">
              <a:lnSpc>
                <a:spcPct val="110000"/>
              </a:lnSpc>
              <a:spcBef>
                <a:spcPts val="0"/>
              </a:spcBef>
              <a:spcAft>
                <a:spcPts val="1450"/>
              </a:spcAft>
              <a:buChar char="•"/>
              <a:defRPr sz="2719" b="0">
                <a:solidFill>
                  <a:schemeClr val="tx1"/>
                </a:solidFill>
                <a:latin typeface="+mn-lt"/>
                <a:ea typeface="+mn-lt"/>
                <a:cs typeface="+mn-lt"/>
              </a:defRPr>
            </a:lvl5pPr>
            <a:lvl6pPr marL="2117725" indent="-276225" algn="l">
              <a:lnSpc>
                <a:spcPct val="110000"/>
              </a:lnSpc>
              <a:spcBef>
                <a:spcPts val="0"/>
              </a:spcBef>
              <a:spcAft>
                <a:spcPts val="1450"/>
              </a:spcAft>
              <a:buChar char="•"/>
              <a:defRPr sz="2719" b="0">
                <a:solidFill>
                  <a:schemeClr val="tx1"/>
                </a:solidFill>
                <a:latin typeface="+mn-lt"/>
                <a:ea typeface="+mn-lt"/>
                <a:cs typeface="+mn-lt"/>
              </a:defRPr>
            </a:lvl6pPr>
            <a:lvl7pPr marL="2486025" indent="-276225" algn="l">
              <a:lnSpc>
                <a:spcPct val="110000"/>
              </a:lnSpc>
              <a:spcBef>
                <a:spcPts val="0"/>
              </a:spcBef>
              <a:spcAft>
                <a:spcPts val="1450"/>
              </a:spcAft>
              <a:buChar char="•"/>
              <a:defRPr sz="2719" b="0">
                <a:solidFill>
                  <a:schemeClr val="tx1"/>
                </a:solidFill>
                <a:latin typeface="+mn-lt"/>
                <a:ea typeface="+mn-lt"/>
                <a:cs typeface="+mn-lt"/>
              </a:defRPr>
            </a:lvl7pPr>
            <a:lvl8pPr marL="2854325" indent="-276225" algn="l">
              <a:lnSpc>
                <a:spcPct val="110000"/>
              </a:lnSpc>
              <a:spcBef>
                <a:spcPts val="0"/>
              </a:spcBef>
              <a:spcAft>
                <a:spcPts val="1450"/>
              </a:spcAft>
              <a:buChar char="•"/>
              <a:defRPr sz="2719" b="0">
                <a:solidFill>
                  <a:schemeClr val="tx1"/>
                </a:solidFill>
                <a:latin typeface="+mn-lt"/>
                <a:ea typeface="+mn-lt"/>
                <a:cs typeface="+mn-lt"/>
              </a:defRPr>
            </a:lvl8pPr>
            <a:lvl9pPr marL="3222625" indent="-276225" algn="l">
              <a:lnSpc>
                <a:spcPct val="110000"/>
              </a:lnSpc>
              <a:spcBef>
                <a:spcPts val="0"/>
              </a:spcBef>
              <a:spcAft>
                <a:spcPts val="1450"/>
              </a:spcAft>
              <a:buChar char="•"/>
              <a:defRPr sz="2719"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d66dfc5e8f41d2" /><Relationship Type="http://schemas.openxmlformats.org/officeDocument/2006/relationships/slideLayout" Target="/ppt/slideLayouts/slideLayout1.xml" Id="R797f8eaf90de402c" /><Relationship Type="http://schemas.openxmlformats.org/officeDocument/2006/relationships/slideLayout" Target="/ppt/slideLayouts/slideLayout2.xml" Id="Ra9b59ffb925f4e90" /><Relationship Type="http://schemas.openxmlformats.org/officeDocument/2006/relationships/slideLayout" Target="/ppt/slideLayouts/slideLayout3.xml" Id="R173e6cc98f844168" /><Relationship Type="http://schemas.openxmlformats.org/officeDocument/2006/relationships/slideLayout" Target="/ppt/slideLayouts/slideLayout4.xml" Id="R16ebf2200f6d427a" /><Relationship Type="http://schemas.openxmlformats.org/officeDocument/2006/relationships/slideLayout" Target="/ppt/slideLayouts/slideLayout5.xml" Id="Rdd2d5a637e204a77" /><Relationship Type="http://schemas.openxmlformats.org/officeDocument/2006/relationships/slideLayout" Target="/ppt/slideLayouts/slideLayout6.xml" Id="R390f60aece1d4c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7f8eaf90de402c"/>
    <p:sldLayoutId xmlns:r="http://schemas.openxmlformats.org/officeDocument/2006/relationships" id="2147483650" r:id="Ra9b59ffb925f4e90"/>
    <p:sldLayoutId xmlns:r="http://schemas.openxmlformats.org/officeDocument/2006/relationships" id="2147483651" r:id="R173e6cc98f844168"/>
    <p:sldLayoutId xmlns:r="http://schemas.openxmlformats.org/officeDocument/2006/relationships" id="2147483652" r:id="R16ebf2200f6d427a"/>
    <p:sldLayoutId xmlns:r="http://schemas.openxmlformats.org/officeDocument/2006/relationships" id="2147483653" r:id="Rdd2d5a637e204a77"/>
    <p:sldLayoutId xmlns:r="http://schemas.openxmlformats.org/officeDocument/2006/relationships" id="2147483654" r:id="R390f60aece1d4c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0910f1ed8f4393" /><Relationship Type="http://schemas.openxmlformats.org/officeDocument/2006/relationships/image" Target="/ppt/media/image.png" Id="R673ce859c8614acd" /><Relationship Type="http://schemas.openxmlformats.org/officeDocument/2006/relationships/image" Target="/ppt/media/image2.png" Id="R32d875efd24b419b" /><Relationship Type="http://schemas.openxmlformats.org/officeDocument/2006/relationships/image" Target="/ppt/media/image3.png" Id="R3296d762ff3e4814" /><Relationship Type="http://schemas.openxmlformats.org/officeDocument/2006/relationships/image" Target="/ppt/media/image4.png" Id="Rf64a4b6bed8448ce" /><Relationship Type="http://schemas.openxmlformats.org/officeDocument/2006/relationships/image" Target="/ppt/media/image5.png" Id="R2804f256e27f442a" /><Relationship Type="http://schemas.openxmlformats.org/officeDocument/2006/relationships/image" Target="/ppt/media/image6.png" Id="Ra5457a30b33d4f12" /><Relationship Type="http://schemas.openxmlformats.org/officeDocument/2006/relationships/image" Target="/ppt/media/image7.png" Id="Rcf1764a0c9684441" /><Relationship Type="http://schemas.openxmlformats.org/officeDocument/2006/relationships/image" Target="/ppt/media/image8.png" Id="R975d6d54bff8488e" /><Relationship Type="http://schemas.openxmlformats.org/officeDocument/2006/relationships/image" Target="/ppt/media/image9.png" Id="R41d1e6894e3e48ae" /><Relationship Type="http://schemas.openxmlformats.org/officeDocument/2006/relationships/image" Target="/ppt/media/image10.png" Id="R6449b4bbd56346a5" /><Relationship Type="http://schemas.openxmlformats.org/officeDocument/2006/relationships/image" Target="/ppt/media/image11.png" Id="R618cb52868e0490a" /><Relationship Type="http://schemas.openxmlformats.org/officeDocument/2006/relationships/notesSlide" Target="/ppt/notesSlides/notesSlide1.xml" Id="R869d21d43f734db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 name="(a) Whole-sequence comparison">
            <a:extLst xmlns:a="http://schemas.openxmlformats.org/drawingml/2006/main">
              <a:ext uri="{FF2B5EF4-FFF2-40B4-BE49-F238E27FC236}">
                <a16:creationId xmlns:a16="http://schemas.microsoft.com/office/drawing/2014/main" id="{3AF2101A-09BE-4CF5-A954-0DA1A38EF5FB}"/>
              </a:ext>
            </a:extLst>
          </p:cNvPr>
          <p:cNvSpPr>
            <a:spLocks xmlns:a="http://schemas.openxmlformats.org/drawingml/2006/main" noGrp="1"/>
          </p:cNvSpPr>
          <p:nvPr/>
        </p:nvSpPr>
        <p:spPr>
          <a:xfrm xmlns:a="http://schemas.openxmlformats.org/drawingml/2006/main">
            <a:off x="171450" y="952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63238"/>
                </a:solidFill>
                <a:latin typeface="Arial"/>
                <a:ea typeface="Arial"/>
                <a:cs typeface="Arial"/>
              </a:defRPr>
            </a:defPPr>
            <a:lvl1pPr algn="l">
              <a:defRPr sz="2100" b="1">
                <a:solidFill>
                  <a:srgbClr val="263238"/>
                </a:solidFill>
                <a:latin typeface="Arial"/>
                <a:ea typeface="Arial"/>
                <a:cs typeface="Arial"/>
              </a:defRPr>
            </a:lvl1pPr>
            <a:lvl2pPr algn="l">
              <a:defRPr sz="2100" b="1">
                <a:solidFill>
                  <a:srgbClr val="263238"/>
                </a:solidFill>
                <a:latin typeface="Arial"/>
                <a:ea typeface="Arial"/>
                <a:cs typeface="Arial"/>
              </a:defRPr>
            </a:lvl2pPr>
            <a:lvl3pPr algn="l">
              <a:defRPr sz="2100" b="1">
                <a:solidFill>
                  <a:srgbClr val="263238"/>
                </a:solidFill>
                <a:latin typeface="Arial"/>
                <a:ea typeface="Arial"/>
                <a:cs typeface="Arial"/>
              </a:defRPr>
            </a:lvl3pPr>
            <a:lvl4pPr algn="l">
              <a:defRPr sz="2100" b="1">
                <a:solidFill>
                  <a:srgbClr val="263238"/>
                </a:solidFill>
                <a:latin typeface="Arial"/>
                <a:ea typeface="Arial"/>
                <a:cs typeface="Arial"/>
              </a:defRPr>
            </a:lvl4pPr>
            <a:lvl5pPr algn="l">
              <a:defRPr sz="2100" b="1">
                <a:solidFill>
                  <a:srgbClr val="263238"/>
                </a:solidFill>
                <a:latin typeface="Arial"/>
                <a:ea typeface="Arial"/>
                <a:cs typeface="Arial"/>
              </a:defRPr>
            </a:lvl5pPr>
            <a:lvl6pPr algn="l">
              <a:defRPr sz="2100" b="1">
                <a:solidFill>
                  <a:srgbClr val="263238"/>
                </a:solidFill>
                <a:latin typeface="Arial"/>
                <a:ea typeface="Arial"/>
                <a:cs typeface="Arial"/>
              </a:defRPr>
            </a:lvl6pPr>
            <a:lvl7pPr algn="l">
              <a:defRPr sz="2100" b="1">
                <a:solidFill>
                  <a:srgbClr val="263238"/>
                </a:solidFill>
                <a:latin typeface="Arial"/>
                <a:ea typeface="Arial"/>
                <a:cs typeface="Arial"/>
              </a:defRPr>
            </a:lvl7pPr>
            <a:lvl8pPr algn="l">
              <a:defRPr sz="2100" b="1">
                <a:solidFill>
                  <a:srgbClr val="263238"/>
                </a:solidFill>
                <a:latin typeface="Arial"/>
                <a:ea typeface="Arial"/>
                <a:cs typeface="Arial"/>
              </a:defRPr>
            </a:lvl8pPr>
            <a:lvl9pPr algn="l">
              <a:defRPr sz="2100" b="1">
                <a:solidFill>
                  <a:srgbClr val="263238"/>
                </a:solidFill>
                <a:latin typeface="Arial"/>
                <a:ea typeface="Arial"/>
                <a:cs typeface="Arial"/>
              </a:defRPr>
            </a:lvl9pPr>
          </a:lstStyle>
          <a:p xmlns:a="http://schemas.openxmlformats.org/drawingml/2006/main">
            <a:pPr algn="l">
              <a:defRPr sz="2100" b="1">
                <a:solidFill>
                  <a:srgbClr val="263238"/>
                </a:solidFill>
                <a:latin typeface="Arial"/>
                <a:ea typeface="Arial"/>
                <a:cs typeface="Arial"/>
              </a:defRPr>
            </a:pPr>
            <a:r>
              <a:rPr sz="2100" b="1">
                <a:solidFill>
                  <a:srgbClr val="263238"/>
                </a:solidFill>
                <a:latin typeface="Arial"/>
                <a:ea typeface="Arial"/>
                <a:cs typeface="Arial"/>
              </a:rPr>
              <a:t>(a) Whole-sequence comparison</a:t>
            </a:r>
          </a:p>
        </p:txBody>
      </p:sp>
      <p:sp>
        <p:nvSpPr>
          <p:cNvPr id="2" name="201 fields; persistence 10%; TMTM shown at native rank 0.4-0.6">
            <a:extLst xmlns:a="http://schemas.openxmlformats.org/drawingml/2006/main">
              <a:ext uri="{FF2B5EF4-FFF2-40B4-BE49-F238E27FC236}">
                <a16:creationId xmlns:a16="http://schemas.microsoft.com/office/drawing/2014/main" id="{6055C18B-15E3-4BCA-9988-C9E1AD03F22E}"/>
              </a:ext>
            </a:extLst>
          </p:cNvPr>
          <p:cNvSpPr>
            <a:spLocks xmlns:a="http://schemas.openxmlformats.org/drawingml/2006/main" noGrp="1"/>
          </p:cNvSpPr>
          <p:nvPr/>
        </p:nvSpPr>
        <p:spPr>
          <a:xfrm xmlns:a="http://schemas.openxmlformats.org/drawingml/2006/main">
            <a:off x="1333500" y="4857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667682"/>
                </a:solidFill>
                <a:latin typeface="Arial"/>
                <a:ea typeface="Arial"/>
                <a:cs typeface="Arial"/>
              </a:defRPr>
            </a:defPPr>
            <a:lvl1pPr algn="l">
              <a:defRPr sz="1575" b="0">
                <a:solidFill>
                  <a:srgbClr val="667682"/>
                </a:solidFill>
                <a:latin typeface="Arial"/>
                <a:ea typeface="Arial"/>
                <a:cs typeface="Arial"/>
              </a:defRPr>
            </a:lvl1pPr>
            <a:lvl2pPr algn="l">
              <a:defRPr sz="1575" b="0">
                <a:solidFill>
                  <a:srgbClr val="667682"/>
                </a:solidFill>
                <a:latin typeface="Arial"/>
                <a:ea typeface="Arial"/>
                <a:cs typeface="Arial"/>
              </a:defRPr>
            </a:lvl2pPr>
            <a:lvl3pPr algn="l">
              <a:defRPr sz="1575" b="0">
                <a:solidFill>
                  <a:srgbClr val="667682"/>
                </a:solidFill>
                <a:latin typeface="Arial"/>
                <a:ea typeface="Arial"/>
                <a:cs typeface="Arial"/>
              </a:defRPr>
            </a:lvl3pPr>
            <a:lvl4pPr algn="l">
              <a:defRPr sz="1575" b="0">
                <a:solidFill>
                  <a:srgbClr val="667682"/>
                </a:solidFill>
                <a:latin typeface="Arial"/>
                <a:ea typeface="Arial"/>
                <a:cs typeface="Arial"/>
              </a:defRPr>
            </a:lvl4pPr>
            <a:lvl5pPr algn="l">
              <a:defRPr sz="1575" b="0">
                <a:solidFill>
                  <a:srgbClr val="667682"/>
                </a:solidFill>
                <a:latin typeface="Arial"/>
                <a:ea typeface="Arial"/>
                <a:cs typeface="Arial"/>
              </a:defRPr>
            </a:lvl5pPr>
            <a:lvl6pPr algn="l">
              <a:defRPr sz="1575" b="0">
                <a:solidFill>
                  <a:srgbClr val="667682"/>
                </a:solidFill>
                <a:latin typeface="Arial"/>
                <a:ea typeface="Arial"/>
                <a:cs typeface="Arial"/>
              </a:defRPr>
            </a:lvl6pPr>
            <a:lvl7pPr algn="l">
              <a:defRPr sz="1575" b="0">
                <a:solidFill>
                  <a:srgbClr val="667682"/>
                </a:solidFill>
                <a:latin typeface="Arial"/>
                <a:ea typeface="Arial"/>
                <a:cs typeface="Arial"/>
              </a:defRPr>
            </a:lvl7pPr>
            <a:lvl8pPr algn="l">
              <a:defRPr sz="1575" b="0">
                <a:solidFill>
                  <a:srgbClr val="667682"/>
                </a:solidFill>
                <a:latin typeface="Arial"/>
                <a:ea typeface="Arial"/>
                <a:cs typeface="Arial"/>
              </a:defRPr>
            </a:lvl8pPr>
            <a:lvl9pPr algn="l">
              <a:defRPr sz="1575" b="0">
                <a:solidFill>
                  <a:srgbClr val="667682"/>
                </a:solidFill>
                <a:latin typeface="Arial"/>
                <a:ea typeface="Arial"/>
                <a:cs typeface="Arial"/>
              </a:defRPr>
            </a:lvl9pPr>
          </a:lstStyle>
          <a:p xmlns:a="http://schemas.openxmlformats.org/drawingml/2006/main">
            <a:pPr algn="l">
              <a:defRPr sz="1575" b="0">
                <a:solidFill>
                  <a:srgbClr val="667682"/>
                </a:solidFill>
                <a:latin typeface="Arial"/>
                <a:ea typeface="Arial"/>
                <a:cs typeface="Arial"/>
              </a:defRPr>
            </a:pPr>
            <a:r>
              <a:rPr sz="1575" b="0">
                <a:solidFill>
                  <a:srgbClr val="667682"/>
                </a:solidFill>
                <a:latin typeface="Arial"/>
                <a:ea typeface="Arial"/>
                <a:cs typeface="Arial"/>
              </a:rPr>
              <a:t>201 fields; persistence 10%; TMTM shown at native rank 0.4-0.6</a:t>
            </a:r>
          </a:p>
        </p:txBody>
      </p:sp>
      <p:pic>
        <p:nvPicPr>
          <p:cNvPr id="3" name="">
            <a:extLst xmlns:a="http://schemas.openxmlformats.org/drawingml/2006/main">
              <a:ext uri="{FF2B5EF4-FFF2-40B4-BE49-F238E27FC236}">
                <a16:creationId xmlns:a16="http://schemas.microsoft.com/office/drawing/2014/main" id="{2FD056C2-18F3-4F5C-AA2D-C03AC9F41BB1}"/>
              </a:ext>
            </a:extLst>
          </p:cNvPr>
          <p:cNvPicPr>
            <a:picLocks xmlns:a="http://schemas.openxmlformats.org/drawingml/2006/main" noChangeAspect="1"/>
          </p:cNvPicPr>
          <p:nvPr/>
        </p:nvPicPr>
        <p:blipFill>
          <a:blip xmlns:r="http://schemas.openxmlformats.org/officeDocument/2006/relationships" xmlns:a="http://schemas.openxmlformats.org/drawingml/2006/main" r:embed="R673ce859c8614acd"/>
          <a:stretch xmlns:a="http://schemas.openxmlformats.org/drawingml/2006/main"/>
        </p:blipFill>
        <p:spPr>
          <a:xfrm xmlns:a="http://schemas.openxmlformats.org/drawingml/2006/main">
            <a:off x="1343797" y="857250"/>
            <a:ext cx="9313905" cy="952500"/>
          </a:xfrm>
          <a:prstGeom xmlns:a="http://schemas.openxmlformats.org/drawingml/2006/main" prst="rect">
            <a:avLst/>
          </a:prstGeom>
        </p:spPr>
      </p:pic>
      <p:sp>
        <p:nvSpPr>
          <p:cNvPr id="4" name="frame">
            <a:extLst xmlns:a="http://schemas.openxmlformats.org/drawingml/2006/main">
              <a:ext uri="{FF2B5EF4-FFF2-40B4-BE49-F238E27FC236}">
                <a16:creationId xmlns:a16="http://schemas.microsoft.com/office/drawing/2014/main" id="{52961451-4D3A-4F65-A753-EEB3A115F7EB}"/>
              </a:ext>
            </a:extLst>
          </p:cNvPr>
          <p:cNvSpPr>
            <a:spLocks xmlns:a="http://schemas.openxmlformats.org/drawingml/2006/main" noGrp="1"/>
          </p:cNvSpPr>
          <p:nvPr/>
        </p:nvSpPr>
        <p:spPr>
          <a:xfrm xmlns:a="http://schemas.openxmlformats.org/drawingml/2006/main">
            <a:off x="1333500" y="857250"/>
            <a:ext cx="9334500" cy="952500"/>
          </a:xfrm>
          <a:prstGeom xmlns:a="http://schemas.openxmlformats.org/drawingml/2006/main" prst="rect">
            <a:avLst/>
          </a:prstGeom>
          <a:noFill xmlns:a="http://schemas.openxmlformats.org/drawingml/2006/main"/>
          <a:ln xmlns:a="http://schemas.openxmlformats.org/drawingml/2006/main" w="7620">
            <a:solidFill>
              <a:srgbClr val="D5DDE2"/>
            </a:solidFill>
            <a:prstDash val="solid"/>
          </a:ln>
        </p:spPr>
      </p:sp>
      <p:sp>
        <p:nvSpPr>
          <p:cNvPr id="5" name="TMTM">
            <a:extLst xmlns:a="http://schemas.openxmlformats.org/drawingml/2006/main">
              <a:ext uri="{FF2B5EF4-FFF2-40B4-BE49-F238E27FC236}">
                <a16:creationId xmlns:a16="http://schemas.microsoft.com/office/drawing/2014/main" id="{AD6FBE53-6EA7-481F-BCF3-ACD903CDFB38}"/>
              </a:ext>
            </a:extLst>
          </p:cNvPr>
          <p:cNvSpPr>
            <a:spLocks xmlns:a="http://schemas.openxmlformats.org/drawingml/2006/main" noGrp="1"/>
          </p:cNvSpPr>
          <p:nvPr/>
        </p:nvSpPr>
        <p:spPr>
          <a:xfrm xmlns:a="http://schemas.openxmlformats.org/drawingml/2006/main">
            <a:off x="76200" y="1047750"/>
            <a:ext cx="1181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63238"/>
                </a:solidFill>
                <a:latin typeface="Arial"/>
                <a:ea typeface="Arial"/>
                <a:cs typeface="Arial"/>
              </a:defRPr>
            </a:defPPr>
            <a:lvl1pPr algn="l">
              <a:defRPr sz="1800" b="1">
                <a:solidFill>
                  <a:srgbClr val="263238"/>
                </a:solidFill>
                <a:latin typeface="Arial"/>
                <a:ea typeface="Arial"/>
                <a:cs typeface="Arial"/>
              </a:defRPr>
            </a:lvl1pPr>
            <a:lvl2pPr algn="l">
              <a:defRPr sz="1800" b="1">
                <a:solidFill>
                  <a:srgbClr val="263238"/>
                </a:solidFill>
                <a:latin typeface="Arial"/>
                <a:ea typeface="Arial"/>
                <a:cs typeface="Arial"/>
              </a:defRPr>
            </a:lvl2pPr>
            <a:lvl3pPr algn="l">
              <a:defRPr sz="1800" b="1">
                <a:solidFill>
                  <a:srgbClr val="263238"/>
                </a:solidFill>
                <a:latin typeface="Arial"/>
                <a:ea typeface="Arial"/>
                <a:cs typeface="Arial"/>
              </a:defRPr>
            </a:lvl3pPr>
            <a:lvl4pPr algn="l">
              <a:defRPr sz="1800" b="1">
                <a:solidFill>
                  <a:srgbClr val="263238"/>
                </a:solidFill>
                <a:latin typeface="Arial"/>
                <a:ea typeface="Arial"/>
                <a:cs typeface="Arial"/>
              </a:defRPr>
            </a:lvl4pPr>
            <a:lvl5pPr algn="l">
              <a:defRPr sz="1800" b="1">
                <a:solidFill>
                  <a:srgbClr val="263238"/>
                </a:solidFill>
                <a:latin typeface="Arial"/>
                <a:ea typeface="Arial"/>
                <a:cs typeface="Arial"/>
              </a:defRPr>
            </a:lvl5pPr>
            <a:lvl6pPr algn="l">
              <a:defRPr sz="1800" b="1">
                <a:solidFill>
                  <a:srgbClr val="263238"/>
                </a:solidFill>
                <a:latin typeface="Arial"/>
                <a:ea typeface="Arial"/>
                <a:cs typeface="Arial"/>
              </a:defRPr>
            </a:lvl6pPr>
            <a:lvl7pPr algn="l">
              <a:defRPr sz="1800" b="1">
                <a:solidFill>
                  <a:srgbClr val="263238"/>
                </a:solidFill>
                <a:latin typeface="Arial"/>
                <a:ea typeface="Arial"/>
                <a:cs typeface="Arial"/>
              </a:defRPr>
            </a:lvl7pPr>
            <a:lvl8pPr algn="l">
              <a:defRPr sz="1800" b="1">
                <a:solidFill>
                  <a:srgbClr val="263238"/>
                </a:solidFill>
                <a:latin typeface="Arial"/>
                <a:ea typeface="Arial"/>
                <a:cs typeface="Arial"/>
              </a:defRPr>
            </a:lvl8pPr>
            <a:lvl9pPr algn="l">
              <a:defRPr sz="1800" b="1">
                <a:solidFill>
                  <a:srgbClr val="263238"/>
                </a:solidFill>
                <a:latin typeface="Arial"/>
                <a:ea typeface="Arial"/>
                <a:cs typeface="Arial"/>
              </a:defRPr>
            </a:lvl9pPr>
          </a:lstStyle>
          <a:p xmlns:a="http://schemas.openxmlformats.org/drawingml/2006/main">
            <a:pPr algn="l">
              <a:defRPr sz="1800" b="1">
                <a:solidFill>
                  <a:srgbClr val="263238"/>
                </a:solidFill>
                <a:latin typeface="Arial"/>
                <a:ea typeface="Arial"/>
                <a:cs typeface="Arial"/>
              </a:defRPr>
            </a:pPr>
            <a:r>
              <a:rPr sz="1800" b="1">
                <a:solidFill>
                  <a:srgbClr val="263238"/>
                </a:solidFill>
                <a:latin typeface="Arial"/>
                <a:ea typeface="Arial"/>
                <a:cs typeface="Arial"/>
              </a:rPr>
              <a:t>TMTM</a:t>
            </a:r>
          </a:p>
        </p:txBody>
      </p:sp>
      <p:sp>
        <p:nvSpPr>
          <p:cNvPr id="6" name="native rank">
            <a:extLst xmlns:a="http://schemas.openxmlformats.org/drawingml/2006/main">
              <a:ext uri="{FF2B5EF4-FFF2-40B4-BE49-F238E27FC236}">
                <a16:creationId xmlns:a16="http://schemas.microsoft.com/office/drawing/2014/main" id="{94FC61D8-2D8E-4A83-A270-87468C1C74F2}"/>
              </a:ext>
            </a:extLst>
          </p:cNvPr>
          <p:cNvSpPr>
            <a:spLocks xmlns:a="http://schemas.openxmlformats.org/drawingml/2006/main" noGrp="1"/>
          </p:cNvSpPr>
          <p:nvPr/>
        </p:nvSpPr>
        <p:spPr>
          <a:xfrm xmlns:a="http://schemas.openxmlformats.org/drawingml/2006/main">
            <a:off x="76200" y="13906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667682"/>
                </a:solidFill>
                <a:latin typeface="Arial"/>
                <a:ea typeface="Arial"/>
                <a:cs typeface="Arial"/>
              </a:defRPr>
            </a:defPPr>
            <a:lvl1pPr algn="l">
              <a:defRPr sz="1350" b="0">
                <a:solidFill>
                  <a:srgbClr val="667682"/>
                </a:solidFill>
                <a:latin typeface="Arial"/>
                <a:ea typeface="Arial"/>
                <a:cs typeface="Arial"/>
              </a:defRPr>
            </a:lvl1pPr>
            <a:lvl2pPr algn="l">
              <a:defRPr sz="1350" b="0">
                <a:solidFill>
                  <a:srgbClr val="667682"/>
                </a:solidFill>
                <a:latin typeface="Arial"/>
                <a:ea typeface="Arial"/>
                <a:cs typeface="Arial"/>
              </a:defRPr>
            </a:lvl2pPr>
            <a:lvl3pPr algn="l">
              <a:defRPr sz="1350" b="0">
                <a:solidFill>
                  <a:srgbClr val="667682"/>
                </a:solidFill>
                <a:latin typeface="Arial"/>
                <a:ea typeface="Arial"/>
                <a:cs typeface="Arial"/>
              </a:defRPr>
            </a:lvl3pPr>
            <a:lvl4pPr algn="l">
              <a:defRPr sz="1350" b="0">
                <a:solidFill>
                  <a:srgbClr val="667682"/>
                </a:solidFill>
                <a:latin typeface="Arial"/>
                <a:ea typeface="Arial"/>
                <a:cs typeface="Arial"/>
              </a:defRPr>
            </a:lvl4pPr>
            <a:lvl5pPr algn="l">
              <a:defRPr sz="1350" b="0">
                <a:solidFill>
                  <a:srgbClr val="667682"/>
                </a:solidFill>
                <a:latin typeface="Arial"/>
                <a:ea typeface="Arial"/>
                <a:cs typeface="Arial"/>
              </a:defRPr>
            </a:lvl5pPr>
            <a:lvl6pPr algn="l">
              <a:defRPr sz="1350" b="0">
                <a:solidFill>
                  <a:srgbClr val="667682"/>
                </a:solidFill>
                <a:latin typeface="Arial"/>
                <a:ea typeface="Arial"/>
                <a:cs typeface="Arial"/>
              </a:defRPr>
            </a:lvl6pPr>
            <a:lvl7pPr algn="l">
              <a:defRPr sz="1350" b="0">
                <a:solidFill>
                  <a:srgbClr val="667682"/>
                </a:solidFill>
                <a:latin typeface="Arial"/>
                <a:ea typeface="Arial"/>
                <a:cs typeface="Arial"/>
              </a:defRPr>
            </a:lvl7pPr>
            <a:lvl8pPr algn="l">
              <a:defRPr sz="1350" b="0">
                <a:solidFill>
                  <a:srgbClr val="667682"/>
                </a:solidFill>
                <a:latin typeface="Arial"/>
                <a:ea typeface="Arial"/>
                <a:cs typeface="Arial"/>
              </a:defRPr>
            </a:lvl8pPr>
            <a:lvl9pPr algn="l">
              <a:defRPr sz="1350" b="0">
                <a:solidFill>
                  <a:srgbClr val="667682"/>
                </a:solidFill>
                <a:latin typeface="Arial"/>
                <a:ea typeface="Arial"/>
                <a:cs typeface="Arial"/>
              </a:defRPr>
            </a:lvl9pPr>
          </a:lstStyle>
          <a:p xmlns:a="http://schemas.openxmlformats.org/drawingml/2006/main">
            <a:pPr algn="l">
              <a:defRPr sz="1350" b="0">
                <a:solidFill>
                  <a:srgbClr val="667682"/>
                </a:solidFill>
                <a:latin typeface="Arial"/>
                <a:ea typeface="Arial"/>
                <a:cs typeface="Arial"/>
              </a:defRPr>
            </a:pPr>
            <a:r>
              <a:rPr sz="1350" b="0">
                <a:solidFill>
                  <a:srgbClr val="667682"/>
                </a:solidFill>
                <a:latin typeface="Arial"/>
                <a:ea typeface="Arial"/>
                <a:cs typeface="Arial"/>
              </a:rPr>
              <a:t>native rank</a:t>
            </a:r>
          </a:p>
        </p:txBody>
      </p:sp>
      <p:sp>
        <p:nvSpPr>
          <p:cNvPr id="7" name="0.4">
            <a:extLst xmlns:a="http://schemas.openxmlformats.org/drawingml/2006/main">
              <a:ext uri="{FF2B5EF4-FFF2-40B4-BE49-F238E27FC236}">
                <a16:creationId xmlns:a16="http://schemas.microsoft.com/office/drawing/2014/main" id="{1BB4F26E-B90B-4174-9041-8D3966F52ACB}"/>
              </a:ext>
            </a:extLst>
          </p:cNvPr>
          <p:cNvSpPr>
            <a:spLocks xmlns:a="http://schemas.openxmlformats.org/drawingml/2006/main" noGrp="1"/>
          </p:cNvSpPr>
          <p:nvPr/>
        </p:nvSpPr>
        <p:spPr>
          <a:xfrm xmlns:a="http://schemas.openxmlformats.org/drawingml/2006/main">
            <a:off x="866775" y="1695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0.4</a:t>
            </a:r>
          </a:p>
        </p:txBody>
      </p:sp>
      <p:sp>
        <p:nvSpPr>
          <p:cNvPr id="8" name="0.6">
            <a:extLst xmlns:a="http://schemas.openxmlformats.org/drawingml/2006/main">
              <a:ext uri="{FF2B5EF4-FFF2-40B4-BE49-F238E27FC236}">
                <a16:creationId xmlns:a16="http://schemas.microsoft.com/office/drawing/2014/main" id="{DC1C75AD-7C35-44BA-A987-B108B8CBF611}"/>
              </a:ext>
            </a:extLst>
          </p:cNvPr>
          <p:cNvSpPr>
            <a:spLocks xmlns:a="http://schemas.openxmlformats.org/drawingml/2006/main" noGrp="1"/>
          </p:cNvSpPr>
          <p:nvPr/>
        </p:nvSpPr>
        <p:spPr>
          <a:xfrm xmlns:a="http://schemas.openxmlformats.org/drawingml/2006/main">
            <a:off x="866775" y="742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0.6</a:t>
            </a:r>
          </a:p>
        </p:txBody>
      </p:sp>
      <p:sp>
        <p:nvSpPr>
          <p:cNvPr id="9" name="source snapshot guide f0">
            <a:extLst xmlns:a="http://schemas.openxmlformats.org/drawingml/2006/main">
              <a:ext uri="{FF2B5EF4-FFF2-40B4-BE49-F238E27FC236}">
                <a16:creationId xmlns:a16="http://schemas.microsoft.com/office/drawing/2014/main" id="{140E30DA-F397-4428-8CF4-B432C0CA5820}"/>
              </a:ext>
            </a:extLst>
          </p:cNvPr>
          <p:cNvSpPr>
            <a:spLocks xmlns:a="http://schemas.openxmlformats.org/drawingml/2006/main" noGrp="1"/>
          </p:cNvSpPr>
          <p:nvPr/>
        </p:nvSpPr>
        <p:spPr>
          <a:xfrm xmlns:a="http://schemas.openxmlformats.org/drawingml/2006/main">
            <a:off x="1356720"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10" name="source snapshot guide f25">
            <a:extLst xmlns:a="http://schemas.openxmlformats.org/drawingml/2006/main">
              <a:ext uri="{FF2B5EF4-FFF2-40B4-BE49-F238E27FC236}">
                <a16:creationId xmlns:a16="http://schemas.microsoft.com/office/drawing/2014/main" id="{5B827786-3DF2-43AE-9F23-55D61F3C6D42}"/>
              </a:ext>
            </a:extLst>
          </p:cNvPr>
          <p:cNvSpPr>
            <a:spLocks xmlns:a="http://schemas.openxmlformats.org/drawingml/2006/main" noGrp="1"/>
          </p:cNvSpPr>
          <p:nvPr/>
        </p:nvSpPr>
        <p:spPr>
          <a:xfrm xmlns:a="http://schemas.openxmlformats.org/drawingml/2006/main">
            <a:off x="2517728"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11" name="source snapshot guide f100">
            <a:extLst xmlns:a="http://schemas.openxmlformats.org/drawingml/2006/main">
              <a:ext uri="{FF2B5EF4-FFF2-40B4-BE49-F238E27FC236}">
                <a16:creationId xmlns:a16="http://schemas.microsoft.com/office/drawing/2014/main" id="{EE50E48E-F6EB-4A12-97AD-4576320537AB}"/>
              </a:ext>
            </a:extLst>
          </p:cNvPr>
          <p:cNvSpPr>
            <a:spLocks xmlns:a="http://schemas.openxmlformats.org/drawingml/2006/main" noGrp="1"/>
          </p:cNvSpPr>
          <p:nvPr/>
        </p:nvSpPr>
        <p:spPr>
          <a:xfrm xmlns:a="http://schemas.openxmlformats.org/drawingml/2006/main">
            <a:off x="6000750"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12" name="source snapshot guide f145">
            <a:extLst xmlns:a="http://schemas.openxmlformats.org/drawingml/2006/main">
              <a:ext uri="{FF2B5EF4-FFF2-40B4-BE49-F238E27FC236}">
                <a16:creationId xmlns:a16="http://schemas.microsoft.com/office/drawing/2014/main" id="{FE9577B1-7975-4437-85C0-8C5DB2FF9A5C}"/>
              </a:ext>
            </a:extLst>
          </p:cNvPr>
          <p:cNvSpPr>
            <a:spLocks xmlns:a="http://schemas.openxmlformats.org/drawingml/2006/main" noGrp="1"/>
          </p:cNvSpPr>
          <p:nvPr/>
        </p:nvSpPr>
        <p:spPr>
          <a:xfrm xmlns:a="http://schemas.openxmlformats.org/drawingml/2006/main">
            <a:off x="8090563"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13" name="source snapshot guide f200">
            <a:extLst xmlns:a="http://schemas.openxmlformats.org/drawingml/2006/main">
              <a:ext uri="{FF2B5EF4-FFF2-40B4-BE49-F238E27FC236}">
                <a16:creationId xmlns:a16="http://schemas.microsoft.com/office/drawing/2014/main" id="{3D46FA3F-F0E1-4FA5-A1A9-CFDAF3ABCD81}"/>
              </a:ext>
            </a:extLst>
          </p:cNvPr>
          <p:cNvSpPr>
            <a:spLocks xmlns:a="http://schemas.openxmlformats.org/drawingml/2006/main" noGrp="1"/>
          </p:cNvSpPr>
          <p:nvPr/>
        </p:nvSpPr>
        <p:spPr>
          <a:xfrm xmlns:a="http://schemas.openxmlformats.org/drawingml/2006/main">
            <a:off x="10644780"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14" name="local window 135 to 145">
            <a:extLst xmlns:a="http://schemas.openxmlformats.org/drawingml/2006/main">
              <a:ext uri="{FF2B5EF4-FFF2-40B4-BE49-F238E27FC236}">
                <a16:creationId xmlns:a16="http://schemas.microsoft.com/office/drawing/2014/main" id="{E83A97E0-AAF9-4DF8-9F20-52EF23751B38}"/>
              </a:ext>
            </a:extLst>
          </p:cNvPr>
          <p:cNvSpPr>
            <a:spLocks xmlns:a="http://schemas.openxmlformats.org/drawingml/2006/main" noGrp="1"/>
          </p:cNvSpPr>
          <p:nvPr/>
        </p:nvSpPr>
        <p:spPr>
          <a:xfrm xmlns:a="http://schemas.openxmlformats.org/drawingml/2006/main">
            <a:off x="7602940" y="857250"/>
            <a:ext cx="510843" cy="952500"/>
          </a:xfrm>
          <a:prstGeom xmlns:a="http://schemas.openxmlformats.org/drawingml/2006/main" prst="rect">
            <a:avLst/>
          </a:prstGeom>
          <a:noFill xmlns:a="http://schemas.openxmlformats.org/drawingml/2006/main"/>
          <a:ln xmlns:a="http://schemas.openxmlformats.org/drawingml/2006/main" w="10478">
            <a:solidFill>
              <a:srgbClr val="263238"/>
            </a:solidFill>
            <a:prstDash val="solid"/>
          </a:ln>
        </p:spPr>
      </p:sp>
      <p:sp>
        <p:nvSpPr>
          <p:cNvPr id="15" name="selected frame 140">
            <a:extLst xmlns:a="http://schemas.openxmlformats.org/drawingml/2006/main">
              <a:ext uri="{FF2B5EF4-FFF2-40B4-BE49-F238E27FC236}">
                <a16:creationId xmlns:a16="http://schemas.microsoft.com/office/drawing/2014/main" id="{05D96361-5CF2-43B9-A356-2A51EDC5674E}"/>
              </a:ext>
            </a:extLst>
          </p:cNvPr>
          <p:cNvSpPr>
            <a:spLocks xmlns:a="http://schemas.openxmlformats.org/drawingml/2006/main" noGrp="1"/>
          </p:cNvSpPr>
          <p:nvPr/>
        </p:nvSpPr>
        <p:spPr>
          <a:xfrm xmlns:a="http://schemas.openxmlformats.org/drawingml/2006/main">
            <a:off x="7858362" y="8572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11430">
            <a:solidFill>
              <a:srgbClr val="263238"/>
            </a:solidFill>
            <a:prstDash val="dash"/>
          </a:ln>
        </p:spPr>
      </p:sp>
      <p:pic>
        <p:nvPicPr>
          <p:cNvPr id="16" name="">
            <a:extLst xmlns:a="http://schemas.openxmlformats.org/drawingml/2006/main">
              <a:ext uri="{FF2B5EF4-FFF2-40B4-BE49-F238E27FC236}">
                <a16:creationId xmlns:a16="http://schemas.microsoft.com/office/drawing/2014/main" id="{FE41F25C-576D-4454-BC31-1E176D7781C1}"/>
              </a:ext>
            </a:extLst>
          </p:cNvPr>
          <p:cNvPicPr>
            <a:picLocks xmlns:a="http://schemas.openxmlformats.org/drawingml/2006/main" noChangeAspect="1"/>
          </p:cNvPicPr>
          <p:nvPr/>
        </p:nvPicPr>
        <p:blipFill>
          <a:blip xmlns:r="http://schemas.openxmlformats.org/officeDocument/2006/relationships" xmlns:a="http://schemas.openxmlformats.org/drawingml/2006/main" r:embed="R32d875efd24b419b"/>
          <a:stretch xmlns:a="http://schemas.openxmlformats.org/drawingml/2006/main"/>
        </p:blipFill>
        <p:spPr>
          <a:xfrm xmlns:a="http://schemas.openxmlformats.org/drawingml/2006/main">
            <a:off x="1337867" y="2095500"/>
            <a:ext cx="9325766" cy="952500"/>
          </a:xfrm>
          <a:prstGeom xmlns:a="http://schemas.openxmlformats.org/drawingml/2006/main" prst="rect">
            <a:avLst/>
          </a:prstGeom>
        </p:spPr>
      </p:pic>
      <p:sp>
        <p:nvSpPr>
          <p:cNvPr id="17" name="frame">
            <a:extLst xmlns:a="http://schemas.openxmlformats.org/drawingml/2006/main">
              <a:ext uri="{FF2B5EF4-FFF2-40B4-BE49-F238E27FC236}">
                <a16:creationId xmlns:a16="http://schemas.microsoft.com/office/drawing/2014/main" id="{3ED97914-D3EA-487B-9802-93BC3F72A556}"/>
              </a:ext>
            </a:extLst>
          </p:cNvPr>
          <p:cNvSpPr>
            <a:spLocks xmlns:a="http://schemas.openxmlformats.org/drawingml/2006/main" noGrp="1"/>
          </p:cNvSpPr>
          <p:nvPr/>
        </p:nvSpPr>
        <p:spPr>
          <a:xfrm xmlns:a="http://schemas.openxmlformats.org/drawingml/2006/main">
            <a:off x="1333500" y="2095500"/>
            <a:ext cx="9334500" cy="952500"/>
          </a:xfrm>
          <a:prstGeom xmlns:a="http://schemas.openxmlformats.org/drawingml/2006/main" prst="rect">
            <a:avLst/>
          </a:prstGeom>
          <a:noFill xmlns:a="http://schemas.openxmlformats.org/drawingml/2006/main"/>
          <a:ln xmlns:a="http://schemas.openxmlformats.org/drawingml/2006/main" w="7620">
            <a:solidFill>
              <a:srgbClr val="D5DDE2"/>
            </a:solidFill>
            <a:prstDash val="solid"/>
          </a:ln>
        </p:spPr>
      </p:sp>
      <p:sp>
        <p:nvSpPr>
          <p:cNvPr id="18" name="RG-P">
            <a:extLst xmlns:a="http://schemas.openxmlformats.org/drawingml/2006/main">
              <a:ext uri="{FF2B5EF4-FFF2-40B4-BE49-F238E27FC236}">
                <a16:creationId xmlns:a16="http://schemas.microsoft.com/office/drawing/2014/main" id="{9BCB068D-C0A0-4F36-BAFD-2202649C0A8D}"/>
              </a:ext>
            </a:extLst>
          </p:cNvPr>
          <p:cNvSpPr>
            <a:spLocks xmlns:a="http://schemas.openxmlformats.org/drawingml/2006/main" noGrp="1"/>
          </p:cNvSpPr>
          <p:nvPr/>
        </p:nvSpPr>
        <p:spPr>
          <a:xfrm xmlns:a="http://schemas.openxmlformats.org/drawingml/2006/main">
            <a:off x="76200" y="2286000"/>
            <a:ext cx="1181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63238"/>
                </a:solidFill>
                <a:latin typeface="Arial"/>
                <a:ea typeface="Arial"/>
                <a:cs typeface="Arial"/>
              </a:defRPr>
            </a:defPPr>
            <a:lvl1pPr algn="l">
              <a:defRPr sz="1800" b="1">
                <a:solidFill>
                  <a:srgbClr val="263238"/>
                </a:solidFill>
                <a:latin typeface="Arial"/>
                <a:ea typeface="Arial"/>
                <a:cs typeface="Arial"/>
              </a:defRPr>
            </a:lvl1pPr>
            <a:lvl2pPr algn="l">
              <a:defRPr sz="1800" b="1">
                <a:solidFill>
                  <a:srgbClr val="263238"/>
                </a:solidFill>
                <a:latin typeface="Arial"/>
                <a:ea typeface="Arial"/>
                <a:cs typeface="Arial"/>
              </a:defRPr>
            </a:lvl2pPr>
            <a:lvl3pPr algn="l">
              <a:defRPr sz="1800" b="1">
                <a:solidFill>
                  <a:srgbClr val="263238"/>
                </a:solidFill>
                <a:latin typeface="Arial"/>
                <a:ea typeface="Arial"/>
                <a:cs typeface="Arial"/>
              </a:defRPr>
            </a:lvl3pPr>
            <a:lvl4pPr algn="l">
              <a:defRPr sz="1800" b="1">
                <a:solidFill>
                  <a:srgbClr val="263238"/>
                </a:solidFill>
                <a:latin typeface="Arial"/>
                <a:ea typeface="Arial"/>
                <a:cs typeface="Arial"/>
              </a:defRPr>
            </a:lvl4pPr>
            <a:lvl5pPr algn="l">
              <a:defRPr sz="1800" b="1">
                <a:solidFill>
                  <a:srgbClr val="263238"/>
                </a:solidFill>
                <a:latin typeface="Arial"/>
                <a:ea typeface="Arial"/>
                <a:cs typeface="Arial"/>
              </a:defRPr>
            </a:lvl5pPr>
            <a:lvl6pPr algn="l">
              <a:defRPr sz="1800" b="1">
                <a:solidFill>
                  <a:srgbClr val="263238"/>
                </a:solidFill>
                <a:latin typeface="Arial"/>
                <a:ea typeface="Arial"/>
                <a:cs typeface="Arial"/>
              </a:defRPr>
            </a:lvl6pPr>
            <a:lvl7pPr algn="l">
              <a:defRPr sz="1800" b="1">
                <a:solidFill>
                  <a:srgbClr val="263238"/>
                </a:solidFill>
                <a:latin typeface="Arial"/>
                <a:ea typeface="Arial"/>
                <a:cs typeface="Arial"/>
              </a:defRPr>
            </a:lvl7pPr>
            <a:lvl8pPr algn="l">
              <a:defRPr sz="1800" b="1">
                <a:solidFill>
                  <a:srgbClr val="263238"/>
                </a:solidFill>
                <a:latin typeface="Arial"/>
                <a:ea typeface="Arial"/>
                <a:cs typeface="Arial"/>
              </a:defRPr>
            </a:lvl8pPr>
            <a:lvl9pPr algn="l">
              <a:defRPr sz="1800" b="1">
                <a:solidFill>
                  <a:srgbClr val="263238"/>
                </a:solidFill>
                <a:latin typeface="Arial"/>
                <a:ea typeface="Arial"/>
                <a:cs typeface="Arial"/>
              </a:defRPr>
            </a:lvl9pPr>
          </a:lstStyle>
          <a:p xmlns:a="http://schemas.openxmlformats.org/drawingml/2006/main">
            <a:pPr algn="l">
              <a:defRPr sz="1800" b="1">
                <a:solidFill>
                  <a:srgbClr val="263238"/>
                </a:solidFill>
                <a:latin typeface="Arial"/>
                <a:ea typeface="Arial"/>
                <a:cs typeface="Arial"/>
              </a:defRPr>
            </a:pPr>
            <a:r>
              <a:rPr sz="1800" b="1">
                <a:solidFill>
                  <a:srgbClr val="263238"/>
                </a:solidFill>
                <a:latin typeface="Arial"/>
                <a:ea typeface="Arial"/>
                <a:cs typeface="Arial"/>
              </a:rPr>
              <a:t>RG-P</a:t>
            </a:r>
          </a:p>
        </p:txBody>
      </p:sp>
      <p:sp>
        <p:nvSpPr>
          <p:cNvPr id="19" name="fixed d axis">
            <a:extLst xmlns:a="http://schemas.openxmlformats.org/drawingml/2006/main">
              <a:ext uri="{FF2B5EF4-FFF2-40B4-BE49-F238E27FC236}">
                <a16:creationId xmlns:a16="http://schemas.microsoft.com/office/drawing/2014/main" id="{B273D753-EDAC-45FB-8456-B407FA40A5E3}"/>
              </a:ext>
            </a:extLst>
          </p:cNvPr>
          <p:cNvSpPr>
            <a:spLocks xmlns:a="http://schemas.openxmlformats.org/drawingml/2006/main" noGrp="1"/>
          </p:cNvSpPr>
          <p:nvPr/>
        </p:nvSpPr>
        <p:spPr>
          <a:xfrm xmlns:a="http://schemas.openxmlformats.org/drawingml/2006/main">
            <a:off x="76200" y="262890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667682"/>
                </a:solidFill>
                <a:latin typeface="Arial"/>
                <a:ea typeface="Arial"/>
                <a:cs typeface="Arial"/>
              </a:defRPr>
            </a:defPPr>
            <a:lvl1pPr algn="l">
              <a:defRPr sz="1350" b="0">
                <a:solidFill>
                  <a:srgbClr val="667682"/>
                </a:solidFill>
                <a:latin typeface="Arial"/>
                <a:ea typeface="Arial"/>
                <a:cs typeface="Arial"/>
              </a:defRPr>
            </a:lvl1pPr>
            <a:lvl2pPr algn="l">
              <a:defRPr sz="1350" b="0">
                <a:solidFill>
                  <a:srgbClr val="667682"/>
                </a:solidFill>
                <a:latin typeface="Arial"/>
                <a:ea typeface="Arial"/>
                <a:cs typeface="Arial"/>
              </a:defRPr>
            </a:lvl2pPr>
            <a:lvl3pPr algn="l">
              <a:defRPr sz="1350" b="0">
                <a:solidFill>
                  <a:srgbClr val="667682"/>
                </a:solidFill>
                <a:latin typeface="Arial"/>
                <a:ea typeface="Arial"/>
                <a:cs typeface="Arial"/>
              </a:defRPr>
            </a:lvl3pPr>
            <a:lvl4pPr algn="l">
              <a:defRPr sz="1350" b="0">
                <a:solidFill>
                  <a:srgbClr val="667682"/>
                </a:solidFill>
                <a:latin typeface="Arial"/>
                <a:ea typeface="Arial"/>
                <a:cs typeface="Arial"/>
              </a:defRPr>
            </a:lvl4pPr>
            <a:lvl5pPr algn="l">
              <a:defRPr sz="1350" b="0">
                <a:solidFill>
                  <a:srgbClr val="667682"/>
                </a:solidFill>
                <a:latin typeface="Arial"/>
                <a:ea typeface="Arial"/>
                <a:cs typeface="Arial"/>
              </a:defRPr>
            </a:lvl5pPr>
            <a:lvl6pPr algn="l">
              <a:defRPr sz="1350" b="0">
                <a:solidFill>
                  <a:srgbClr val="667682"/>
                </a:solidFill>
                <a:latin typeface="Arial"/>
                <a:ea typeface="Arial"/>
                <a:cs typeface="Arial"/>
              </a:defRPr>
            </a:lvl6pPr>
            <a:lvl7pPr algn="l">
              <a:defRPr sz="1350" b="0">
                <a:solidFill>
                  <a:srgbClr val="667682"/>
                </a:solidFill>
                <a:latin typeface="Arial"/>
                <a:ea typeface="Arial"/>
                <a:cs typeface="Arial"/>
              </a:defRPr>
            </a:lvl7pPr>
            <a:lvl8pPr algn="l">
              <a:defRPr sz="1350" b="0">
                <a:solidFill>
                  <a:srgbClr val="667682"/>
                </a:solidFill>
                <a:latin typeface="Arial"/>
                <a:ea typeface="Arial"/>
                <a:cs typeface="Arial"/>
              </a:defRPr>
            </a:lvl8pPr>
            <a:lvl9pPr algn="l">
              <a:defRPr sz="1350" b="0">
                <a:solidFill>
                  <a:srgbClr val="667682"/>
                </a:solidFill>
                <a:latin typeface="Arial"/>
                <a:ea typeface="Arial"/>
                <a:cs typeface="Arial"/>
              </a:defRPr>
            </a:lvl9pPr>
          </a:lstStyle>
          <a:p xmlns:a="http://schemas.openxmlformats.org/drawingml/2006/main">
            <a:pPr algn="l">
              <a:defRPr sz="1350" b="0">
                <a:solidFill>
                  <a:srgbClr val="667682"/>
                </a:solidFill>
                <a:latin typeface="Arial"/>
                <a:ea typeface="Arial"/>
                <a:cs typeface="Arial"/>
              </a:defRPr>
            </a:pPr>
            <a:r>
              <a:rPr sz="1350" b="0">
                <a:solidFill>
                  <a:srgbClr val="667682"/>
                </a:solidFill>
                <a:latin typeface="Arial"/>
                <a:ea typeface="Arial"/>
                <a:cs typeface="Arial"/>
              </a:rPr>
              <a:t>fixed d axis</a:t>
            </a:r>
          </a:p>
        </p:txBody>
      </p:sp>
      <p:sp>
        <p:nvSpPr>
          <p:cNvPr id="20" name="0">
            <a:extLst xmlns:a="http://schemas.openxmlformats.org/drawingml/2006/main">
              <a:ext uri="{FF2B5EF4-FFF2-40B4-BE49-F238E27FC236}">
                <a16:creationId xmlns:a16="http://schemas.microsoft.com/office/drawing/2014/main" id="{545A3A1B-2DE3-4988-8D25-0099F8B65A64}"/>
              </a:ext>
            </a:extLst>
          </p:cNvPr>
          <p:cNvSpPr>
            <a:spLocks xmlns:a="http://schemas.openxmlformats.org/drawingml/2006/main" noGrp="1"/>
          </p:cNvSpPr>
          <p:nvPr/>
        </p:nvSpPr>
        <p:spPr>
          <a:xfrm xmlns:a="http://schemas.openxmlformats.org/drawingml/2006/main">
            <a:off x="866775" y="29337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0</a:t>
            </a:r>
          </a:p>
        </p:txBody>
      </p:sp>
      <p:sp>
        <p:nvSpPr>
          <p:cNvPr id="21" name="1">
            <a:extLst xmlns:a="http://schemas.openxmlformats.org/drawingml/2006/main">
              <a:ext uri="{FF2B5EF4-FFF2-40B4-BE49-F238E27FC236}">
                <a16:creationId xmlns:a16="http://schemas.microsoft.com/office/drawing/2014/main" id="{61598773-3AF0-491F-8544-A7A7A769E4DD}"/>
              </a:ext>
            </a:extLst>
          </p:cNvPr>
          <p:cNvSpPr>
            <a:spLocks xmlns:a="http://schemas.openxmlformats.org/drawingml/2006/main" noGrp="1"/>
          </p:cNvSpPr>
          <p:nvPr/>
        </p:nvSpPr>
        <p:spPr>
          <a:xfrm xmlns:a="http://schemas.openxmlformats.org/drawingml/2006/main">
            <a:off x="866775" y="19812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1</a:t>
            </a:r>
          </a:p>
        </p:txBody>
      </p:sp>
      <p:sp>
        <p:nvSpPr>
          <p:cNvPr id="22" name="source snapshot guide f0">
            <a:extLst xmlns:a="http://schemas.openxmlformats.org/drawingml/2006/main">
              <a:ext uri="{FF2B5EF4-FFF2-40B4-BE49-F238E27FC236}">
                <a16:creationId xmlns:a16="http://schemas.microsoft.com/office/drawing/2014/main" id="{A035EAAB-4731-428C-B84B-BC566EFE71E6}"/>
              </a:ext>
            </a:extLst>
          </p:cNvPr>
          <p:cNvSpPr>
            <a:spLocks xmlns:a="http://schemas.openxmlformats.org/drawingml/2006/main" noGrp="1"/>
          </p:cNvSpPr>
          <p:nvPr/>
        </p:nvSpPr>
        <p:spPr>
          <a:xfrm xmlns:a="http://schemas.openxmlformats.org/drawingml/2006/main">
            <a:off x="1356720"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23" name="source snapshot guide f25">
            <a:extLst xmlns:a="http://schemas.openxmlformats.org/drawingml/2006/main">
              <a:ext uri="{FF2B5EF4-FFF2-40B4-BE49-F238E27FC236}">
                <a16:creationId xmlns:a16="http://schemas.microsoft.com/office/drawing/2014/main" id="{8F30AD6D-FA3B-4651-8387-E4052A5327B2}"/>
              </a:ext>
            </a:extLst>
          </p:cNvPr>
          <p:cNvSpPr>
            <a:spLocks xmlns:a="http://schemas.openxmlformats.org/drawingml/2006/main" noGrp="1"/>
          </p:cNvSpPr>
          <p:nvPr/>
        </p:nvSpPr>
        <p:spPr>
          <a:xfrm xmlns:a="http://schemas.openxmlformats.org/drawingml/2006/main">
            <a:off x="2517728"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24" name="source snapshot guide f100">
            <a:extLst xmlns:a="http://schemas.openxmlformats.org/drawingml/2006/main">
              <a:ext uri="{FF2B5EF4-FFF2-40B4-BE49-F238E27FC236}">
                <a16:creationId xmlns:a16="http://schemas.microsoft.com/office/drawing/2014/main" id="{DEECC3D0-36B4-4990-BAA1-625358A6B1CF}"/>
              </a:ext>
            </a:extLst>
          </p:cNvPr>
          <p:cNvSpPr>
            <a:spLocks xmlns:a="http://schemas.openxmlformats.org/drawingml/2006/main" noGrp="1"/>
          </p:cNvSpPr>
          <p:nvPr/>
        </p:nvSpPr>
        <p:spPr>
          <a:xfrm xmlns:a="http://schemas.openxmlformats.org/drawingml/2006/main">
            <a:off x="6000750"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25" name="source snapshot guide f145">
            <a:extLst xmlns:a="http://schemas.openxmlformats.org/drawingml/2006/main">
              <a:ext uri="{FF2B5EF4-FFF2-40B4-BE49-F238E27FC236}">
                <a16:creationId xmlns:a16="http://schemas.microsoft.com/office/drawing/2014/main" id="{D419F8CB-72F2-434C-A4AF-1563052FBCF5}"/>
              </a:ext>
            </a:extLst>
          </p:cNvPr>
          <p:cNvSpPr>
            <a:spLocks xmlns:a="http://schemas.openxmlformats.org/drawingml/2006/main" noGrp="1"/>
          </p:cNvSpPr>
          <p:nvPr/>
        </p:nvSpPr>
        <p:spPr>
          <a:xfrm xmlns:a="http://schemas.openxmlformats.org/drawingml/2006/main">
            <a:off x="8090563"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26" name="source snapshot guide f200">
            <a:extLst xmlns:a="http://schemas.openxmlformats.org/drawingml/2006/main">
              <a:ext uri="{FF2B5EF4-FFF2-40B4-BE49-F238E27FC236}">
                <a16:creationId xmlns:a16="http://schemas.microsoft.com/office/drawing/2014/main" id="{10C20E9A-8CE3-4C9B-915A-662791EFB497}"/>
              </a:ext>
            </a:extLst>
          </p:cNvPr>
          <p:cNvSpPr>
            <a:spLocks xmlns:a="http://schemas.openxmlformats.org/drawingml/2006/main" noGrp="1"/>
          </p:cNvSpPr>
          <p:nvPr/>
        </p:nvSpPr>
        <p:spPr>
          <a:xfrm xmlns:a="http://schemas.openxmlformats.org/drawingml/2006/main">
            <a:off x="10644780"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27" name="local window 135 to 145">
            <a:extLst xmlns:a="http://schemas.openxmlformats.org/drawingml/2006/main">
              <a:ext uri="{FF2B5EF4-FFF2-40B4-BE49-F238E27FC236}">
                <a16:creationId xmlns:a16="http://schemas.microsoft.com/office/drawing/2014/main" id="{8B3641A5-B4FF-479B-B792-66247868B9CB}"/>
              </a:ext>
            </a:extLst>
          </p:cNvPr>
          <p:cNvSpPr>
            <a:spLocks xmlns:a="http://schemas.openxmlformats.org/drawingml/2006/main" noGrp="1"/>
          </p:cNvSpPr>
          <p:nvPr/>
        </p:nvSpPr>
        <p:spPr>
          <a:xfrm xmlns:a="http://schemas.openxmlformats.org/drawingml/2006/main">
            <a:off x="7602940" y="2095500"/>
            <a:ext cx="510843" cy="952500"/>
          </a:xfrm>
          <a:prstGeom xmlns:a="http://schemas.openxmlformats.org/drawingml/2006/main" prst="rect">
            <a:avLst/>
          </a:prstGeom>
          <a:noFill xmlns:a="http://schemas.openxmlformats.org/drawingml/2006/main"/>
          <a:ln xmlns:a="http://schemas.openxmlformats.org/drawingml/2006/main" w="10478">
            <a:solidFill>
              <a:srgbClr val="263238"/>
            </a:solidFill>
            <a:prstDash val="solid"/>
          </a:ln>
        </p:spPr>
      </p:sp>
      <p:sp>
        <p:nvSpPr>
          <p:cNvPr id="28" name="selected frame 140">
            <a:extLst xmlns:a="http://schemas.openxmlformats.org/drawingml/2006/main">
              <a:ext uri="{FF2B5EF4-FFF2-40B4-BE49-F238E27FC236}">
                <a16:creationId xmlns:a16="http://schemas.microsoft.com/office/drawing/2014/main" id="{0F18801D-0A01-4278-AE7E-E835FFC10B43}"/>
              </a:ext>
            </a:extLst>
          </p:cNvPr>
          <p:cNvSpPr>
            <a:spLocks xmlns:a="http://schemas.openxmlformats.org/drawingml/2006/main" noGrp="1"/>
          </p:cNvSpPr>
          <p:nvPr/>
        </p:nvSpPr>
        <p:spPr>
          <a:xfrm xmlns:a="http://schemas.openxmlformats.org/drawingml/2006/main">
            <a:off x="7858362" y="209550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11430">
            <a:solidFill>
              <a:srgbClr val="263238"/>
            </a:solidFill>
            <a:prstDash val="dash"/>
          </a:ln>
        </p:spPr>
      </p:sp>
      <p:pic>
        <p:nvPicPr>
          <p:cNvPr id="29" name="">
            <a:extLst xmlns:a="http://schemas.openxmlformats.org/drawingml/2006/main">
              <a:ext uri="{FF2B5EF4-FFF2-40B4-BE49-F238E27FC236}">
                <a16:creationId xmlns:a16="http://schemas.microsoft.com/office/drawing/2014/main" id="{707CB33E-AD32-4AB1-866A-9C1A90A640E4}"/>
              </a:ext>
            </a:extLst>
          </p:cNvPr>
          <p:cNvPicPr>
            <a:picLocks xmlns:a="http://schemas.openxmlformats.org/drawingml/2006/main" noChangeAspect="1"/>
          </p:cNvPicPr>
          <p:nvPr/>
        </p:nvPicPr>
        <p:blipFill>
          <a:blip xmlns:r="http://schemas.openxmlformats.org/officeDocument/2006/relationships" xmlns:a="http://schemas.openxmlformats.org/drawingml/2006/main" r:embed="R3296d762ff3e4814"/>
          <a:stretch xmlns:a="http://schemas.openxmlformats.org/drawingml/2006/main"/>
        </p:blipFill>
        <p:spPr>
          <a:xfrm xmlns:a="http://schemas.openxmlformats.org/drawingml/2006/main">
            <a:off x="1337867" y="3333750"/>
            <a:ext cx="9325766" cy="952500"/>
          </a:xfrm>
          <a:prstGeom xmlns:a="http://schemas.openxmlformats.org/drawingml/2006/main" prst="rect">
            <a:avLst/>
          </a:prstGeom>
        </p:spPr>
      </p:pic>
      <p:sp>
        <p:nvSpPr>
          <p:cNvPr id="30" name="frame">
            <a:extLst xmlns:a="http://schemas.openxmlformats.org/drawingml/2006/main">
              <a:ext uri="{FF2B5EF4-FFF2-40B4-BE49-F238E27FC236}">
                <a16:creationId xmlns:a16="http://schemas.microsoft.com/office/drawing/2014/main" id="{329D6E11-D54A-475A-A3BF-B44096B83DAD}"/>
              </a:ext>
            </a:extLst>
          </p:cNvPr>
          <p:cNvSpPr>
            <a:spLocks xmlns:a="http://schemas.openxmlformats.org/drawingml/2006/main" noGrp="1"/>
          </p:cNvSpPr>
          <p:nvPr/>
        </p:nvSpPr>
        <p:spPr>
          <a:xfrm xmlns:a="http://schemas.openxmlformats.org/drawingml/2006/main">
            <a:off x="1333500" y="3333750"/>
            <a:ext cx="9334500" cy="952500"/>
          </a:xfrm>
          <a:prstGeom xmlns:a="http://schemas.openxmlformats.org/drawingml/2006/main" prst="rect">
            <a:avLst/>
          </a:prstGeom>
          <a:noFill xmlns:a="http://schemas.openxmlformats.org/drawingml/2006/main"/>
          <a:ln xmlns:a="http://schemas.openxmlformats.org/drawingml/2006/main" w="7620">
            <a:solidFill>
              <a:srgbClr val="D5DDE2"/>
            </a:solidFill>
            <a:prstDash val="solid"/>
          </a:ln>
        </p:spPr>
      </p:sp>
      <p:sp>
        <p:nvSpPr>
          <p:cNvPr id="31" name="RG-R20">
            <a:extLst xmlns:a="http://schemas.openxmlformats.org/drawingml/2006/main">
              <a:ext uri="{FF2B5EF4-FFF2-40B4-BE49-F238E27FC236}">
                <a16:creationId xmlns:a16="http://schemas.microsoft.com/office/drawing/2014/main" id="{8E210E12-D5B0-44BA-BD94-F5DE5C0CA6AC}"/>
              </a:ext>
            </a:extLst>
          </p:cNvPr>
          <p:cNvSpPr>
            <a:spLocks xmlns:a="http://schemas.openxmlformats.org/drawingml/2006/main" noGrp="1"/>
          </p:cNvSpPr>
          <p:nvPr/>
        </p:nvSpPr>
        <p:spPr>
          <a:xfrm xmlns:a="http://schemas.openxmlformats.org/drawingml/2006/main">
            <a:off x="76200" y="3524250"/>
            <a:ext cx="1181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63238"/>
                </a:solidFill>
                <a:latin typeface="Arial"/>
                <a:ea typeface="Arial"/>
                <a:cs typeface="Arial"/>
              </a:defRPr>
            </a:defPPr>
            <a:lvl1pPr algn="l">
              <a:defRPr sz="1800" b="1">
                <a:solidFill>
                  <a:srgbClr val="263238"/>
                </a:solidFill>
                <a:latin typeface="Arial"/>
                <a:ea typeface="Arial"/>
                <a:cs typeface="Arial"/>
              </a:defRPr>
            </a:lvl1pPr>
            <a:lvl2pPr algn="l">
              <a:defRPr sz="1800" b="1">
                <a:solidFill>
                  <a:srgbClr val="263238"/>
                </a:solidFill>
                <a:latin typeface="Arial"/>
                <a:ea typeface="Arial"/>
                <a:cs typeface="Arial"/>
              </a:defRPr>
            </a:lvl2pPr>
            <a:lvl3pPr algn="l">
              <a:defRPr sz="1800" b="1">
                <a:solidFill>
                  <a:srgbClr val="263238"/>
                </a:solidFill>
                <a:latin typeface="Arial"/>
                <a:ea typeface="Arial"/>
                <a:cs typeface="Arial"/>
              </a:defRPr>
            </a:lvl3pPr>
            <a:lvl4pPr algn="l">
              <a:defRPr sz="1800" b="1">
                <a:solidFill>
                  <a:srgbClr val="263238"/>
                </a:solidFill>
                <a:latin typeface="Arial"/>
                <a:ea typeface="Arial"/>
                <a:cs typeface="Arial"/>
              </a:defRPr>
            </a:lvl4pPr>
            <a:lvl5pPr algn="l">
              <a:defRPr sz="1800" b="1">
                <a:solidFill>
                  <a:srgbClr val="263238"/>
                </a:solidFill>
                <a:latin typeface="Arial"/>
                <a:ea typeface="Arial"/>
                <a:cs typeface="Arial"/>
              </a:defRPr>
            </a:lvl5pPr>
            <a:lvl6pPr algn="l">
              <a:defRPr sz="1800" b="1">
                <a:solidFill>
                  <a:srgbClr val="263238"/>
                </a:solidFill>
                <a:latin typeface="Arial"/>
                <a:ea typeface="Arial"/>
                <a:cs typeface="Arial"/>
              </a:defRPr>
            </a:lvl6pPr>
            <a:lvl7pPr algn="l">
              <a:defRPr sz="1800" b="1">
                <a:solidFill>
                  <a:srgbClr val="263238"/>
                </a:solidFill>
                <a:latin typeface="Arial"/>
                <a:ea typeface="Arial"/>
                <a:cs typeface="Arial"/>
              </a:defRPr>
            </a:lvl7pPr>
            <a:lvl8pPr algn="l">
              <a:defRPr sz="1800" b="1">
                <a:solidFill>
                  <a:srgbClr val="263238"/>
                </a:solidFill>
                <a:latin typeface="Arial"/>
                <a:ea typeface="Arial"/>
                <a:cs typeface="Arial"/>
              </a:defRPr>
            </a:lvl8pPr>
            <a:lvl9pPr algn="l">
              <a:defRPr sz="1800" b="1">
                <a:solidFill>
                  <a:srgbClr val="263238"/>
                </a:solidFill>
                <a:latin typeface="Arial"/>
                <a:ea typeface="Arial"/>
                <a:cs typeface="Arial"/>
              </a:defRPr>
            </a:lvl9pPr>
          </a:lstStyle>
          <a:p xmlns:a="http://schemas.openxmlformats.org/drawingml/2006/main">
            <a:pPr algn="l">
              <a:defRPr sz="1800" b="1">
                <a:solidFill>
                  <a:srgbClr val="263238"/>
                </a:solidFill>
                <a:latin typeface="Arial"/>
                <a:ea typeface="Arial"/>
                <a:cs typeface="Arial"/>
              </a:defRPr>
            </a:pPr>
            <a:r>
              <a:rPr sz="1800" b="1">
                <a:solidFill>
                  <a:srgbClr val="263238"/>
                </a:solidFill>
                <a:latin typeface="Arial"/>
                <a:ea typeface="Arial"/>
                <a:cs typeface="Arial"/>
              </a:rPr>
              <a:t>RG-R20</a:t>
            </a:r>
          </a:p>
        </p:txBody>
      </p:sp>
      <p:sp>
        <p:nvSpPr>
          <p:cNvPr id="32" name="fixed d axis">
            <a:extLst xmlns:a="http://schemas.openxmlformats.org/drawingml/2006/main">
              <a:ext uri="{FF2B5EF4-FFF2-40B4-BE49-F238E27FC236}">
                <a16:creationId xmlns:a16="http://schemas.microsoft.com/office/drawing/2014/main" id="{441DB31F-E0F1-4021-A593-8A2D529459B3}"/>
              </a:ext>
            </a:extLst>
          </p:cNvPr>
          <p:cNvSpPr>
            <a:spLocks xmlns:a="http://schemas.openxmlformats.org/drawingml/2006/main" noGrp="1"/>
          </p:cNvSpPr>
          <p:nvPr/>
        </p:nvSpPr>
        <p:spPr>
          <a:xfrm xmlns:a="http://schemas.openxmlformats.org/drawingml/2006/main">
            <a:off x="76200" y="38671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667682"/>
                </a:solidFill>
                <a:latin typeface="Arial"/>
                <a:ea typeface="Arial"/>
                <a:cs typeface="Arial"/>
              </a:defRPr>
            </a:defPPr>
            <a:lvl1pPr algn="l">
              <a:defRPr sz="1350" b="0">
                <a:solidFill>
                  <a:srgbClr val="667682"/>
                </a:solidFill>
                <a:latin typeface="Arial"/>
                <a:ea typeface="Arial"/>
                <a:cs typeface="Arial"/>
              </a:defRPr>
            </a:lvl1pPr>
            <a:lvl2pPr algn="l">
              <a:defRPr sz="1350" b="0">
                <a:solidFill>
                  <a:srgbClr val="667682"/>
                </a:solidFill>
                <a:latin typeface="Arial"/>
                <a:ea typeface="Arial"/>
                <a:cs typeface="Arial"/>
              </a:defRPr>
            </a:lvl2pPr>
            <a:lvl3pPr algn="l">
              <a:defRPr sz="1350" b="0">
                <a:solidFill>
                  <a:srgbClr val="667682"/>
                </a:solidFill>
                <a:latin typeface="Arial"/>
                <a:ea typeface="Arial"/>
                <a:cs typeface="Arial"/>
              </a:defRPr>
            </a:lvl3pPr>
            <a:lvl4pPr algn="l">
              <a:defRPr sz="1350" b="0">
                <a:solidFill>
                  <a:srgbClr val="667682"/>
                </a:solidFill>
                <a:latin typeface="Arial"/>
                <a:ea typeface="Arial"/>
                <a:cs typeface="Arial"/>
              </a:defRPr>
            </a:lvl4pPr>
            <a:lvl5pPr algn="l">
              <a:defRPr sz="1350" b="0">
                <a:solidFill>
                  <a:srgbClr val="667682"/>
                </a:solidFill>
                <a:latin typeface="Arial"/>
                <a:ea typeface="Arial"/>
                <a:cs typeface="Arial"/>
              </a:defRPr>
            </a:lvl5pPr>
            <a:lvl6pPr algn="l">
              <a:defRPr sz="1350" b="0">
                <a:solidFill>
                  <a:srgbClr val="667682"/>
                </a:solidFill>
                <a:latin typeface="Arial"/>
                <a:ea typeface="Arial"/>
                <a:cs typeface="Arial"/>
              </a:defRPr>
            </a:lvl6pPr>
            <a:lvl7pPr algn="l">
              <a:defRPr sz="1350" b="0">
                <a:solidFill>
                  <a:srgbClr val="667682"/>
                </a:solidFill>
                <a:latin typeface="Arial"/>
                <a:ea typeface="Arial"/>
                <a:cs typeface="Arial"/>
              </a:defRPr>
            </a:lvl7pPr>
            <a:lvl8pPr algn="l">
              <a:defRPr sz="1350" b="0">
                <a:solidFill>
                  <a:srgbClr val="667682"/>
                </a:solidFill>
                <a:latin typeface="Arial"/>
                <a:ea typeface="Arial"/>
                <a:cs typeface="Arial"/>
              </a:defRPr>
            </a:lvl8pPr>
            <a:lvl9pPr algn="l">
              <a:defRPr sz="1350" b="0">
                <a:solidFill>
                  <a:srgbClr val="667682"/>
                </a:solidFill>
                <a:latin typeface="Arial"/>
                <a:ea typeface="Arial"/>
                <a:cs typeface="Arial"/>
              </a:defRPr>
            </a:lvl9pPr>
          </a:lstStyle>
          <a:p xmlns:a="http://schemas.openxmlformats.org/drawingml/2006/main">
            <a:pPr algn="l">
              <a:defRPr sz="1350" b="0">
                <a:solidFill>
                  <a:srgbClr val="667682"/>
                </a:solidFill>
                <a:latin typeface="Arial"/>
                <a:ea typeface="Arial"/>
                <a:cs typeface="Arial"/>
              </a:defRPr>
            </a:pPr>
            <a:r>
              <a:rPr sz="1350" b="0">
                <a:solidFill>
                  <a:srgbClr val="667682"/>
                </a:solidFill>
                <a:latin typeface="Arial"/>
                <a:ea typeface="Arial"/>
                <a:cs typeface="Arial"/>
              </a:rPr>
              <a:t>fixed d axis</a:t>
            </a:r>
          </a:p>
        </p:txBody>
      </p:sp>
      <p:sp>
        <p:nvSpPr>
          <p:cNvPr id="33" name="0">
            <a:extLst xmlns:a="http://schemas.openxmlformats.org/drawingml/2006/main">
              <a:ext uri="{FF2B5EF4-FFF2-40B4-BE49-F238E27FC236}">
                <a16:creationId xmlns:a16="http://schemas.microsoft.com/office/drawing/2014/main" id="{EB817FA4-C89C-42FF-91DB-60F31AE970C9}"/>
              </a:ext>
            </a:extLst>
          </p:cNvPr>
          <p:cNvSpPr>
            <a:spLocks xmlns:a="http://schemas.openxmlformats.org/drawingml/2006/main" noGrp="1"/>
          </p:cNvSpPr>
          <p:nvPr/>
        </p:nvSpPr>
        <p:spPr>
          <a:xfrm xmlns:a="http://schemas.openxmlformats.org/drawingml/2006/main">
            <a:off x="866775" y="4171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0</a:t>
            </a:r>
          </a:p>
        </p:txBody>
      </p:sp>
      <p:sp>
        <p:nvSpPr>
          <p:cNvPr id="34" name="1">
            <a:extLst xmlns:a="http://schemas.openxmlformats.org/drawingml/2006/main">
              <a:ext uri="{FF2B5EF4-FFF2-40B4-BE49-F238E27FC236}">
                <a16:creationId xmlns:a16="http://schemas.microsoft.com/office/drawing/2014/main" id="{BC621293-6B9F-408A-89C3-BE9C9CA36971}"/>
              </a:ext>
            </a:extLst>
          </p:cNvPr>
          <p:cNvSpPr>
            <a:spLocks xmlns:a="http://schemas.openxmlformats.org/drawingml/2006/main" noGrp="1"/>
          </p:cNvSpPr>
          <p:nvPr/>
        </p:nvSpPr>
        <p:spPr>
          <a:xfrm xmlns:a="http://schemas.openxmlformats.org/drawingml/2006/main">
            <a:off x="866775" y="3219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667682"/>
                </a:solidFill>
                <a:latin typeface="Arial"/>
                <a:ea typeface="Arial"/>
                <a:cs typeface="Arial"/>
              </a:defRPr>
            </a:defPPr>
            <a:lvl1pPr algn="r">
              <a:defRPr sz="1425" b="0">
                <a:solidFill>
                  <a:srgbClr val="667682"/>
                </a:solidFill>
                <a:latin typeface="Arial"/>
                <a:ea typeface="Arial"/>
                <a:cs typeface="Arial"/>
              </a:defRPr>
            </a:lvl1pPr>
            <a:lvl2pPr algn="r">
              <a:defRPr sz="1425" b="0">
                <a:solidFill>
                  <a:srgbClr val="667682"/>
                </a:solidFill>
                <a:latin typeface="Arial"/>
                <a:ea typeface="Arial"/>
                <a:cs typeface="Arial"/>
              </a:defRPr>
            </a:lvl2pPr>
            <a:lvl3pPr algn="r">
              <a:defRPr sz="1425" b="0">
                <a:solidFill>
                  <a:srgbClr val="667682"/>
                </a:solidFill>
                <a:latin typeface="Arial"/>
                <a:ea typeface="Arial"/>
                <a:cs typeface="Arial"/>
              </a:defRPr>
            </a:lvl3pPr>
            <a:lvl4pPr algn="r">
              <a:defRPr sz="1425" b="0">
                <a:solidFill>
                  <a:srgbClr val="667682"/>
                </a:solidFill>
                <a:latin typeface="Arial"/>
                <a:ea typeface="Arial"/>
                <a:cs typeface="Arial"/>
              </a:defRPr>
            </a:lvl4pPr>
            <a:lvl5pPr algn="r">
              <a:defRPr sz="1425" b="0">
                <a:solidFill>
                  <a:srgbClr val="667682"/>
                </a:solidFill>
                <a:latin typeface="Arial"/>
                <a:ea typeface="Arial"/>
                <a:cs typeface="Arial"/>
              </a:defRPr>
            </a:lvl5pPr>
            <a:lvl6pPr algn="r">
              <a:defRPr sz="1425" b="0">
                <a:solidFill>
                  <a:srgbClr val="667682"/>
                </a:solidFill>
                <a:latin typeface="Arial"/>
                <a:ea typeface="Arial"/>
                <a:cs typeface="Arial"/>
              </a:defRPr>
            </a:lvl6pPr>
            <a:lvl7pPr algn="r">
              <a:defRPr sz="1425" b="0">
                <a:solidFill>
                  <a:srgbClr val="667682"/>
                </a:solidFill>
                <a:latin typeface="Arial"/>
                <a:ea typeface="Arial"/>
                <a:cs typeface="Arial"/>
              </a:defRPr>
            </a:lvl7pPr>
            <a:lvl8pPr algn="r">
              <a:defRPr sz="1425" b="0">
                <a:solidFill>
                  <a:srgbClr val="667682"/>
                </a:solidFill>
                <a:latin typeface="Arial"/>
                <a:ea typeface="Arial"/>
                <a:cs typeface="Arial"/>
              </a:defRPr>
            </a:lvl8pPr>
            <a:lvl9pPr algn="r">
              <a:defRPr sz="1425" b="0">
                <a:solidFill>
                  <a:srgbClr val="667682"/>
                </a:solidFill>
                <a:latin typeface="Arial"/>
                <a:ea typeface="Arial"/>
                <a:cs typeface="Arial"/>
              </a:defRPr>
            </a:lvl9pPr>
          </a:lstStyle>
          <a:p xmlns:a="http://schemas.openxmlformats.org/drawingml/2006/main">
            <a:pPr algn="r">
              <a:defRPr sz="1425" b="0">
                <a:solidFill>
                  <a:srgbClr val="667682"/>
                </a:solidFill>
                <a:latin typeface="Arial"/>
                <a:ea typeface="Arial"/>
                <a:cs typeface="Arial"/>
              </a:defRPr>
            </a:pPr>
            <a:r>
              <a:rPr sz="1425" b="0">
                <a:solidFill>
                  <a:srgbClr val="667682"/>
                </a:solidFill>
                <a:latin typeface="Arial"/>
                <a:ea typeface="Arial"/>
                <a:cs typeface="Arial"/>
              </a:rPr>
              <a:t>1</a:t>
            </a:r>
          </a:p>
        </p:txBody>
      </p:sp>
      <p:sp>
        <p:nvSpPr>
          <p:cNvPr id="35" name="source snapshot guide f0">
            <a:extLst xmlns:a="http://schemas.openxmlformats.org/drawingml/2006/main">
              <a:ext uri="{FF2B5EF4-FFF2-40B4-BE49-F238E27FC236}">
                <a16:creationId xmlns:a16="http://schemas.microsoft.com/office/drawing/2014/main" id="{AA039B0C-58B3-434A-B1EC-DA60723A597A}"/>
              </a:ext>
            </a:extLst>
          </p:cNvPr>
          <p:cNvSpPr>
            <a:spLocks xmlns:a="http://schemas.openxmlformats.org/drawingml/2006/main" noGrp="1"/>
          </p:cNvSpPr>
          <p:nvPr/>
        </p:nvSpPr>
        <p:spPr>
          <a:xfrm xmlns:a="http://schemas.openxmlformats.org/drawingml/2006/main">
            <a:off x="1356720"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36" name="source snapshot guide f25">
            <a:extLst xmlns:a="http://schemas.openxmlformats.org/drawingml/2006/main">
              <a:ext uri="{FF2B5EF4-FFF2-40B4-BE49-F238E27FC236}">
                <a16:creationId xmlns:a16="http://schemas.microsoft.com/office/drawing/2014/main" id="{D692F5B9-82D8-41EE-8F2E-56ACDFD96CC1}"/>
              </a:ext>
            </a:extLst>
          </p:cNvPr>
          <p:cNvSpPr>
            <a:spLocks xmlns:a="http://schemas.openxmlformats.org/drawingml/2006/main" noGrp="1"/>
          </p:cNvSpPr>
          <p:nvPr/>
        </p:nvSpPr>
        <p:spPr>
          <a:xfrm xmlns:a="http://schemas.openxmlformats.org/drawingml/2006/main">
            <a:off x="2517728"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37" name="source snapshot guide f100">
            <a:extLst xmlns:a="http://schemas.openxmlformats.org/drawingml/2006/main">
              <a:ext uri="{FF2B5EF4-FFF2-40B4-BE49-F238E27FC236}">
                <a16:creationId xmlns:a16="http://schemas.microsoft.com/office/drawing/2014/main" id="{078C4937-A45D-4383-A1B2-CCBE345DFDAC}"/>
              </a:ext>
            </a:extLst>
          </p:cNvPr>
          <p:cNvSpPr>
            <a:spLocks xmlns:a="http://schemas.openxmlformats.org/drawingml/2006/main" noGrp="1"/>
          </p:cNvSpPr>
          <p:nvPr/>
        </p:nvSpPr>
        <p:spPr>
          <a:xfrm xmlns:a="http://schemas.openxmlformats.org/drawingml/2006/main">
            <a:off x="6000750"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38" name="source snapshot guide f145">
            <a:extLst xmlns:a="http://schemas.openxmlformats.org/drawingml/2006/main">
              <a:ext uri="{FF2B5EF4-FFF2-40B4-BE49-F238E27FC236}">
                <a16:creationId xmlns:a16="http://schemas.microsoft.com/office/drawing/2014/main" id="{07A54990-BF71-44E7-80B5-FFB670876C3C}"/>
              </a:ext>
            </a:extLst>
          </p:cNvPr>
          <p:cNvSpPr>
            <a:spLocks xmlns:a="http://schemas.openxmlformats.org/drawingml/2006/main" noGrp="1"/>
          </p:cNvSpPr>
          <p:nvPr/>
        </p:nvSpPr>
        <p:spPr>
          <a:xfrm xmlns:a="http://schemas.openxmlformats.org/drawingml/2006/main">
            <a:off x="8090563"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39" name="source snapshot guide f200">
            <a:extLst xmlns:a="http://schemas.openxmlformats.org/drawingml/2006/main">
              <a:ext uri="{FF2B5EF4-FFF2-40B4-BE49-F238E27FC236}">
                <a16:creationId xmlns:a16="http://schemas.microsoft.com/office/drawing/2014/main" id="{E6AF1360-3033-465D-82E2-36D4A249CB49}"/>
              </a:ext>
            </a:extLst>
          </p:cNvPr>
          <p:cNvSpPr>
            <a:spLocks xmlns:a="http://schemas.openxmlformats.org/drawingml/2006/main" noGrp="1"/>
          </p:cNvSpPr>
          <p:nvPr/>
        </p:nvSpPr>
        <p:spPr>
          <a:xfrm xmlns:a="http://schemas.openxmlformats.org/drawingml/2006/main">
            <a:off x="10644780"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7620">
            <a:solidFill>
              <a:srgbClr val="8D9BA5"/>
            </a:solidFill>
            <a:prstDash val="dash"/>
          </a:ln>
        </p:spPr>
      </p:sp>
      <p:sp>
        <p:nvSpPr>
          <p:cNvPr id="40" name="local window 135 to 145">
            <a:extLst xmlns:a="http://schemas.openxmlformats.org/drawingml/2006/main">
              <a:ext uri="{FF2B5EF4-FFF2-40B4-BE49-F238E27FC236}">
                <a16:creationId xmlns:a16="http://schemas.microsoft.com/office/drawing/2014/main" id="{E2045882-C0FB-4646-9AE4-FCB4E77022E9}"/>
              </a:ext>
            </a:extLst>
          </p:cNvPr>
          <p:cNvSpPr>
            <a:spLocks xmlns:a="http://schemas.openxmlformats.org/drawingml/2006/main" noGrp="1"/>
          </p:cNvSpPr>
          <p:nvPr/>
        </p:nvSpPr>
        <p:spPr>
          <a:xfrm xmlns:a="http://schemas.openxmlformats.org/drawingml/2006/main">
            <a:off x="7602940" y="3333750"/>
            <a:ext cx="510843" cy="952500"/>
          </a:xfrm>
          <a:prstGeom xmlns:a="http://schemas.openxmlformats.org/drawingml/2006/main" prst="rect">
            <a:avLst/>
          </a:prstGeom>
          <a:noFill xmlns:a="http://schemas.openxmlformats.org/drawingml/2006/main"/>
          <a:ln xmlns:a="http://schemas.openxmlformats.org/drawingml/2006/main" w="10478">
            <a:solidFill>
              <a:srgbClr val="263238"/>
            </a:solidFill>
            <a:prstDash val="solid"/>
          </a:ln>
        </p:spPr>
      </p:sp>
      <p:sp>
        <p:nvSpPr>
          <p:cNvPr id="41" name="selected frame 140">
            <a:extLst xmlns:a="http://schemas.openxmlformats.org/drawingml/2006/main">
              <a:ext uri="{FF2B5EF4-FFF2-40B4-BE49-F238E27FC236}">
                <a16:creationId xmlns:a16="http://schemas.microsoft.com/office/drawing/2014/main" id="{0C4AE3AB-6EFB-412C-9806-E0DDE98914BB}"/>
              </a:ext>
            </a:extLst>
          </p:cNvPr>
          <p:cNvSpPr>
            <a:spLocks xmlns:a="http://schemas.openxmlformats.org/drawingml/2006/main" noGrp="1"/>
          </p:cNvSpPr>
          <p:nvPr/>
        </p:nvSpPr>
        <p:spPr>
          <a:xfrm xmlns:a="http://schemas.openxmlformats.org/drawingml/2006/main">
            <a:off x="7858362" y="3333750"/>
            <a:ext cx="95" cy="952500"/>
          </a:xfrm>
          <a:custGeom xmlns:a="http://schemas.openxmlformats.org/drawingml/2006/main">
            <a:pathLst>
              <a:path w="95" h="952500">
                <a:moveTo>
                  <a:pt x="0" y="0"/>
                </a:moveTo>
                <a:lnTo>
                  <a:pt x="0" y="952500"/>
                </a:lnTo>
              </a:path>
            </a:pathLst>
          </a:custGeom>
          <a:noFill xmlns:a="http://schemas.openxmlformats.org/drawingml/2006/main"/>
          <a:ln xmlns:a="http://schemas.openxmlformats.org/drawingml/2006/main" w="11430">
            <a:solidFill>
              <a:srgbClr val="263238"/>
            </a:solidFill>
            <a:prstDash val="dash"/>
          </a:ln>
        </p:spPr>
      </p:sp>
      <p:sp>
        <p:nvSpPr>
          <p:cNvPr id="42" name="0">
            <a:extLst xmlns:a="http://schemas.openxmlformats.org/drawingml/2006/main">
              <a:ext uri="{FF2B5EF4-FFF2-40B4-BE49-F238E27FC236}">
                <a16:creationId xmlns:a16="http://schemas.microsoft.com/office/drawing/2014/main" id="{B3F63BE2-5D32-4456-9E30-41BF4F0295F1}"/>
              </a:ext>
            </a:extLst>
          </p:cNvPr>
          <p:cNvSpPr>
            <a:spLocks xmlns:a="http://schemas.openxmlformats.org/drawingml/2006/main" noGrp="1"/>
          </p:cNvSpPr>
          <p:nvPr/>
        </p:nvSpPr>
        <p:spPr>
          <a:xfrm xmlns:a="http://schemas.openxmlformats.org/drawingml/2006/main">
            <a:off x="1118595" y="43338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667682"/>
                </a:solidFill>
                <a:latin typeface="Arial"/>
                <a:ea typeface="Arial"/>
                <a:cs typeface="Arial"/>
              </a:defRPr>
            </a:defPPr>
            <a:lvl1pPr algn="ctr">
              <a:defRPr sz="1500" b="0">
                <a:solidFill>
                  <a:srgbClr val="667682"/>
                </a:solidFill>
                <a:latin typeface="Arial"/>
                <a:ea typeface="Arial"/>
                <a:cs typeface="Arial"/>
              </a:defRPr>
            </a:lvl1pPr>
            <a:lvl2pPr algn="ctr">
              <a:defRPr sz="1500" b="0">
                <a:solidFill>
                  <a:srgbClr val="667682"/>
                </a:solidFill>
                <a:latin typeface="Arial"/>
                <a:ea typeface="Arial"/>
                <a:cs typeface="Arial"/>
              </a:defRPr>
            </a:lvl2pPr>
            <a:lvl3pPr algn="ctr">
              <a:defRPr sz="1500" b="0">
                <a:solidFill>
                  <a:srgbClr val="667682"/>
                </a:solidFill>
                <a:latin typeface="Arial"/>
                <a:ea typeface="Arial"/>
                <a:cs typeface="Arial"/>
              </a:defRPr>
            </a:lvl3pPr>
            <a:lvl4pPr algn="ctr">
              <a:defRPr sz="1500" b="0">
                <a:solidFill>
                  <a:srgbClr val="667682"/>
                </a:solidFill>
                <a:latin typeface="Arial"/>
                <a:ea typeface="Arial"/>
                <a:cs typeface="Arial"/>
              </a:defRPr>
            </a:lvl4pPr>
            <a:lvl5pPr algn="ctr">
              <a:defRPr sz="1500" b="0">
                <a:solidFill>
                  <a:srgbClr val="667682"/>
                </a:solidFill>
                <a:latin typeface="Arial"/>
                <a:ea typeface="Arial"/>
                <a:cs typeface="Arial"/>
              </a:defRPr>
            </a:lvl5pPr>
            <a:lvl6pPr algn="ctr">
              <a:defRPr sz="1500" b="0">
                <a:solidFill>
                  <a:srgbClr val="667682"/>
                </a:solidFill>
                <a:latin typeface="Arial"/>
                <a:ea typeface="Arial"/>
                <a:cs typeface="Arial"/>
              </a:defRPr>
            </a:lvl6pPr>
            <a:lvl7pPr algn="ctr">
              <a:defRPr sz="1500" b="0">
                <a:solidFill>
                  <a:srgbClr val="667682"/>
                </a:solidFill>
                <a:latin typeface="Arial"/>
                <a:ea typeface="Arial"/>
                <a:cs typeface="Arial"/>
              </a:defRPr>
            </a:lvl7pPr>
            <a:lvl8pPr algn="ctr">
              <a:defRPr sz="1500" b="0">
                <a:solidFill>
                  <a:srgbClr val="667682"/>
                </a:solidFill>
                <a:latin typeface="Arial"/>
                <a:ea typeface="Arial"/>
                <a:cs typeface="Arial"/>
              </a:defRPr>
            </a:lvl8pPr>
            <a:lvl9pPr algn="ctr">
              <a:defRPr sz="1500" b="0">
                <a:solidFill>
                  <a:srgbClr val="667682"/>
                </a:solidFill>
                <a:latin typeface="Arial"/>
                <a:ea typeface="Arial"/>
                <a:cs typeface="Arial"/>
              </a:defRPr>
            </a:lvl9pPr>
          </a:lstStyle>
          <a:p xmlns:a="http://schemas.openxmlformats.org/drawingml/2006/main">
            <a:pPr algn="ctr">
              <a:defRPr sz="1500" b="0">
                <a:solidFill>
                  <a:srgbClr val="667682"/>
                </a:solidFill>
                <a:latin typeface="Arial"/>
                <a:ea typeface="Arial"/>
                <a:cs typeface="Arial"/>
              </a:defRPr>
            </a:pPr>
            <a:r>
              <a:rPr sz="1500" b="0">
                <a:solidFill>
                  <a:srgbClr val="667682"/>
                </a:solidFill>
                <a:latin typeface="Arial"/>
                <a:ea typeface="Arial"/>
                <a:cs typeface="Arial"/>
              </a:rPr>
              <a:t>0</a:t>
            </a:r>
          </a:p>
        </p:txBody>
      </p:sp>
      <p:sp>
        <p:nvSpPr>
          <p:cNvPr id="43" name="25">
            <a:extLst xmlns:a="http://schemas.openxmlformats.org/drawingml/2006/main">
              <a:ext uri="{FF2B5EF4-FFF2-40B4-BE49-F238E27FC236}">
                <a16:creationId xmlns:a16="http://schemas.microsoft.com/office/drawing/2014/main" id="{C3E4921B-31D9-4756-AB8C-91A263E63A6D}"/>
              </a:ext>
            </a:extLst>
          </p:cNvPr>
          <p:cNvSpPr>
            <a:spLocks xmlns:a="http://schemas.openxmlformats.org/drawingml/2006/main" noGrp="1"/>
          </p:cNvSpPr>
          <p:nvPr/>
        </p:nvSpPr>
        <p:spPr>
          <a:xfrm xmlns:a="http://schemas.openxmlformats.org/drawingml/2006/main">
            <a:off x="2279603" y="43338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667682"/>
                </a:solidFill>
                <a:latin typeface="Arial"/>
                <a:ea typeface="Arial"/>
                <a:cs typeface="Arial"/>
              </a:defRPr>
            </a:defPPr>
            <a:lvl1pPr algn="ctr">
              <a:defRPr sz="1500" b="0">
                <a:solidFill>
                  <a:srgbClr val="667682"/>
                </a:solidFill>
                <a:latin typeface="Arial"/>
                <a:ea typeface="Arial"/>
                <a:cs typeface="Arial"/>
              </a:defRPr>
            </a:lvl1pPr>
            <a:lvl2pPr algn="ctr">
              <a:defRPr sz="1500" b="0">
                <a:solidFill>
                  <a:srgbClr val="667682"/>
                </a:solidFill>
                <a:latin typeface="Arial"/>
                <a:ea typeface="Arial"/>
                <a:cs typeface="Arial"/>
              </a:defRPr>
            </a:lvl2pPr>
            <a:lvl3pPr algn="ctr">
              <a:defRPr sz="1500" b="0">
                <a:solidFill>
                  <a:srgbClr val="667682"/>
                </a:solidFill>
                <a:latin typeface="Arial"/>
                <a:ea typeface="Arial"/>
                <a:cs typeface="Arial"/>
              </a:defRPr>
            </a:lvl3pPr>
            <a:lvl4pPr algn="ctr">
              <a:defRPr sz="1500" b="0">
                <a:solidFill>
                  <a:srgbClr val="667682"/>
                </a:solidFill>
                <a:latin typeface="Arial"/>
                <a:ea typeface="Arial"/>
                <a:cs typeface="Arial"/>
              </a:defRPr>
            </a:lvl4pPr>
            <a:lvl5pPr algn="ctr">
              <a:defRPr sz="1500" b="0">
                <a:solidFill>
                  <a:srgbClr val="667682"/>
                </a:solidFill>
                <a:latin typeface="Arial"/>
                <a:ea typeface="Arial"/>
                <a:cs typeface="Arial"/>
              </a:defRPr>
            </a:lvl5pPr>
            <a:lvl6pPr algn="ctr">
              <a:defRPr sz="1500" b="0">
                <a:solidFill>
                  <a:srgbClr val="667682"/>
                </a:solidFill>
                <a:latin typeface="Arial"/>
                <a:ea typeface="Arial"/>
                <a:cs typeface="Arial"/>
              </a:defRPr>
            </a:lvl6pPr>
            <a:lvl7pPr algn="ctr">
              <a:defRPr sz="1500" b="0">
                <a:solidFill>
                  <a:srgbClr val="667682"/>
                </a:solidFill>
                <a:latin typeface="Arial"/>
                <a:ea typeface="Arial"/>
                <a:cs typeface="Arial"/>
              </a:defRPr>
            </a:lvl7pPr>
            <a:lvl8pPr algn="ctr">
              <a:defRPr sz="1500" b="0">
                <a:solidFill>
                  <a:srgbClr val="667682"/>
                </a:solidFill>
                <a:latin typeface="Arial"/>
                <a:ea typeface="Arial"/>
                <a:cs typeface="Arial"/>
              </a:defRPr>
            </a:lvl8pPr>
            <a:lvl9pPr algn="ctr">
              <a:defRPr sz="1500" b="0">
                <a:solidFill>
                  <a:srgbClr val="667682"/>
                </a:solidFill>
                <a:latin typeface="Arial"/>
                <a:ea typeface="Arial"/>
                <a:cs typeface="Arial"/>
              </a:defRPr>
            </a:lvl9pPr>
          </a:lstStyle>
          <a:p xmlns:a="http://schemas.openxmlformats.org/drawingml/2006/main">
            <a:pPr algn="ctr">
              <a:defRPr sz="1500" b="0">
                <a:solidFill>
                  <a:srgbClr val="667682"/>
                </a:solidFill>
                <a:latin typeface="Arial"/>
                <a:ea typeface="Arial"/>
                <a:cs typeface="Arial"/>
              </a:defRPr>
            </a:pPr>
            <a:r>
              <a:rPr sz="1500" b="0">
                <a:solidFill>
                  <a:srgbClr val="667682"/>
                </a:solidFill>
                <a:latin typeface="Arial"/>
                <a:ea typeface="Arial"/>
                <a:cs typeface="Arial"/>
              </a:rPr>
              <a:t>25</a:t>
            </a:r>
          </a:p>
        </p:txBody>
      </p:sp>
      <p:sp>
        <p:nvSpPr>
          <p:cNvPr id="44" name="100">
            <a:extLst xmlns:a="http://schemas.openxmlformats.org/drawingml/2006/main">
              <a:ext uri="{FF2B5EF4-FFF2-40B4-BE49-F238E27FC236}">
                <a16:creationId xmlns:a16="http://schemas.microsoft.com/office/drawing/2014/main" id="{8513F046-8B59-49B0-BD4A-2C0BA9B41E15}"/>
              </a:ext>
            </a:extLst>
          </p:cNvPr>
          <p:cNvSpPr>
            <a:spLocks xmlns:a="http://schemas.openxmlformats.org/drawingml/2006/main" noGrp="1"/>
          </p:cNvSpPr>
          <p:nvPr/>
        </p:nvSpPr>
        <p:spPr>
          <a:xfrm xmlns:a="http://schemas.openxmlformats.org/drawingml/2006/main">
            <a:off x="5762625" y="43338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667682"/>
                </a:solidFill>
                <a:latin typeface="Arial"/>
                <a:ea typeface="Arial"/>
                <a:cs typeface="Arial"/>
              </a:defRPr>
            </a:defPPr>
            <a:lvl1pPr algn="ctr">
              <a:defRPr sz="1500" b="0">
                <a:solidFill>
                  <a:srgbClr val="667682"/>
                </a:solidFill>
                <a:latin typeface="Arial"/>
                <a:ea typeface="Arial"/>
                <a:cs typeface="Arial"/>
              </a:defRPr>
            </a:lvl1pPr>
            <a:lvl2pPr algn="ctr">
              <a:defRPr sz="1500" b="0">
                <a:solidFill>
                  <a:srgbClr val="667682"/>
                </a:solidFill>
                <a:latin typeface="Arial"/>
                <a:ea typeface="Arial"/>
                <a:cs typeface="Arial"/>
              </a:defRPr>
            </a:lvl2pPr>
            <a:lvl3pPr algn="ctr">
              <a:defRPr sz="1500" b="0">
                <a:solidFill>
                  <a:srgbClr val="667682"/>
                </a:solidFill>
                <a:latin typeface="Arial"/>
                <a:ea typeface="Arial"/>
                <a:cs typeface="Arial"/>
              </a:defRPr>
            </a:lvl3pPr>
            <a:lvl4pPr algn="ctr">
              <a:defRPr sz="1500" b="0">
                <a:solidFill>
                  <a:srgbClr val="667682"/>
                </a:solidFill>
                <a:latin typeface="Arial"/>
                <a:ea typeface="Arial"/>
                <a:cs typeface="Arial"/>
              </a:defRPr>
            </a:lvl4pPr>
            <a:lvl5pPr algn="ctr">
              <a:defRPr sz="1500" b="0">
                <a:solidFill>
                  <a:srgbClr val="667682"/>
                </a:solidFill>
                <a:latin typeface="Arial"/>
                <a:ea typeface="Arial"/>
                <a:cs typeface="Arial"/>
              </a:defRPr>
            </a:lvl5pPr>
            <a:lvl6pPr algn="ctr">
              <a:defRPr sz="1500" b="0">
                <a:solidFill>
                  <a:srgbClr val="667682"/>
                </a:solidFill>
                <a:latin typeface="Arial"/>
                <a:ea typeface="Arial"/>
                <a:cs typeface="Arial"/>
              </a:defRPr>
            </a:lvl6pPr>
            <a:lvl7pPr algn="ctr">
              <a:defRPr sz="1500" b="0">
                <a:solidFill>
                  <a:srgbClr val="667682"/>
                </a:solidFill>
                <a:latin typeface="Arial"/>
                <a:ea typeface="Arial"/>
                <a:cs typeface="Arial"/>
              </a:defRPr>
            </a:lvl7pPr>
            <a:lvl8pPr algn="ctr">
              <a:defRPr sz="1500" b="0">
                <a:solidFill>
                  <a:srgbClr val="667682"/>
                </a:solidFill>
                <a:latin typeface="Arial"/>
                <a:ea typeface="Arial"/>
                <a:cs typeface="Arial"/>
              </a:defRPr>
            </a:lvl8pPr>
            <a:lvl9pPr algn="ctr">
              <a:defRPr sz="1500" b="0">
                <a:solidFill>
                  <a:srgbClr val="667682"/>
                </a:solidFill>
                <a:latin typeface="Arial"/>
                <a:ea typeface="Arial"/>
                <a:cs typeface="Arial"/>
              </a:defRPr>
            </a:lvl9pPr>
          </a:lstStyle>
          <a:p xmlns:a="http://schemas.openxmlformats.org/drawingml/2006/main">
            <a:pPr algn="ctr">
              <a:defRPr sz="1500" b="0">
                <a:solidFill>
                  <a:srgbClr val="667682"/>
                </a:solidFill>
                <a:latin typeface="Arial"/>
                <a:ea typeface="Arial"/>
                <a:cs typeface="Arial"/>
              </a:defRPr>
            </a:pPr>
            <a:r>
              <a:rPr sz="1500" b="0">
                <a:solidFill>
                  <a:srgbClr val="667682"/>
                </a:solidFill>
                <a:latin typeface="Arial"/>
                <a:ea typeface="Arial"/>
                <a:cs typeface="Arial"/>
              </a:rPr>
              <a:t>100</a:t>
            </a:r>
          </a:p>
        </p:txBody>
      </p:sp>
      <p:sp>
        <p:nvSpPr>
          <p:cNvPr id="45" name="145">
            <a:extLst xmlns:a="http://schemas.openxmlformats.org/drawingml/2006/main">
              <a:ext uri="{FF2B5EF4-FFF2-40B4-BE49-F238E27FC236}">
                <a16:creationId xmlns:a16="http://schemas.microsoft.com/office/drawing/2014/main" id="{E34A0E26-5098-4737-A1F2-FF9CF6EFFE4A}"/>
              </a:ext>
            </a:extLst>
          </p:cNvPr>
          <p:cNvSpPr>
            <a:spLocks xmlns:a="http://schemas.openxmlformats.org/drawingml/2006/main" noGrp="1"/>
          </p:cNvSpPr>
          <p:nvPr/>
        </p:nvSpPr>
        <p:spPr>
          <a:xfrm xmlns:a="http://schemas.openxmlformats.org/drawingml/2006/main">
            <a:off x="7852438" y="43338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667682"/>
                </a:solidFill>
                <a:latin typeface="Arial"/>
                <a:ea typeface="Arial"/>
                <a:cs typeface="Arial"/>
              </a:defRPr>
            </a:defPPr>
            <a:lvl1pPr algn="ctr">
              <a:defRPr sz="1500" b="0">
                <a:solidFill>
                  <a:srgbClr val="667682"/>
                </a:solidFill>
                <a:latin typeface="Arial"/>
                <a:ea typeface="Arial"/>
                <a:cs typeface="Arial"/>
              </a:defRPr>
            </a:lvl1pPr>
            <a:lvl2pPr algn="ctr">
              <a:defRPr sz="1500" b="0">
                <a:solidFill>
                  <a:srgbClr val="667682"/>
                </a:solidFill>
                <a:latin typeface="Arial"/>
                <a:ea typeface="Arial"/>
                <a:cs typeface="Arial"/>
              </a:defRPr>
            </a:lvl2pPr>
            <a:lvl3pPr algn="ctr">
              <a:defRPr sz="1500" b="0">
                <a:solidFill>
                  <a:srgbClr val="667682"/>
                </a:solidFill>
                <a:latin typeface="Arial"/>
                <a:ea typeface="Arial"/>
                <a:cs typeface="Arial"/>
              </a:defRPr>
            </a:lvl3pPr>
            <a:lvl4pPr algn="ctr">
              <a:defRPr sz="1500" b="0">
                <a:solidFill>
                  <a:srgbClr val="667682"/>
                </a:solidFill>
                <a:latin typeface="Arial"/>
                <a:ea typeface="Arial"/>
                <a:cs typeface="Arial"/>
              </a:defRPr>
            </a:lvl4pPr>
            <a:lvl5pPr algn="ctr">
              <a:defRPr sz="1500" b="0">
                <a:solidFill>
                  <a:srgbClr val="667682"/>
                </a:solidFill>
                <a:latin typeface="Arial"/>
                <a:ea typeface="Arial"/>
                <a:cs typeface="Arial"/>
              </a:defRPr>
            </a:lvl5pPr>
            <a:lvl6pPr algn="ctr">
              <a:defRPr sz="1500" b="0">
                <a:solidFill>
                  <a:srgbClr val="667682"/>
                </a:solidFill>
                <a:latin typeface="Arial"/>
                <a:ea typeface="Arial"/>
                <a:cs typeface="Arial"/>
              </a:defRPr>
            </a:lvl6pPr>
            <a:lvl7pPr algn="ctr">
              <a:defRPr sz="1500" b="0">
                <a:solidFill>
                  <a:srgbClr val="667682"/>
                </a:solidFill>
                <a:latin typeface="Arial"/>
                <a:ea typeface="Arial"/>
                <a:cs typeface="Arial"/>
              </a:defRPr>
            </a:lvl7pPr>
            <a:lvl8pPr algn="ctr">
              <a:defRPr sz="1500" b="0">
                <a:solidFill>
                  <a:srgbClr val="667682"/>
                </a:solidFill>
                <a:latin typeface="Arial"/>
                <a:ea typeface="Arial"/>
                <a:cs typeface="Arial"/>
              </a:defRPr>
            </a:lvl8pPr>
            <a:lvl9pPr algn="ctr">
              <a:defRPr sz="1500" b="0">
                <a:solidFill>
                  <a:srgbClr val="667682"/>
                </a:solidFill>
                <a:latin typeface="Arial"/>
                <a:ea typeface="Arial"/>
                <a:cs typeface="Arial"/>
              </a:defRPr>
            </a:lvl9pPr>
          </a:lstStyle>
          <a:p xmlns:a="http://schemas.openxmlformats.org/drawingml/2006/main">
            <a:pPr algn="ctr">
              <a:defRPr sz="1500" b="0">
                <a:solidFill>
                  <a:srgbClr val="667682"/>
                </a:solidFill>
                <a:latin typeface="Arial"/>
                <a:ea typeface="Arial"/>
                <a:cs typeface="Arial"/>
              </a:defRPr>
            </a:pPr>
            <a:r>
              <a:rPr sz="1500" b="0">
                <a:solidFill>
                  <a:srgbClr val="667682"/>
                </a:solidFill>
                <a:latin typeface="Arial"/>
                <a:ea typeface="Arial"/>
                <a:cs typeface="Arial"/>
              </a:rPr>
              <a:t>145</a:t>
            </a:r>
          </a:p>
        </p:txBody>
      </p:sp>
      <p:sp>
        <p:nvSpPr>
          <p:cNvPr id="46" name="200">
            <a:extLst xmlns:a="http://schemas.openxmlformats.org/drawingml/2006/main">
              <a:ext uri="{FF2B5EF4-FFF2-40B4-BE49-F238E27FC236}">
                <a16:creationId xmlns:a16="http://schemas.microsoft.com/office/drawing/2014/main" id="{35D25703-BFD1-4316-B4BE-4802F0502444}"/>
              </a:ext>
            </a:extLst>
          </p:cNvPr>
          <p:cNvSpPr>
            <a:spLocks xmlns:a="http://schemas.openxmlformats.org/drawingml/2006/main" noGrp="1"/>
          </p:cNvSpPr>
          <p:nvPr/>
        </p:nvSpPr>
        <p:spPr>
          <a:xfrm xmlns:a="http://schemas.openxmlformats.org/drawingml/2006/main">
            <a:off x="10406655" y="43338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667682"/>
                </a:solidFill>
                <a:latin typeface="Arial"/>
                <a:ea typeface="Arial"/>
                <a:cs typeface="Arial"/>
              </a:defRPr>
            </a:defPPr>
            <a:lvl1pPr algn="ctr">
              <a:defRPr sz="1500" b="0">
                <a:solidFill>
                  <a:srgbClr val="667682"/>
                </a:solidFill>
                <a:latin typeface="Arial"/>
                <a:ea typeface="Arial"/>
                <a:cs typeface="Arial"/>
              </a:defRPr>
            </a:lvl1pPr>
            <a:lvl2pPr algn="ctr">
              <a:defRPr sz="1500" b="0">
                <a:solidFill>
                  <a:srgbClr val="667682"/>
                </a:solidFill>
                <a:latin typeface="Arial"/>
                <a:ea typeface="Arial"/>
                <a:cs typeface="Arial"/>
              </a:defRPr>
            </a:lvl2pPr>
            <a:lvl3pPr algn="ctr">
              <a:defRPr sz="1500" b="0">
                <a:solidFill>
                  <a:srgbClr val="667682"/>
                </a:solidFill>
                <a:latin typeface="Arial"/>
                <a:ea typeface="Arial"/>
                <a:cs typeface="Arial"/>
              </a:defRPr>
            </a:lvl3pPr>
            <a:lvl4pPr algn="ctr">
              <a:defRPr sz="1500" b="0">
                <a:solidFill>
                  <a:srgbClr val="667682"/>
                </a:solidFill>
                <a:latin typeface="Arial"/>
                <a:ea typeface="Arial"/>
                <a:cs typeface="Arial"/>
              </a:defRPr>
            </a:lvl4pPr>
            <a:lvl5pPr algn="ctr">
              <a:defRPr sz="1500" b="0">
                <a:solidFill>
                  <a:srgbClr val="667682"/>
                </a:solidFill>
                <a:latin typeface="Arial"/>
                <a:ea typeface="Arial"/>
                <a:cs typeface="Arial"/>
              </a:defRPr>
            </a:lvl5pPr>
            <a:lvl6pPr algn="ctr">
              <a:defRPr sz="1500" b="0">
                <a:solidFill>
                  <a:srgbClr val="667682"/>
                </a:solidFill>
                <a:latin typeface="Arial"/>
                <a:ea typeface="Arial"/>
                <a:cs typeface="Arial"/>
              </a:defRPr>
            </a:lvl6pPr>
            <a:lvl7pPr algn="ctr">
              <a:defRPr sz="1500" b="0">
                <a:solidFill>
                  <a:srgbClr val="667682"/>
                </a:solidFill>
                <a:latin typeface="Arial"/>
                <a:ea typeface="Arial"/>
                <a:cs typeface="Arial"/>
              </a:defRPr>
            </a:lvl7pPr>
            <a:lvl8pPr algn="ctr">
              <a:defRPr sz="1500" b="0">
                <a:solidFill>
                  <a:srgbClr val="667682"/>
                </a:solidFill>
                <a:latin typeface="Arial"/>
                <a:ea typeface="Arial"/>
                <a:cs typeface="Arial"/>
              </a:defRPr>
            </a:lvl8pPr>
            <a:lvl9pPr algn="ctr">
              <a:defRPr sz="1500" b="0">
                <a:solidFill>
                  <a:srgbClr val="667682"/>
                </a:solidFill>
                <a:latin typeface="Arial"/>
                <a:ea typeface="Arial"/>
                <a:cs typeface="Arial"/>
              </a:defRPr>
            </a:lvl9pPr>
          </a:lstStyle>
          <a:p xmlns:a="http://schemas.openxmlformats.org/drawingml/2006/main">
            <a:pPr algn="ctr">
              <a:defRPr sz="1500" b="0">
                <a:solidFill>
                  <a:srgbClr val="667682"/>
                </a:solidFill>
                <a:latin typeface="Arial"/>
                <a:ea typeface="Arial"/>
                <a:cs typeface="Arial"/>
              </a:defRPr>
            </a:pPr>
            <a:r>
              <a:rPr sz="1500" b="0">
                <a:solidFill>
                  <a:srgbClr val="667682"/>
                </a:solidFill>
                <a:latin typeface="Arial"/>
                <a:ea typeface="Arial"/>
                <a:cs typeface="Arial"/>
              </a:rPr>
              <a:t>200</a:t>
            </a:r>
          </a:p>
        </p:txBody>
      </p:sp>
      <p:sp>
        <p:nvSpPr>
          <p:cNvPr id="47" name="Original frame">
            <a:extLst xmlns:a="http://schemas.openxmlformats.org/drawingml/2006/main">
              <a:ext uri="{FF2B5EF4-FFF2-40B4-BE49-F238E27FC236}">
                <a16:creationId xmlns:a16="http://schemas.microsoft.com/office/drawing/2014/main" id="{831DF478-9116-4577-8883-13F156D72AEB}"/>
              </a:ext>
            </a:extLst>
          </p:cNvPr>
          <p:cNvSpPr>
            <a:spLocks xmlns:a="http://schemas.openxmlformats.org/drawingml/2006/main" noGrp="1"/>
          </p:cNvSpPr>
          <p:nvPr/>
        </p:nvSpPr>
        <p:spPr>
          <a:xfrm xmlns:a="http://schemas.openxmlformats.org/drawingml/2006/main">
            <a:off x="7239000" y="4591050"/>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00" b="0">
                <a:solidFill>
                  <a:srgbClr val="667682"/>
                </a:solidFill>
                <a:latin typeface="Arial"/>
                <a:ea typeface="Arial"/>
                <a:cs typeface="Arial"/>
              </a:defRPr>
            </a:defPPr>
            <a:lvl1pPr algn="r">
              <a:defRPr sz="1500" b="0">
                <a:solidFill>
                  <a:srgbClr val="667682"/>
                </a:solidFill>
                <a:latin typeface="Arial"/>
                <a:ea typeface="Arial"/>
                <a:cs typeface="Arial"/>
              </a:defRPr>
            </a:lvl1pPr>
            <a:lvl2pPr algn="r">
              <a:defRPr sz="1500" b="0">
                <a:solidFill>
                  <a:srgbClr val="667682"/>
                </a:solidFill>
                <a:latin typeface="Arial"/>
                <a:ea typeface="Arial"/>
                <a:cs typeface="Arial"/>
              </a:defRPr>
            </a:lvl2pPr>
            <a:lvl3pPr algn="r">
              <a:defRPr sz="1500" b="0">
                <a:solidFill>
                  <a:srgbClr val="667682"/>
                </a:solidFill>
                <a:latin typeface="Arial"/>
                <a:ea typeface="Arial"/>
                <a:cs typeface="Arial"/>
              </a:defRPr>
            </a:lvl3pPr>
            <a:lvl4pPr algn="r">
              <a:defRPr sz="1500" b="0">
                <a:solidFill>
                  <a:srgbClr val="667682"/>
                </a:solidFill>
                <a:latin typeface="Arial"/>
                <a:ea typeface="Arial"/>
                <a:cs typeface="Arial"/>
              </a:defRPr>
            </a:lvl4pPr>
            <a:lvl5pPr algn="r">
              <a:defRPr sz="1500" b="0">
                <a:solidFill>
                  <a:srgbClr val="667682"/>
                </a:solidFill>
                <a:latin typeface="Arial"/>
                <a:ea typeface="Arial"/>
                <a:cs typeface="Arial"/>
              </a:defRPr>
            </a:lvl5pPr>
            <a:lvl6pPr algn="r">
              <a:defRPr sz="1500" b="0">
                <a:solidFill>
                  <a:srgbClr val="667682"/>
                </a:solidFill>
                <a:latin typeface="Arial"/>
                <a:ea typeface="Arial"/>
                <a:cs typeface="Arial"/>
              </a:defRPr>
            </a:lvl6pPr>
            <a:lvl7pPr algn="r">
              <a:defRPr sz="1500" b="0">
                <a:solidFill>
                  <a:srgbClr val="667682"/>
                </a:solidFill>
                <a:latin typeface="Arial"/>
                <a:ea typeface="Arial"/>
                <a:cs typeface="Arial"/>
              </a:defRPr>
            </a:lvl7pPr>
            <a:lvl8pPr algn="r">
              <a:defRPr sz="1500" b="0">
                <a:solidFill>
                  <a:srgbClr val="667682"/>
                </a:solidFill>
                <a:latin typeface="Arial"/>
                <a:ea typeface="Arial"/>
                <a:cs typeface="Arial"/>
              </a:defRPr>
            </a:lvl8pPr>
            <a:lvl9pPr algn="r">
              <a:defRPr sz="1500" b="0">
                <a:solidFill>
                  <a:srgbClr val="667682"/>
                </a:solidFill>
                <a:latin typeface="Arial"/>
                <a:ea typeface="Arial"/>
                <a:cs typeface="Arial"/>
              </a:defRPr>
            </a:lvl9pPr>
          </a:lstStyle>
          <a:p xmlns:a="http://schemas.openxmlformats.org/drawingml/2006/main">
            <a:pPr algn="r">
              <a:defRPr sz="1500" b="0">
                <a:solidFill>
                  <a:srgbClr val="667682"/>
                </a:solidFill>
                <a:latin typeface="Arial"/>
                <a:ea typeface="Arial"/>
                <a:cs typeface="Arial"/>
              </a:defRPr>
            </a:pPr>
            <a:r>
              <a:rPr sz="1500" b="0">
                <a:solidFill>
                  <a:srgbClr val="667682"/>
                </a:solidFill>
                <a:latin typeface="Arial"/>
                <a:ea typeface="Arial"/>
                <a:cs typeface="Arial"/>
              </a:rPr>
              <a:t>Original frame</a:t>
            </a:r>
          </a:p>
        </p:txBody>
      </p:sp>
      <p:sp>
        <p:nvSpPr>
          <p:cNvPr id="48" name="(b) Local position correspondence">
            <a:extLst xmlns:a="http://schemas.openxmlformats.org/drawingml/2006/main">
              <a:ext uri="{FF2B5EF4-FFF2-40B4-BE49-F238E27FC236}">
                <a16:creationId xmlns:a16="http://schemas.microsoft.com/office/drawing/2014/main" id="{7CA4EE56-DFE7-4435-B075-DFC63699ABFD}"/>
              </a:ext>
            </a:extLst>
          </p:cNvPr>
          <p:cNvSpPr>
            <a:spLocks xmlns:a="http://schemas.openxmlformats.org/drawingml/2006/main" noGrp="1"/>
          </p:cNvSpPr>
          <p:nvPr/>
        </p:nvSpPr>
        <p:spPr>
          <a:xfrm xmlns:a="http://schemas.openxmlformats.org/drawingml/2006/main">
            <a:off x="11544300" y="952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63238"/>
                </a:solidFill>
                <a:latin typeface="Arial"/>
                <a:ea typeface="Arial"/>
                <a:cs typeface="Arial"/>
              </a:defRPr>
            </a:defPPr>
            <a:lvl1pPr algn="l">
              <a:defRPr sz="2100" b="1">
                <a:solidFill>
                  <a:srgbClr val="263238"/>
                </a:solidFill>
                <a:latin typeface="Arial"/>
                <a:ea typeface="Arial"/>
                <a:cs typeface="Arial"/>
              </a:defRPr>
            </a:lvl1pPr>
            <a:lvl2pPr algn="l">
              <a:defRPr sz="2100" b="1">
                <a:solidFill>
                  <a:srgbClr val="263238"/>
                </a:solidFill>
                <a:latin typeface="Arial"/>
                <a:ea typeface="Arial"/>
                <a:cs typeface="Arial"/>
              </a:defRPr>
            </a:lvl2pPr>
            <a:lvl3pPr algn="l">
              <a:defRPr sz="2100" b="1">
                <a:solidFill>
                  <a:srgbClr val="263238"/>
                </a:solidFill>
                <a:latin typeface="Arial"/>
                <a:ea typeface="Arial"/>
                <a:cs typeface="Arial"/>
              </a:defRPr>
            </a:lvl3pPr>
            <a:lvl4pPr algn="l">
              <a:defRPr sz="2100" b="1">
                <a:solidFill>
                  <a:srgbClr val="263238"/>
                </a:solidFill>
                <a:latin typeface="Arial"/>
                <a:ea typeface="Arial"/>
                <a:cs typeface="Arial"/>
              </a:defRPr>
            </a:lvl4pPr>
            <a:lvl5pPr algn="l">
              <a:defRPr sz="2100" b="1">
                <a:solidFill>
                  <a:srgbClr val="263238"/>
                </a:solidFill>
                <a:latin typeface="Arial"/>
                <a:ea typeface="Arial"/>
                <a:cs typeface="Arial"/>
              </a:defRPr>
            </a:lvl5pPr>
            <a:lvl6pPr algn="l">
              <a:defRPr sz="2100" b="1">
                <a:solidFill>
                  <a:srgbClr val="263238"/>
                </a:solidFill>
                <a:latin typeface="Arial"/>
                <a:ea typeface="Arial"/>
                <a:cs typeface="Arial"/>
              </a:defRPr>
            </a:lvl6pPr>
            <a:lvl7pPr algn="l">
              <a:defRPr sz="2100" b="1">
                <a:solidFill>
                  <a:srgbClr val="263238"/>
                </a:solidFill>
                <a:latin typeface="Arial"/>
                <a:ea typeface="Arial"/>
                <a:cs typeface="Arial"/>
              </a:defRPr>
            </a:lvl7pPr>
            <a:lvl8pPr algn="l">
              <a:defRPr sz="2100" b="1">
                <a:solidFill>
                  <a:srgbClr val="263238"/>
                </a:solidFill>
                <a:latin typeface="Arial"/>
                <a:ea typeface="Arial"/>
                <a:cs typeface="Arial"/>
              </a:defRPr>
            </a:lvl8pPr>
            <a:lvl9pPr algn="l">
              <a:defRPr sz="2100" b="1">
                <a:solidFill>
                  <a:srgbClr val="263238"/>
                </a:solidFill>
                <a:latin typeface="Arial"/>
                <a:ea typeface="Arial"/>
                <a:cs typeface="Arial"/>
              </a:defRPr>
            </a:lvl9pPr>
          </a:lstStyle>
          <a:p xmlns:a="http://schemas.openxmlformats.org/drawingml/2006/main">
            <a:pPr algn="l">
              <a:defRPr sz="2100" b="1">
                <a:solidFill>
                  <a:srgbClr val="263238"/>
                </a:solidFill>
                <a:latin typeface="Arial"/>
                <a:ea typeface="Arial"/>
                <a:cs typeface="Arial"/>
              </a:defRPr>
            </a:pPr>
            <a:r>
              <a:rPr sz="2100" b="1">
                <a:solidFill>
                  <a:srgbClr val="263238"/>
                </a:solidFill>
                <a:latin typeface="Arial"/>
                <a:ea typeface="Arial"/>
                <a:cs typeface="Arial"/>
              </a:rPr>
              <a:t>(b) Local position correspondence</a:t>
            </a:r>
          </a:p>
        </p:txBody>
      </p:sp>
      <p:sp>
        <p:nvSpPr>
          <p:cNvPr id="49" name="line">
            <a:extLst xmlns:a="http://schemas.openxmlformats.org/drawingml/2006/main">
              <a:ext uri="{FF2B5EF4-FFF2-40B4-BE49-F238E27FC236}">
                <a16:creationId xmlns:a16="http://schemas.microsoft.com/office/drawing/2014/main" id="{BAE31766-1ADB-493A-830C-0107D07A9789}"/>
              </a:ext>
            </a:extLst>
          </p:cNvPr>
          <p:cNvSpPr>
            <a:spLocks xmlns:a="http://schemas.openxmlformats.org/drawingml/2006/main" noGrp="1"/>
          </p:cNvSpPr>
          <p:nvPr/>
        </p:nvSpPr>
        <p:spPr>
          <a:xfrm xmlns:a="http://schemas.openxmlformats.org/drawingml/2006/main">
            <a:off x="11811000" y="619125"/>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9050">
            <a:solidFill>
              <a:srgbClr val="263238"/>
            </a:solidFill>
            <a:prstDash val="solid"/>
          </a:ln>
        </p:spPr>
      </p:sp>
      <p:sp>
        <p:nvSpPr>
          <p:cNvPr id="50" name="layout u">
            <a:extLst xmlns:a="http://schemas.openxmlformats.org/drawingml/2006/main">
              <a:ext uri="{FF2B5EF4-FFF2-40B4-BE49-F238E27FC236}">
                <a16:creationId xmlns:a16="http://schemas.microsoft.com/office/drawing/2014/main" id="{87704592-83B9-4902-BA46-0AAAE8DF8C14}"/>
              </a:ext>
            </a:extLst>
          </p:cNvPr>
          <p:cNvSpPr>
            <a:spLocks xmlns:a="http://schemas.openxmlformats.org/drawingml/2006/main" noGrp="1"/>
          </p:cNvSpPr>
          <p:nvPr/>
        </p:nvSpPr>
        <p:spPr>
          <a:xfrm xmlns:a="http://schemas.openxmlformats.org/drawingml/2006/main">
            <a:off x="12268200" y="476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263238"/>
                </a:solidFill>
                <a:latin typeface="Arial"/>
                <a:ea typeface="Arial"/>
                <a:cs typeface="Arial"/>
              </a:defRPr>
            </a:defPPr>
            <a:lvl1pPr algn="l">
              <a:defRPr sz="1575" b="0">
                <a:solidFill>
                  <a:srgbClr val="263238"/>
                </a:solidFill>
                <a:latin typeface="Arial"/>
                <a:ea typeface="Arial"/>
                <a:cs typeface="Arial"/>
              </a:defRPr>
            </a:lvl1pPr>
            <a:lvl2pPr algn="l">
              <a:defRPr sz="1575" b="0">
                <a:solidFill>
                  <a:srgbClr val="263238"/>
                </a:solidFill>
                <a:latin typeface="Arial"/>
                <a:ea typeface="Arial"/>
                <a:cs typeface="Arial"/>
              </a:defRPr>
            </a:lvl2pPr>
            <a:lvl3pPr algn="l">
              <a:defRPr sz="1575" b="0">
                <a:solidFill>
                  <a:srgbClr val="263238"/>
                </a:solidFill>
                <a:latin typeface="Arial"/>
                <a:ea typeface="Arial"/>
                <a:cs typeface="Arial"/>
              </a:defRPr>
            </a:lvl3pPr>
            <a:lvl4pPr algn="l">
              <a:defRPr sz="1575" b="0">
                <a:solidFill>
                  <a:srgbClr val="263238"/>
                </a:solidFill>
                <a:latin typeface="Arial"/>
                <a:ea typeface="Arial"/>
                <a:cs typeface="Arial"/>
              </a:defRPr>
            </a:lvl4pPr>
            <a:lvl5pPr algn="l">
              <a:defRPr sz="1575" b="0">
                <a:solidFill>
                  <a:srgbClr val="263238"/>
                </a:solidFill>
                <a:latin typeface="Arial"/>
                <a:ea typeface="Arial"/>
                <a:cs typeface="Arial"/>
              </a:defRPr>
            </a:lvl5pPr>
            <a:lvl6pPr algn="l">
              <a:defRPr sz="1575" b="0">
                <a:solidFill>
                  <a:srgbClr val="263238"/>
                </a:solidFill>
                <a:latin typeface="Arial"/>
                <a:ea typeface="Arial"/>
                <a:cs typeface="Arial"/>
              </a:defRPr>
            </a:lvl6pPr>
            <a:lvl7pPr algn="l">
              <a:defRPr sz="1575" b="0">
                <a:solidFill>
                  <a:srgbClr val="263238"/>
                </a:solidFill>
                <a:latin typeface="Arial"/>
                <a:ea typeface="Arial"/>
                <a:cs typeface="Arial"/>
              </a:defRPr>
            </a:lvl7pPr>
            <a:lvl8pPr algn="l">
              <a:defRPr sz="1575" b="0">
                <a:solidFill>
                  <a:srgbClr val="263238"/>
                </a:solidFill>
                <a:latin typeface="Arial"/>
                <a:ea typeface="Arial"/>
                <a:cs typeface="Arial"/>
              </a:defRPr>
            </a:lvl8pPr>
            <a:lvl9pPr algn="l">
              <a:defRPr sz="1575" b="0">
                <a:solidFill>
                  <a:srgbClr val="263238"/>
                </a:solidFill>
                <a:latin typeface="Arial"/>
                <a:ea typeface="Arial"/>
                <a:cs typeface="Arial"/>
              </a:defRPr>
            </a:lvl9pPr>
          </a:lstStyle>
          <a:p xmlns:a="http://schemas.openxmlformats.org/drawingml/2006/main">
            <a:pPr algn="l">
              <a:defRPr sz="1575" b="0">
                <a:solidFill>
                  <a:srgbClr val="263238"/>
                </a:solidFill>
                <a:latin typeface="Arial"/>
                <a:ea typeface="Arial"/>
                <a:cs typeface="Arial"/>
              </a:defRPr>
            </a:pPr>
            <a:r>
              <a:rPr sz="1575" b="0">
                <a:solidFill>
                  <a:srgbClr val="263238"/>
                </a:solidFill>
                <a:latin typeface="Arial"/>
                <a:ea typeface="Arial"/>
                <a:cs typeface="Arial"/>
              </a:rPr>
              <a:t>layout u</a:t>
            </a:r>
          </a:p>
        </p:txBody>
      </p:sp>
      <p:sp>
        <p:nvSpPr>
          <p:cNvPr id="51" name="line">
            <a:extLst xmlns:a="http://schemas.openxmlformats.org/drawingml/2006/main">
              <a:ext uri="{FF2B5EF4-FFF2-40B4-BE49-F238E27FC236}">
                <a16:creationId xmlns:a16="http://schemas.microsoft.com/office/drawing/2014/main" id="{0FB28716-4A39-47C1-9FE9-0527D007D461}"/>
              </a:ext>
            </a:extLst>
          </p:cNvPr>
          <p:cNvSpPr>
            <a:spLocks xmlns:a="http://schemas.openxmlformats.org/drawingml/2006/main" noGrp="1"/>
          </p:cNvSpPr>
          <p:nvPr/>
        </p:nvSpPr>
        <p:spPr>
          <a:xfrm xmlns:a="http://schemas.openxmlformats.org/drawingml/2006/main">
            <a:off x="14001750" y="619125"/>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3335">
            <a:solidFill>
              <a:srgbClr val="263238"/>
            </a:solidFill>
            <a:prstDash val="dash"/>
          </a:ln>
        </p:spPr>
      </p:sp>
      <p:sp>
        <p:nvSpPr>
          <p:cNvPr id="52" name="reference q">
            <a:extLst xmlns:a="http://schemas.openxmlformats.org/drawingml/2006/main">
              <a:ext uri="{FF2B5EF4-FFF2-40B4-BE49-F238E27FC236}">
                <a16:creationId xmlns:a16="http://schemas.microsoft.com/office/drawing/2014/main" id="{09A24408-D46A-4EEB-8604-833E40285606}"/>
              </a:ext>
            </a:extLst>
          </p:cNvPr>
          <p:cNvSpPr>
            <a:spLocks xmlns:a="http://schemas.openxmlformats.org/drawingml/2006/main" noGrp="1"/>
          </p:cNvSpPr>
          <p:nvPr/>
        </p:nvSpPr>
        <p:spPr>
          <a:xfrm xmlns:a="http://schemas.openxmlformats.org/drawingml/2006/main">
            <a:off x="14458950" y="4762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263238"/>
                </a:solidFill>
                <a:latin typeface="Arial"/>
                <a:ea typeface="Arial"/>
                <a:cs typeface="Arial"/>
              </a:defRPr>
            </a:defPPr>
            <a:lvl1pPr algn="l">
              <a:defRPr sz="1575" b="0">
                <a:solidFill>
                  <a:srgbClr val="263238"/>
                </a:solidFill>
                <a:latin typeface="Arial"/>
                <a:ea typeface="Arial"/>
                <a:cs typeface="Arial"/>
              </a:defRPr>
            </a:lvl1pPr>
            <a:lvl2pPr algn="l">
              <a:defRPr sz="1575" b="0">
                <a:solidFill>
                  <a:srgbClr val="263238"/>
                </a:solidFill>
                <a:latin typeface="Arial"/>
                <a:ea typeface="Arial"/>
                <a:cs typeface="Arial"/>
              </a:defRPr>
            </a:lvl2pPr>
            <a:lvl3pPr algn="l">
              <a:defRPr sz="1575" b="0">
                <a:solidFill>
                  <a:srgbClr val="263238"/>
                </a:solidFill>
                <a:latin typeface="Arial"/>
                <a:ea typeface="Arial"/>
                <a:cs typeface="Arial"/>
              </a:defRPr>
            </a:lvl3pPr>
            <a:lvl4pPr algn="l">
              <a:defRPr sz="1575" b="0">
                <a:solidFill>
                  <a:srgbClr val="263238"/>
                </a:solidFill>
                <a:latin typeface="Arial"/>
                <a:ea typeface="Arial"/>
                <a:cs typeface="Arial"/>
              </a:defRPr>
            </a:lvl4pPr>
            <a:lvl5pPr algn="l">
              <a:defRPr sz="1575" b="0">
                <a:solidFill>
                  <a:srgbClr val="263238"/>
                </a:solidFill>
                <a:latin typeface="Arial"/>
                <a:ea typeface="Arial"/>
                <a:cs typeface="Arial"/>
              </a:defRPr>
            </a:lvl5pPr>
            <a:lvl6pPr algn="l">
              <a:defRPr sz="1575" b="0">
                <a:solidFill>
                  <a:srgbClr val="263238"/>
                </a:solidFill>
                <a:latin typeface="Arial"/>
                <a:ea typeface="Arial"/>
                <a:cs typeface="Arial"/>
              </a:defRPr>
            </a:lvl6pPr>
            <a:lvl7pPr algn="l">
              <a:defRPr sz="1575" b="0">
                <a:solidFill>
                  <a:srgbClr val="263238"/>
                </a:solidFill>
                <a:latin typeface="Arial"/>
                <a:ea typeface="Arial"/>
                <a:cs typeface="Arial"/>
              </a:defRPr>
            </a:lvl7pPr>
            <a:lvl8pPr algn="l">
              <a:defRPr sz="1575" b="0">
                <a:solidFill>
                  <a:srgbClr val="263238"/>
                </a:solidFill>
                <a:latin typeface="Arial"/>
                <a:ea typeface="Arial"/>
                <a:cs typeface="Arial"/>
              </a:defRPr>
            </a:lvl8pPr>
            <a:lvl9pPr algn="l">
              <a:defRPr sz="1575" b="0">
                <a:solidFill>
                  <a:srgbClr val="263238"/>
                </a:solidFill>
                <a:latin typeface="Arial"/>
                <a:ea typeface="Arial"/>
                <a:cs typeface="Arial"/>
              </a:defRPr>
            </a:lvl9pPr>
          </a:lstStyle>
          <a:p xmlns:a="http://schemas.openxmlformats.org/drawingml/2006/main">
            <a:pPr algn="l">
              <a:defRPr sz="1575" b="0">
                <a:solidFill>
                  <a:srgbClr val="263238"/>
                </a:solidFill>
                <a:latin typeface="Arial"/>
                <a:ea typeface="Arial"/>
                <a:cs typeface="Arial"/>
              </a:defRPr>
            </a:pPr>
            <a:r>
              <a:rPr sz="1575" b="0">
                <a:solidFill>
                  <a:srgbClr val="263238"/>
                </a:solidFill>
                <a:latin typeface="Arial"/>
                <a:ea typeface="Arial"/>
                <a:cs typeface="Arial"/>
              </a:rPr>
              <a:t>reference q</a:t>
            </a:r>
          </a:p>
        </p:txBody>
      </p:sp>
      <p:sp>
        <p:nvSpPr>
          <p:cNvPr id="53" name="RG-P">
            <a:extLst xmlns:a="http://schemas.openxmlformats.org/drawingml/2006/main">
              <a:ext uri="{FF2B5EF4-FFF2-40B4-BE49-F238E27FC236}">
                <a16:creationId xmlns:a16="http://schemas.microsoft.com/office/drawing/2014/main" id="{14911154-E617-4981-AC0C-F7DA27A52B77}"/>
              </a:ext>
            </a:extLst>
          </p:cNvPr>
          <p:cNvSpPr>
            <a:spLocks xmlns:a="http://schemas.openxmlformats.org/drawingml/2006/main" noGrp="1"/>
          </p:cNvSpPr>
          <p:nvPr/>
        </p:nvSpPr>
        <p:spPr>
          <a:xfrm xmlns:a="http://schemas.openxmlformats.org/drawingml/2006/main">
            <a:off x="11811000" y="790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263238"/>
                </a:solidFill>
                <a:latin typeface="Arial"/>
                <a:ea typeface="Arial"/>
                <a:cs typeface="Arial"/>
              </a:defRPr>
            </a:defPPr>
            <a:lvl1pPr algn="l">
              <a:defRPr sz="1725" b="1">
                <a:solidFill>
                  <a:srgbClr val="263238"/>
                </a:solidFill>
                <a:latin typeface="Arial"/>
                <a:ea typeface="Arial"/>
                <a:cs typeface="Arial"/>
              </a:defRPr>
            </a:lvl1pPr>
            <a:lvl2pPr algn="l">
              <a:defRPr sz="1725" b="1">
                <a:solidFill>
                  <a:srgbClr val="263238"/>
                </a:solidFill>
                <a:latin typeface="Arial"/>
                <a:ea typeface="Arial"/>
                <a:cs typeface="Arial"/>
              </a:defRPr>
            </a:lvl2pPr>
            <a:lvl3pPr algn="l">
              <a:defRPr sz="1725" b="1">
                <a:solidFill>
                  <a:srgbClr val="263238"/>
                </a:solidFill>
                <a:latin typeface="Arial"/>
                <a:ea typeface="Arial"/>
                <a:cs typeface="Arial"/>
              </a:defRPr>
            </a:lvl3pPr>
            <a:lvl4pPr algn="l">
              <a:defRPr sz="1725" b="1">
                <a:solidFill>
                  <a:srgbClr val="263238"/>
                </a:solidFill>
                <a:latin typeface="Arial"/>
                <a:ea typeface="Arial"/>
                <a:cs typeface="Arial"/>
              </a:defRPr>
            </a:lvl4pPr>
            <a:lvl5pPr algn="l">
              <a:defRPr sz="1725" b="1">
                <a:solidFill>
                  <a:srgbClr val="263238"/>
                </a:solidFill>
                <a:latin typeface="Arial"/>
                <a:ea typeface="Arial"/>
                <a:cs typeface="Arial"/>
              </a:defRPr>
            </a:lvl5pPr>
            <a:lvl6pPr algn="l">
              <a:defRPr sz="1725" b="1">
                <a:solidFill>
                  <a:srgbClr val="263238"/>
                </a:solidFill>
                <a:latin typeface="Arial"/>
                <a:ea typeface="Arial"/>
                <a:cs typeface="Arial"/>
              </a:defRPr>
            </a:lvl6pPr>
            <a:lvl7pPr algn="l">
              <a:defRPr sz="1725" b="1">
                <a:solidFill>
                  <a:srgbClr val="263238"/>
                </a:solidFill>
                <a:latin typeface="Arial"/>
                <a:ea typeface="Arial"/>
                <a:cs typeface="Arial"/>
              </a:defRPr>
            </a:lvl7pPr>
            <a:lvl8pPr algn="l">
              <a:defRPr sz="1725" b="1">
                <a:solidFill>
                  <a:srgbClr val="263238"/>
                </a:solidFill>
                <a:latin typeface="Arial"/>
                <a:ea typeface="Arial"/>
                <a:cs typeface="Arial"/>
              </a:defRPr>
            </a:lvl8pPr>
            <a:lvl9pPr algn="l">
              <a:defRPr sz="1725" b="1">
                <a:solidFill>
                  <a:srgbClr val="263238"/>
                </a:solidFill>
                <a:latin typeface="Arial"/>
                <a:ea typeface="Arial"/>
                <a:cs typeface="Arial"/>
              </a:defRPr>
            </a:lvl9pPr>
          </a:lstStyle>
          <a:p xmlns:a="http://schemas.openxmlformats.org/drawingml/2006/main">
            <a:pPr algn="l">
              <a:defRPr sz="1725" b="1">
                <a:solidFill>
                  <a:srgbClr val="263238"/>
                </a:solidFill>
                <a:latin typeface="Arial"/>
                <a:ea typeface="Arial"/>
                <a:cs typeface="Arial"/>
              </a:defRPr>
            </a:pPr>
            <a:r>
              <a:rPr sz="1725" b="1">
                <a:solidFill>
                  <a:srgbClr val="263238"/>
                </a:solidFill>
                <a:latin typeface="Arial"/>
                <a:ea typeface="Arial"/>
                <a:cs typeface="Arial"/>
              </a:rPr>
              <a:t>RG-P</a:t>
            </a:r>
          </a:p>
        </p:txBody>
      </p:sp>
      <p:pic>
        <p:nvPicPr>
          <p:cNvPr id="54" name="">
            <a:extLst xmlns:a="http://schemas.openxmlformats.org/drawingml/2006/main">
              <a:ext uri="{FF2B5EF4-FFF2-40B4-BE49-F238E27FC236}">
                <a16:creationId xmlns:a16="http://schemas.microsoft.com/office/drawing/2014/main" id="{6429683A-327A-4A90-ABBF-2341758FBFCE}"/>
              </a:ext>
            </a:extLst>
          </p:cNvPr>
          <p:cNvPicPr>
            <a:picLocks xmlns:a="http://schemas.openxmlformats.org/drawingml/2006/main" noChangeAspect="1"/>
          </p:cNvPicPr>
          <p:nvPr/>
        </p:nvPicPr>
        <p:blipFill>
          <a:blip xmlns:r="http://schemas.openxmlformats.org/officeDocument/2006/relationships" xmlns:a="http://schemas.openxmlformats.org/drawingml/2006/main" r:embed="Rf64a4b6bed8448ce"/>
          <a:stretch xmlns:a="http://schemas.openxmlformats.org/drawingml/2006/main"/>
        </p:blipFill>
        <p:spPr>
          <a:xfrm xmlns:a="http://schemas.openxmlformats.org/drawingml/2006/main">
            <a:off x="12099507" y="1114425"/>
            <a:ext cx="4709361" cy="1333500"/>
          </a:xfrm>
          <a:prstGeom xmlns:a="http://schemas.openxmlformats.org/drawingml/2006/main" prst="rect">
            <a:avLst/>
          </a:prstGeom>
        </p:spPr>
      </p:pic>
      <p:sp>
        <p:nvSpPr>
          <p:cNvPr id="55" name="frame">
            <a:extLst xmlns:a="http://schemas.openxmlformats.org/drawingml/2006/main">
              <a:ext uri="{FF2B5EF4-FFF2-40B4-BE49-F238E27FC236}">
                <a16:creationId xmlns:a16="http://schemas.microsoft.com/office/drawing/2014/main" id="{486B63AB-C2BC-4E75-8141-D1E408B01793}"/>
              </a:ext>
            </a:extLst>
          </p:cNvPr>
          <p:cNvSpPr>
            <a:spLocks xmlns:a="http://schemas.openxmlformats.org/drawingml/2006/main" noGrp="1"/>
          </p:cNvSpPr>
          <p:nvPr/>
        </p:nvSpPr>
        <p:spPr>
          <a:xfrm xmlns:a="http://schemas.openxmlformats.org/drawingml/2006/main">
            <a:off x="12096750" y="1114425"/>
            <a:ext cx="4714875" cy="1333500"/>
          </a:xfrm>
          <a:prstGeom xmlns:a="http://schemas.openxmlformats.org/drawingml/2006/main" prst="rect">
            <a:avLst/>
          </a:prstGeom>
          <a:noFill xmlns:a="http://schemas.openxmlformats.org/drawingml/2006/main"/>
          <a:ln xmlns:a="http://schemas.openxmlformats.org/drawingml/2006/main" w="7620">
            <a:solidFill>
              <a:srgbClr val="D5DDE2"/>
            </a:solidFill>
            <a:prstDash val="solid"/>
          </a:ln>
        </p:spPr>
      </p:sp>
      <p:sp>
        <p:nvSpPr>
          <p:cNvPr id="56" name="0.2">
            <a:extLst xmlns:a="http://schemas.openxmlformats.org/drawingml/2006/main">
              <a:ext uri="{FF2B5EF4-FFF2-40B4-BE49-F238E27FC236}">
                <a16:creationId xmlns:a16="http://schemas.microsoft.com/office/drawing/2014/main" id="{68F12732-1C07-4175-9455-65C272C0DC78}"/>
              </a:ext>
            </a:extLst>
          </p:cNvPr>
          <p:cNvSpPr>
            <a:spLocks xmlns:a="http://schemas.openxmlformats.org/drawingml/2006/main" noGrp="1"/>
          </p:cNvSpPr>
          <p:nvPr/>
        </p:nvSpPr>
        <p:spPr>
          <a:xfrm xmlns:a="http://schemas.openxmlformats.org/drawingml/2006/main">
            <a:off x="11544300" y="23431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0.2</a:t>
            </a:r>
          </a:p>
        </p:txBody>
      </p:sp>
      <p:sp>
        <p:nvSpPr>
          <p:cNvPr id="57" name="0.5">
            <a:extLst xmlns:a="http://schemas.openxmlformats.org/drawingml/2006/main">
              <a:ext uri="{FF2B5EF4-FFF2-40B4-BE49-F238E27FC236}">
                <a16:creationId xmlns:a16="http://schemas.microsoft.com/office/drawing/2014/main" id="{AF303D35-ED98-4B23-95B5-B834DB287210}"/>
              </a:ext>
            </a:extLst>
          </p:cNvPr>
          <p:cNvSpPr>
            <a:spLocks xmlns:a="http://schemas.openxmlformats.org/drawingml/2006/main" noGrp="1"/>
          </p:cNvSpPr>
          <p:nvPr/>
        </p:nvSpPr>
        <p:spPr>
          <a:xfrm xmlns:a="http://schemas.openxmlformats.org/drawingml/2006/main">
            <a:off x="11544300" y="177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0.5</a:t>
            </a:r>
          </a:p>
        </p:txBody>
      </p:sp>
      <p:sp>
        <p:nvSpPr>
          <p:cNvPr id="58" name="0.9">
            <a:extLst xmlns:a="http://schemas.openxmlformats.org/drawingml/2006/main">
              <a:ext uri="{FF2B5EF4-FFF2-40B4-BE49-F238E27FC236}">
                <a16:creationId xmlns:a16="http://schemas.microsoft.com/office/drawing/2014/main" id="{621F348D-C60C-4EDF-A6A6-9516468B786E}"/>
              </a:ext>
            </a:extLst>
          </p:cNvPr>
          <p:cNvSpPr>
            <a:spLocks xmlns:a="http://schemas.openxmlformats.org/drawingml/2006/main" noGrp="1"/>
          </p:cNvSpPr>
          <p:nvPr/>
        </p:nvSpPr>
        <p:spPr>
          <a:xfrm xmlns:a="http://schemas.openxmlformats.org/drawingml/2006/main">
            <a:off x="11544300" y="1009883"/>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0.9</a:t>
            </a:r>
          </a:p>
        </p:txBody>
      </p:sp>
      <p:sp>
        <p:nvSpPr>
          <p:cNvPr id="59" name="135">
            <a:extLst xmlns:a="http://schemas.openxmlformats.org/drawingml/2006/main">
              <a:ext uri="{FF2B5EF4-FFF2-40B4-BE49-F238E27FC236}">
                <a16:creationId xmlns:a16="http://schemas.microsoft.com/office/drawing/2014/main" id="{AD2C9CFF-C5FC-4553-8FC7-7F4BDE7FA901}"/>
              </a:ext>
            </a:extLst>
          </p:cNvPr>
          <p:cNvSpPr>
            <a:spLocks xmlns:a="http://schemas.openxmlformats.org/drawingml/2006/main" noGrp="1"/>
          </p:cNvSpPr>
          <p:nvPr/>
        </p:nvSpPr>
        <p:spPr>
          <a:xfrm xmlns:a="http://schemas.openxmlformats.org/drawingml/2006/main">
            <a:off x="12072938" y="24860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135</a:t>
            </a:r>
          </a:p>
        </p:txBody>
      </p:sp>
      <p:sp>
        <p:nvSpPr>
          <p:cNvPr id="60" name="140">
            <a:extLst xmlns:a="http://schemas.openxmlformats.org/drawingml/2006/main">
              <a:ext uri="{FF2B5EF4-FFF2-40B4-BE49-F238E27FC236}">
                <a16:creationId xmlns:a16="http://schemas.microsoft.com/office/drawing/2014/main" id="{4F4A30FF-089F-4C1F-842D-A2735EB1DC77}"/>
              </a:ext>
            </a:extLst>
          </p:cNvPr>
          <p:cNvSpPr>
            <a:spLocks xmlns:a="http://schemas.openxmlformats.org/drawingml/2006/main" noGrp="1"/>
          </p:cNvSpPr>
          <p:nvPr/>
        </p:nvSpPr>
        <p:spPr>
          <a:xfrm xmlns:a="http://schemas.openxmlformats.org/drawingml/2006/main">
            <a:off x="14216063" y="24860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140</a:t>
            </a:r>
          </a:p>
        </p:txBody>
      </p:sp>
      <p:sp>
        <p:nvSpPr>
          <p:cNvPr id="61" name="145">
            <a:extLst xmlns:a="http://schemas.openxmlformats.org/drawingml/2006/main">
              <a:ext uri="{FF2B5EF4-FFF2-40B4-BE49-F238E27FC236}">
                <a16:creationId xmlns:a16="http://schemas.microsoft.com/office/drawing/2014/main" id="{53D5844E-2326-4976-8CBF-1D40331A03BC}"/>
              </a:ext>
            </a:extLst>
          </p:cNvPr>
          <p:cNvSpPr>
            <a:spLocks xmlns:a="http://schemas.openxmlformats.org/drawingml/2006/main" noGrp="1"/>
          </p:cNvSpPr>
          <p:nvPr/>
        </p:nvSpPr>
        <p:spPr>
          <a:xfrm xmlns:a="http://schemas.openxmlformats.org/drawingml/2006/main">
            <a:off x="16359188" y="24860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145</a:t>
            </a:r>
          </a:p>
        </p:txBody>
      </p:sp>
      <p:sp>
        <p:nvSpPr>
          <p:cNvPr id="62" name="selected frame 140">
            <a:extLst xmlns:a="http://schemas.openxmlformats.org/drawingml/2006/main">
              <a:ext uri="{FF2B5EF4-FFF2-40B4-BE49-F238E27FC236}">
                <a16:creationId xmlns:a16="http://schemas.microsoft.com/office/drawing/2014/main" id="{E9E32E6E-458D-4CC9-9114-9EF833565B72}"/>
              </a:ext>
            </a:extLst>
          </p:cNvPr>
          <p:cNvSpPr>
            <a:spLocks xmlns:a="http://schemas.openxmlformats.org/drawingml/2006/main" noGrp="1"/>
          </p:cNvSpPr>
          <p:nvPr/>
        </p:nvSpPr>
        <p:spPr>
          <a:xfrm xmlns:a="http://schemas.openxmlformats.org/drawingml/2006/main">
            <a:off x="14454188" y="1114425"/>
            <a:ext cx="95" cy="1333500"/>
          </a:xfrm>
          <a:custGeom xmlns:a="http://schemas.openxmlformats.org/drawingml/2006/main">
            <a:pathLst>
              <a:path w="95" h="1333500">
                <a:moveTo>
                  <a:pt x="0" y="0"/>
                </a:moveTo>
                <a:lnTo>
                  <a:pt x="0" y="1333500"/>
                </a:lnTo>
              </a:path>
            </a:pathLst>
          </a:custGeom>
          <a:noFill xmlns:a="http://schemas.openxmlformats.org/drawingml/2006/main"/>
          <a:ln xmlns:a="http://schemas.openxmlformats.org/drawingml/2006/main" w="9525">
            <a:solidFill>
              <a:srgbClr val="263238"/>
            </a:solidFill>
            <a:prstDash val="dash"/>
          </a:ln>
        </p:spPr>
      </p:sp>
      <p:sp>
        <p:nvSpPr>
          <p:cNvPr id="63" name="A/432: projected reference">
            <a:extLst xmlns:a="http://schemas.openxmlformats.org/drawingml/2006/main">
              <a:ext uri="{FF2B5EF4-FFF2-40B4-BE49-F238E27FC236}">
                <a16:creationId xmlns:a16="http://schemas.microsoft.com/office/drawing/2014/main" id="{7495A8BA-91E4-4762-8EAA-8849C7C35186}"/>
              </a:ext>
            </a:extLst>
          </p:cNvPr>
          <p:cNvSpPr>
            <a:spLocks xmlns:a="http://schemas.openxmlformats.org/drawingml/2006/main" noGrp="1"/>
          </p:cNvSpPr>
          <p:nvPr/>
        </p:nvSpPr>
        <p:spPr>
          <a:xfrm xmlns:a="http://schemas.openxmlformats.org/drawingml/2006/main">
            <a:off x="12311063" y="2066021"/>
            <a:ext cx="4286250" cy="212528"/>
          </a:xfrm>
          <a:custGeom xmlns:a="http://schemas.openxmlformats.org/drawingml/2006/main">
            <a:pathLst>
              <a:path w="4286250" h="212528">
                <a:moveTo>
                  <a:pt x="0" y="212528"/>
                </a:moveTo>
                <a:lnTo>
                  <a:pt x="428625" y="0"/>
                </a:lnTo>
                <a:lnTo>
                  <a:pt x="857250" y="126229"/>
                </a:lnTo>
                <a:lnTo>
                  <a:pt x="1285875" y="209557"/>
                </a:lnTo>
                <a:lnTo>
                  <a:pt x="1714500" y="209357"/>
                </a:lnTo>
                <a:lnTo>
                  <a:pt x="2143125" y="209357"/>
                </a:lnTo>
                <a:lnTo>
                  <a:pt x="2571750" y="209357"/>
                </a:lnTo>
                <a:lnTo>
                  <a:pt x="3000375" y="0"/>
                </a:lnTo>
                <a:lnTo>
                  <a:pt x="3429000" y="210280"/>
                </a:lnTo>
                <a:lnTo>
                  <a:pt x="3857625" y="0"/>
                </a:lnTo>
                <a:lnTo>
                  <a:pt x="4286250" y="0"/>
                </a:lnTo>
              </a:path>
            </a:pathLst>
          </a:custGeom>
          <a:noFill xmlns:a="http://schemas.openxmlformats.org/drawingml/2006/main"/>
          <a:ln xmlns:a="http://schemas.openxmlformats.org/drawingml/2006/main" w="14288">
            <a:solidFill>
              <a:srgbClr val="0072B2"/>
            </a:solidFill>
            <a:prstDash val="dash"/>
          </a:ln>
        </p:spPr>
      </p:sp>
      <p:sp>
        <p:nvSpPr>
          <p:cNvPr id="64" name="data path">
            <a:extLst xmlns:a="http://schemas.openxmlformats.org/drawingml/2006/main">
              <a:ext uri="{FF2B5EF4-FFF2-40B4-BE49-F238E27FC236}">
                <a16:creationId xmlns:a16="http://schemas.microsoft.com/office/drawing/2014/main" id="{DE21FF7D-CDC1-43BB-883A-0794C94A5545}"/>
              </a:ext>
            </a:extLst>
          </p:cNvPr>
          <p:cNvSpPr>
            <a:spLocks xmlns:a="http://schemas.openxmlformats.org/drawingml/2006/main" noGrp="1"/>
          </p:cNvSpPr>
          <p:nvPr/>
        </p:nvSpPr>
        <p:spPr>
          <a:xfrm xmlns:a="http://schemas.openxmlformats.org/drawingml/2006/main">
            <a:off x="12311063" y="1910943"/>
            <a:ext cx="4286250" cy="262426"/>
          </a:xfrm>
          <a:custGeom xmlns:a="http://schemas.openxmlformats.org/drawingml/2006/main">
            <a:pathLst>
              <a:path w="4286250" h="262426">
                <a:moveTo>
                  <a:pt x="0" y="210083"/>
                </a:moveTo>
                <a:lnTo>
                  <a:pt x="428625" y="19632"/>
                </a:lnTo>
                <a:lnTo>
                  <a:pt x="857250" y="188765"/>
                </a:lnTo>
                <a:lnTo>
                  <a:pt x="1285875" y="244784"/>
                </a:lnTo>
                <a:lnTo>
                  <a:pt x="1714500" y="262426"/>
                </a:lnTo>
                <a:lnTo>
                  <a:pt x="2143125" y="255233"/>
                </a:lnTo>
                <a:lnTo>
                  <a:pt x="2571750" y="256628"/>
                </a:lnTo>
                <a:lnTo>
                  <a:pt x="3000375" y="217712"/>
                </a:lnTo>
                <a:lnTo>
                  <a:pt x="3429000" y="200201"/>
                </a:lnTo>
                <a:lnTo>
                  <a:pt x="3857625" y="0"/>
                </a:lnTo>
                <a:lnTo>
                  <a:pt x="4286250" y="61338"/>
                </a:lnTo>
              </a:path>
            </a:pathLst>
          </a:custGeom>
          <a:noFill xmlns:a="http://schemas.openxmlformats.org/drawingml/2006/main"/>
          <a:ln xmlns:a="http://schemas.openxmlformats.org/drawingml/2006/main" w="45720">
            <a:solidFill>
              <a:srgbClr val="FFFFFF"/>
            </a:solidFill>
            <a:prstDash val="solid"/>
          </a:ln>
        </p:spPr>
      </p:sp>
      <p:sp>
        <p:nvSpPr>
          <p:cNvPr id="65" name="A/432: saved layout anchor">
            <a:extLst xmlns:a="http://schemas.openxmlformats.org/drawingml/2006/main">
              <a:ext uri="{FF2B5EF4-FFF2-40B4-BE49-F238E27FC236}">
                <a16:creationId xmlns:a16="http://schemas.microsoft.com/office/drawing/2014/main" id="{C0300B19-F373-4928-AC3B-9063D92DA05C}"/>
              </a:ext>
            </a:extLst>
          </p:cNvPr>
          <p:cNvSpPr>
            <a:spLocks xmlns:a="http://schemas.openxmlformats.org/drawingml/2006/main" noGrp="1"/>
          </p:cNvSpPr>
          <p:nvPr/>
        </p:nvSpPr>
        <p:spPr>
          <a:xfrm xmlns:a="http://schemas.openxmlformats.org/drawingml/2006/main">
            <a:off x="12311063" y="1910943"/>
            <a:ext cx="4286250" cy="262426"/>
          </a:xfrm>
          <a:custGeom xmlns:a="http://schemas.openxmlformats.org/drawingml/2006/main">
            <a:pathLst>
              <a:path w="4286250" h="262426">
                <a:moveTo>
                  <a:pt x="0" y="210083"/>
                </a:moveTo>
                <a:lnTo>
                  <a:pt x="428625" y="19632"/>
                </a:lnTo>
                <a:lnTo>
                  <a:pt x="857250" y="188765"/>
                </a:lnTo>
                <a:lnTo>
                  <a:pt x="1285875" y="244784"/>
                </a:lnTo>
                <a:lnTo>
                  <a:pt x="1714500" y="262426"/>
                </a:lnTo>
                <a:lnTo>
                  <a:pt x="2143125" y="255233"/>
                </a:lnTo>
                <a:lnTo>
                  <a:pt x="2571750" y="256628"/>
                </a:lnTo>
                <a:lnTo>
                  <a:pt x="3000375" y="217712"/>
                </a:lnTo>
                <a:lnTo>
                  <a:pt x="3429000" y="200201"/>
                </a:lnTo>
                <a:lnTo>
                  <a:pt x="3857625" y="0"/>
                </a:lnTo>
                <a:lnTo>
                  <a:pt x="4286250" y="61338"/>
                </a:lnTo>
              </a:path>
            </a:pathLst>
          </a:custGeom>
          <a:noFill xmlns:a="http://schemas.openxmlformats.org/drawingml/2006/main"/>
          <a:ln xmlns:a="http://schemas.openxmlformats.org/drawingml/2006/main" w="20003">
            <a:solidFill>
              <a:srgbClr val="0072B2"/>
            </a:solidFill>
            <a:prstDash val="solid"/>
          </a:ln>
        </p:spPr>
      </p:sp>
      <p:sp>
        <p:nvSpPr>
          <p:cNvPr id="66" name="saved point">
            <a:extLst xmlns:a="http://schemas.openxmlformats.org/drawingml/2006/main">
              <a:ext uri="{FF2B5EF4-FFF2-40B4-BE49-F238E27FC236}">
                <a16:creationId xmlns:a16="http://schemas.microsoft.com/office/drawing/2014/main" id="{4A5030A3-D898-4FB6-97F2-96B9ED9531CA}"/>
              </a:ext>
            </a:extLst>
          </p:cNvPr>
          <p:cNvSpPr>
            <a:spLocks xmlns:a="http://schemas.openxmlformats.org/drawingml/2006/main" noGrp="1"/>
          </p:cNvSpPr>
          <p:nvPr/>
        </p:nvSpPr>
        <p:spPr>
          <a:xfrm xmlns:a="http://schemas.openxmlformats.org/drawingml/2006/main">
            <a:off x="14411325" y="2123313"/>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ln>
        </p:spPr>
      </p:sp>
      <p:sp>
        <p:nvSpPr>
          <p:cNvPr id="67" name="B/462: projected reference">
            <a:extLst xmlns:a="http://schemas.openxmlformats.org/drawingml/2006/main">
              <a:ext uri="{FF2B5EF4-FFF2-40B4-BE49-F238E27FC236}">
                <a16:creationId xmlns:a16="http://schemas.microsoft.com/office/drawing/2014/main" id="{A4E12132-5C86-401D-B272-D0F72686E7E3}"/>
              </a:ext>
            </a:extLst>
          </p:cNvPr>
          <p:cNvSpPr>
            <a:spLocks xmlns:a="http://schemas.openxmlformats.org/drawingml/2006/main" noGrp="1"/>
          </p:cNvSpPr>
          <p:nvPr/>
        </p:nvSpPr>
        <p:spPr>
          <a:xfrm xmlns:a="http://schemas.openxmlformats.org/drawingml/2006/main">
            <a:off x="12311063" y="1298329"/>
            <a:ext cx="2571750" cy="77468"/>
          </a:xfrm>
          <a:custGeom xmlns:a="http://schemas.openxmlformats.org/drawingml/2006/main">
            <a:pathLst>
              <a:path w="2571750" h="77468">
                <a:moveTo>
                  <a:pt x="0" y="55117"/>
                </a:moveTo>
                <a:lnTo>
                  <a:pt x="428625" y="53269"/>
                </a:lnTo>
                <a:lnTo>
                  <a:pt x="857250" y="42291"/>
                </a:lnTo>
                <a:lnTo>
                  <a:pt x="1285875" y="77468"/>
                </a:lnTo>
                <a:lnTo>
                  <a:pt x="1714500" y="75620"/>
                </a:lnTo>
                <a:lnTo>
                  <a:pt x="2143125" y="0"/>
                </a:lnTo>
                <a:lnTo>
                  <a:pt x="2571750" y="62070"/>
                </a:lnTo>
              </a:path>
            </a:pathLst>
          </a:custGeom>
          <a:noFill xmlns:a="http://schemas.openxmlformats.org/drawingml/2006/main"/>
          <a:ln xmlns:a="http://schemas.openxmlformats.org/drawingml/2006/main" w="14288">
            <a:solidFill>
              <a:srgbClr val="D55E00"/>
            </a:solidFill>
            <a:prstDash val="dash"/>
          </a:ln>
        </p:spPr>
      </p:sp>
      <p:sp>
        <p:nvSpPr>
          <p:cNvPr id="68" name="data path">
            <a:extLst xmlns:a="http://schemas.openxmlformats.org/drawingml/2006/main">
              <a:ext uri="{FF2B5EF4-FFF2-40B4-BE49-F238E27FC236}">
                <a16:creationId xmlns:a16="http://schemas.microsoft.com/office/drawing/2014/main" id="{0B009D20-BB28-4CD6-9C67-3CCD60DBD244}"/>
              </a:ext>
            </a:extLst>
          </p:cNvPr>
          <p:cNvSpPr>
            <a:spLocks xmlns:a="http://schemas.openxmlformats.org/drawingml/2006/main" noGrp="1"/>
          </p:cNvSpPr>
          <p:nvPr/>
        </p:nvSpPr>
        <p:spPr>
          <a:xfrm xmlns:a="http://schemas.openxmlformats.org/drawingml/2006/main">
            <a:off x="12311063" y="1455538"/>
            <a:ext cx="2571750" cy="135492"/>
          </a:xfrm>
          <a:custGeom xmlns:a="http://schemas.openxmlformats.org/drawingml/2006/main">
            <a:pathLst>
              <a:path w="2571750" h="135492">
                <a:moveTo>
                  <a:pt x="0" y="120031"/>
                </a:moveTo>
                <a:lnTo>
                  <a:pt x="428625" y="0"/>
                </a:lnTo>
                <a:lnTo>
                  <a:pt x="857250" y="109089"/>
                </a:lnTo>
                <a:lnTo>
                  <a:pt x="1285875" y="126090"/>
                </a:lnTo>
                <a:lnTo>
                  <a:pt x="1714500" y="135492"/>
                </a:lnTo>
                <a:lnTo>
                  <a:pt x="2143125" y="92174"/>
                </a:lnTo>
                <a:lnTo>
                  <a:pt x="2571750" y="122690"/>
                </a:lnTo>
              </a:path>
            </a:pathLst>
          </a:custGeom>
          <a:noFill xmlns:a="http://schemas.openxmlformats.org/drawingml/2006/main"/>
          <a:ln xmlns:a="http://schemas.openxmlformats.org/drawingml/2006/main" w="45720">
            <a:solidFill>
              <a:srgbClr val="FFFFFF"/>
            </a:solidFill>
            <a:prstDash val="solid"/>
          </a:ln>
        </p:spPr>
      </p:sp>
      <p:sp>
        <p:nvSpPr>
          <p:cNvPr id="69" name="B/462: saved layout anchor">
            <a:extLst xmlns:a="http://schemas.openxmlformats.org/drawingml/2006/main">
              <a:ext uri="{FF2B5EF4-FFF2-40B4-BE49-F238E27FC236}">
                <a16:creationId xmlns:a16="http://schemas.microsoft.com/office/drawing/2014/main" id="{1998DE3F-CCAC-415D-B7DD-23C1E83FD438}"/>
              </a:ext>
            </a:extLst>
          </p:cNvPr>
          <p:cNvSpPr>
            <a:spLocks xmlns:a="http://schemas.openxmlformats.org/drawingml/2006/main" noGrp="1"/>
          </p:cNvSpPr>
          <p:nvPr/>
        </p:nvSpPr>
        <p:spPr>
          <a:xfrm xmlns:a="http://schemas.openxmlformats.org/drawingml/2006/main">
            <a:off x="12311063" y="1455538"/>
            <a:ext cx="2571750" cy="135492"/>
          </a:xfrm>
          <a:custGeom xmlns:a="http://schemas.openxmlformats.org/drawingml/2006/main">
            <a:pathLst>
              <a:path w="2571750" h="135492">
                <a:moveTo>
                  <a:pt x="0" y="120031"/>
                </a:moveTo>
                <a:lnTo>
                  <a:pt x="428625" y="0"/>
                </a:lnTo>
                <a:lnTo>
                  <a:pt x="857250" y="109089"/>
                </a:lnTo>
                <a:lnTo>
                  <a:pt x="1285875" y="126090"/>
                </a:lnTo>
                <a:lnTo>
                  <a:pt x="1714500" y="135492"/>
                </a:lnTo>
                <a:lnTo>
                  <a:pt x="2143125" y="92174"/>
                </a:lnTo>
                <a:lnTo>
                  <a:pt x="2571750" y="122690"/>
                </a:lnTo>
              </a:path>
            </a:pathLst>
          </a:custGeom>
          <a:noFill xmlns:a="http://schemas.openxmlformats.org/drawingml/2006/main"/>
          <a:ln xmlns:a="http://schemas.openxmlformats.org/drawingml/2006/main" w="20003">
            <a:solidFill>
              <a:srgbClr val="D55E00"/>
            </a:solidFill>
            <a:prstDash val="solid"/>
          </a:ln>
        </p:spPr>
      </p:sp>
      <p:sp>
        <p:nvSpPr>
          <p:cNvPr id="70" name="saved point">
            <a:extLst xmlns:a="http://schemas.openxmlformats.org/drawingml/2006/main">
              <a:ext uri="{FF2B5EF4-FFF2-40B4-BE49-F238E27FC236}">
                <a16:creationId xmlns:a16="http://schemas.microsoft.com/office/drawing/2014/main" id="{A52C4269-17FD-488C-ABA9-A988F47FB787}"/>
              </a:ext>
            </a:extLst>
          </p:cNvPr>
          <p:cNvSpPr>
            <a:spLocks xmlns:a="http://schemas.openxmlformats.org/drawingml/2006/main" noGrp="1"/>
          </p:cNvSpPr>
          <p:nvPr/>
        </p:nvSpPr>
        <p:spPr>
          <a:xfrm xmlns:a="http://schemas.openxmlformats.org/drawingml/2006/main">
            <a:off x="14411325" y="1504849"/>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ln>
        </p:spPr>
      </p:sp>
      <p:sp>
        <p:nvSpPr>
          <p:cNvPr id="71" name="C/388: projected reference">
            <a:extLst xmlns:a="http://schemas.openxmlformats.org/drawingml/2006/main">
              <a:ext uri="{FF2B5EF4-FFF2-40B4-BE49-F238E27FC236}">
                <a16:creationId xmlns:a16="http://schemas.microsoft.com/office/drawing/2014/main" id="{B7E65C77-B246-441B-80F0-92B9A7FADF2F}"/>
              </a:ext>
            </a:extLst>
          </p:cNvPr>
          <p:cNvSpPr>
            <a:spLocks xmlns:a="http://schemas.openxmlformats.org/drawingml/2006/main" noGrp="1"/>
          </p:cNvSpPr>
          <p:nvPr/>
        </p:nvSpPr>
        <p:spPr>
          <a:xfrm xmlns:a="http://schemas.openxmlformats.org/drawingml/2006/main">
            <a:off x="12311063" y="1734327"/>
            <a:ext cx="4286250" cy="88951"/>
          </a:xfrm>
          <a:custGeom xmlns:a="http://schemas.openxmlformats.org/drawingml/2006/main">
            <a:pathLst>
              <a:path w="4286250" h="88951">
                <a:moveTo>
                  <a:pt x="0" y="70889"/>
                </a:moveTo>
                <a:lnTo>
                  <a:pt x="428625" y="69965"/>
                </a:lnTo>
                <a:lnTo>
                  <a:pt x="857250" y="69041"/>
                </a:lnTo>
                <a:lnTo>
                  <a:pt x="1285875" y="68118"/>
                </a:lnTo>
                <a:lnTo>
                  <a:pt x="1714500" y="88951"/>
                </a:lnTo>
                <a:lnTo>
                  <a:pt x="2143125" y="78073"/>
                </a:lnTo>
                <a:lnTo>
                  <a:pt x="2571750" y="77149"/>
                </a:lnTo>
                <a:lnTo>
                  <a:pt x="3000375" y="64623"/>
                </a:lnTo>
                <a:lnTo>
                  <a:pt x="3429000" y="0"/>
                </a:lnTo>
                <a:lnTo>
                  <a:pt x="3857625" y="26170"/>
                </a:lnTo>
                <a:lnTo>
                  <a:pt x="4286250" y="56034"/>
                </a:lnTo>
              </a:path>
            </a:pathLst>
          </a:custGeom>
          <a:noFill xmlns:a="http://schemas.openxmlformats.org/drawingml/2006/main"/>
          <a:ln xmlns:a="http://schemas.openxmlformats.org/drawingml/2006/main" w="14288">
            <a:solidFill>
              <a:srgbClr val="009E73"/>
            </a:solidFill>
            <a:prstDash val="dash"/>
          </a:ln>
        </p:spPr>
      </p:sp>
      <p:sp>
        <p:nvSpPr>
          <p:cNvPr id="72" name="data path">
            <a:extLst xmlns:a="http://schemas.openxmlformats.org/drawingml/2006/main">
              <a:ext uri="{FF2B5EF4-FFF2-40B4-BE49-F238E27FC236}">
                <a16:creationId xmlns:a16="http://schemas.microsoft.com/office/drawing/2014/main" id="{EF241F13-A519-425E-A7C6-1E2B13A739E2}"/>
              </a:ext>
            </a:extLst>
          </p:cNvPr>
          <p:cNvSpPr>
            <a:spLocks xmlns:a="http://schemas.openxmlformats.org/drawingml/2006/main" noGrp="1"/>
          </p:cNvSpPr>
          <p:nvPr/>
        </p:nvSpPr>
        <p:spPr>
          <a:xfrm xmlns:a="http://schemas.openxmlformats.org/drawingml/2006/main">
            <a:off x="12311063" y="1531262"/>
            <a:ext cx="4286250" cy="499610"/>
          </a:xfrm>
          <a:custGeom xmlns:a="http://schemas.openxmlformats.org/drawingml/2006/main">
            <a:pathLst>
              <a:path w="4286250" h="499610">
                <a:moveTo>
                  <a:pt x="0" y="25547"/>
                </a:moveTo>
                <a:lnTo>
                  <a:pt x="428625" y="499610"/>
                </a:lnTo>
                <a:lnTo>
                  <a:pt x="857250" y="16363"/>
                </a:lnTo>
                <a:lnTo>
                  <a:pt x="1285875" y="33597"/>
                </a:lnTo>
                <a:lnTo>
                  <a:pt x="1714500" y="43188"/>
                </a:lnTo>
                <a:lnTo>
                  <a:pt x="2143125" y="0"/>
                </a:lnTo>
                <a:lnTo>
                  <a:pt x="2571750" y="30647"/>
                </a:lnTo>
                <a:lnTo>
                  <a:pt x="3000375" y="36750"/>
                </a:lnTo>
                <a:lnTo>
                  <a:pt x="3429000" y="1584"/>
                </a:lnTo>
                <a:lnTo>
                  <a:pt x="3857625" y="417056"/>
                </a:lnTo>
                <a:lnTo>
                  <a:pt x="4286250" y="477972"/>
                </a:lnTo>
              </a:path>
            </a:pathLst>
          </a:custGeom>
          <a:noFill xmlns:a="http://schemas.openxmlformats.org/drawingml/2006/main"/>
          <a:ln xmlns:a="http://schemas.openxmlformats.org/drawingml/2006/main" w="45720">
            <a:solidFill>
              <a:srgbClr val="FFFFFF"/>
            </a:solidFill>
            <a:prstDash val="solid"/>
          </a:ln>
        </p:spPr>
      </p:sp>
      <p:sp>
        <p:nvSpPr>
          <p:cNvPr id="73" name="C/388: saved layout anchor">
            <a:extLst xmlns:a="http://schemas.openxmlformats.org/drawingml/2006/main">
              <a:ext uri="{FF2B5EF4-FFF2-40B4-BE49-F238E27FC236}">
                <a16:creationId xmlns:a16="http://schemas.microsoft.com/office/drawing/2014/main" id="{FCB9B91A-901E-4EE5-A6E9-11BE9E27B595}"/>
              </a:ext>
            </a:extLst>
          </p:cNvPr>
          <p:cNvSpPr>
            <a:spLocks xmlns:a="http://schemas.openxmlformats.org/drawingml/2006/main" noGrp="1"/>
          </p:cNvSpPr>
          <p:nvPr/>
        </p:nvSpPr>
        <p:spPr>
          <a:xfrm xmlns:a="http://schemas.openxmlformats.org/drawingml/2006/main">
            <a:off x="12311063" y="1531262"/>
            <a:ext cx="4286250" cy="499610"/>
          </a:xfrm>
          <a:custGeom xmlns:a="http://schemas.openxmlformats.org/drawingml/2006/main">
            <a:pathLst>
              <a:path w="4286250" h="499610">
                <a:moveTo>
                  <a:pt x="0" y="25547"/>
                </a:moveTo>
                <a:lnTo>
                  <a:pt x="428625" y="499610"/>
                </a:lnTo>
                <a:lnTo>
                  <a:pt x="857250" y="16363"/>
                </a:lnTo>
                <a:lnTo>
                  <a:pt x="1285875" y="33597"/>
                </a:lnTo>
                <a:lnTo>
                  <a:pt x="1714500" y="43188"/>
                </a:lnTo>
                <a:lnTo>
                  <a:pt x="2143125" y="0"/>
                </a:lnTo>
                <a:lnTo>
                  <a:pt x="2571750" y="30647"/>
                </a:lnTo>
                <a:lnTo>
                  <a:pt x="3000375" y="36750"/>
                </a:lnTo>
                <a:lnTo>
                  <a:pt x="3429000" y="1584"/>
                </a:lnTo>
                <a:lnTo>
                  <a:pt x="3857625" y="417056"/>
                </a:lnTo>
                <a:lnTo>
                  <a:pt x="4286250" y="477972"/>
                </a:lnTo>
              </a:path>
            </a:pathLst>
          </a:custGeom>
          <a:noFill xmlns:a="http://schemas.openxmlformats.org/drawingml/2006/main"/>
          <a:ln xmlns:a="http://schemas.openxmlformats.org/drawingml/2006/main" w="20003">
            <a:solidFill>
              <a:srgbClr val="009E73"/>
            </a:solidFill>
            <a:prstDash val="solid"/>
          </a:ln>
        </p:spPr>
      </p:sp>
      <p:sp>
        <p:nvSpPr>
          <p:cNvPr id="74" name="saved point">
            <a:extLst xmlns:a="http://schemas.openxmlformats.org/drawingml/2006/main">
              <a:ext uri="{FF2B5EF4-FFF2-40B4-BE49-F238E27FC236}">
                <a16:creationId xmlns:a16="http://schemas.microsoft.com/office/drawing/2014/main" id="{FDC015C4-F787-4438-9BB7-A2ADBAAA4DFB}"/>
              </a:ext>
            </a:extLst>
          </p:cNvPr>
          <p:cNvSpPr>
            <a:spLocks xmlns:a="http://schemas.openxmlformats.org/drawingml/2006/main" noGrp="1"/>
          </p:cNvSpPr>
          <p:nvPr/>
        </p:nvSpPr>
        <p:spPr>
          <a:xfrm xmlns:a="http://schemas.openxmlformats.org/drawingml/2006/main">
            <a:off x="14411325" y="1488399"/>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ln>
        </p:spPr>
      </p:sp>
      <p:sp>
        <p:nvSpPr>
          <p:cNvPr id="75" name="B">
            <a:extLst xmlns:a="http://schemas.openxmlformats.org/drawingml/2006/main">
              <a:ext uri="{FF2B5EF4-FFF2-40B4-BE49-F238E27FC236}">
                <a16:creationId xmlns:a16="http://schemas.microsoft.com/office/drawing/2014/main" id="{9B15279C-122B-444A-881B-913D20D21015}"/>
              </a:ext>
            </a:extLst>
          </p:cNvPr>
          <p:cNvSpPr>
            <a:spLocks xmlns:a="http://schemas.openxmlformats.org/drawingml/2006/main" noGrp="1"/>
          </p:cNvSpPr>
          <p:nvPr/>
        </p:nvSpPr>
        <p:spPr>
          <a:xfrm xmlns:a="http://schemas.openxmlformats.org/drawingml/2006/main">
            <a:off x="15006638" y="1454403"/>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D55E00"/>
                </a:solidFill>
                <a:latin typeface="Arial"/>
                <a:ea typeface="Arial"/>
                <a:cs typeface="Arial"/>
              </a:defRPr>
            </a:defPPr>
            <a:lvl1pPr algn="l">
              <a:defRPr sz="1725" b="1">
                <a:solidFill>
                  <a:srgbClr val="D55E00"/>
                </a:solidFill>
                <a:latin typeface="Arial"/>
                <a:ea typeface="Arial"/>
                <a:cs typeface="Arial"/>
              </a:defRPr>
            </a:lvl1pPr>
            <a:lvl2pPr algn="l">
              <a:defRPr sz="1725" b="1">
                <a:solidFill>
                  <a:srgbClr val="D55E00"/>
                </a:solidFill>
                <a:latin typeface="Arial"/>
                <a:ea typeface="Arial"/>
                <a:cs typeface="Arial"/>
              </a:defRPr>
            </a:lvl2pPr>
            <a:lvl3pPr algn="l">
              <a:defRPr sz="1725" b="1">
                <a:solidFill>
                  <a:srgbClr val="D55E00"/>
                </a:solidFill>
                <a:latin typeface="Arial"/>
                <a:ea typeface="Arial"/>
                <a:cs typeface="Arial"/>
              </a:defRPr>
            </a:lvl3pPr>
            <a:lvl4pPr algn="l">
              <a:defRPr sz="1725" b="1">
                <a:solidFill>
                  <a:srgbClr val="D55E00"/>
                </a:solidFill>
                <a:latin typeface="Arial"/>
                <a:ea typeface="Arial"/>
                <a:cs typeface="Arial"/>
              </a:defRPr>
            </a:lvl4pPr>
            <a:lvl5pPr algn="l">
              <a:defRPr sz="1725" b="1">
                <a:solidFill>
                  <a:srgbClr val="D55E00"/>
                </a:solidFill>
                <a:latin typeface="Arial"/>
                <a:ea typeface="Arial"/>
                <a:cs typeface="Arial"/>
              </a:defRPr>
            </a:lvl5pPr>
            <a:lvl6pPr algn="l">
              <a:defRPr sz="1725" b="1">
                <a:solidFill>
                  <a:srgbClr val="D55E00"/>
                </a:solidFill>
                <a:latin typeface="Arial"/>
                <a:ea typeface="Arial"/>
                <a:cs typeface="Arial"/>
              </a:defRPr>
            </a:lvl6pPr>
            <a:lvl7pPr algn="l">
              <a:defRPr sz="1725" b="1">
                <a:solidFill>
                  <a:srgbClr val="D55E00"/>
                </a:solidFill>
                <a:latin typeface="Arial"/>
                <a:ea typeface="Arial"/>
                <a:cs typeface="Arial"/>
              </a:defRPr>
            </a:lvl7pPr>
            <a:lvl8pPr algn="l">
              <a:defRPr sz="1725" b="1">
                <a:solidFill>
                  <a:srgbClr val="D55E00"/>
                </a:solidFill>
                <a:latin typeface="Arial"/>
                <a:ea typeface="Arial"/>
                <a:cs typeface="Arial"/>
              </a:defRPr>
            </a:lvl8pPr>
            <a:lvl9pPr algn="l">
              <a:defRPr sz="1725" b="1">
                <a:solidFill>
                  <a:srgbClr val="D55E00"/>
                </a:solidFill>
                <a:latin typeface="Arial"/>
                <a:ea typeface="Arial"/>
                <a:cs typeface="Arial"/>
              </a:defRPr>
            </a:lvl9pPr>
          </a:lstStyle>
          <a:p xmlns:a="http://schemas.openxmlformats.org/drawingml/2006/main">
            <a:pPr algn="l">
              <a:defRPr sz="1725" b="1">
                <a:solidFill>
                  <a:srgbClr val="D55E00"/>
                </a:solidFill>
                <a:latin typeface="Arial"/>
                <a:ea typeface="Arial"/>
                <a:cs typeface="Arial"/>
              </a:defRPr>
            </a:pPr>
            <a:r>
              <a:rPr sz="1725" b="1">
                <a:solidFill>
                  <a:srgbClr val="D55E00"/>
                </a:solidFill>
                <a:latin typeface="Arial"/>
                <a:ea typeface="Arial"/>
                <a:cs typeface="Arial"/>
              </a:rPr>
              <a:t>B</a:t>
            </a:r>
          </a:p>
        </p:txBody>
      </p:sp>
      <p:sp>
        <p:nvSpPr>
          <p:cNvPr id="76" name="A">
            <a:extLst xmlns:a="http://schemas.openxmlformats.org/drawingml/2006/main">
              <a:ext uri="{FF2B5EF4-FFF2-40B4-BE49-F238E27FC236}">
                <a16:creationId xmlns:a16="http://schemas.microsoft.com/office/drawing/2014/main" id="{60A8457F-8D32-4305-9BB9-7D9E34A699E6}"/>
              </a:ext>
            </a:extLst>
          </p:cNvPr>
          <p:cNvSpPr>
            <a:spLocks xmlns:a="http://schemas.openxmlformats.org/drawingml/2006/main" noGrp="1"/>
          </p:cNvSpPr>
          <p:nvPr/>
        </p:nvSpPr>
        <p:spPr>
          <a:xfrm xmlns:a="http://schemas.openxmlformats.org/drawingml/2006/main">
            <a:off x="16906875" y="1848455"/>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072B2"/>
                </a:solidFill>
                <a:latin typeface="Arial"/>
                <a:ea typeface="Arial"/>
                <a:cs typeface="Arial"/>
              </a:defRPr>
            </a:defPPr>
            <a:lvl1pPr algn="l">
              <a:defRPr sz="1725" b="1">
                <a:solidFill>
                  <a:srgbClr val="0072B2"/>
                </a:solidFill>
                <a:latin typeface="Arial"/>
                <a:ea typeface="Arial"/>
                <a:cs typeface="Arial"/>
              </a:defRPr>
            </a:lvl1pPr>
            <a:lvl2pPr algn="l">
              <a:defRPr sz="1725" b="1">
                <a:solidFill>
                  <a:srgbClr val="0072B2"/>
                </a:solidFill>
                <a:latin typeface="Arial"/>
                <a:ea typeface="Arial"/>
                <a:cs typeface="Arial"/>
              </a:defRPr>
            </a:lvl2pPr>
            <a:lvl3pPr algn="l">
              <a:defRPr sz="1725" b="1">
                <a:solidFill>
                  <a:srgbClr val="0072B2"/>
                </a:solidFill>
                <a:latin typeface="Arial"/>
                <a:ea typeface="Arial"/>
                <a:cs typeface="Arial"/>
              </a:defRPr>
            </a:lvl3pPr>
            <a:lvl4pPr algn="l">
              <a:defRPr sz="1725" b="1">
                <a:solidFill>
                  <a:srgbClr val="0072B2"/>
                </a:solidFill>
                <a:latin typeface="Arial"/>
                <a:ea typeface="Arial"/>
                <a:cs typeface="Arial"/>
              </a:defRPr>
            </a:lvl4pPr>
            <a:lvl5pPr algn="l">
              <a:defRPr sz="1725" b="1">
                <a:solidFill>
                  <a:srgbClr val="0072B2"/>
                </a:solidFill>
                <a:latin typeface="Arial"/>
                <a:ea typeface="Arial"/>
                <a:cs typeface="Arial"/>
              </a:defRPr>
            </a:lvl5pPr>
            <a:lvl6pPr algn="l">
              <a:defRPr sz="1725" b="1">
                <a:solidFill>
                  <a:srgbClr val="0072B2"/>
                </a:solidFill>
                <a:latin typeface="Arial"/>
                <a:ea typeface="Arial"/>
                <a:cs typeface="Arial"/>
              </a:defRPr>
            </a:lvl6pPr>
            <a:lvl7pPr algn="l">
              <a:defRPr sz="1725" b="1">
                <a:solidFill>
                  <a:srgbClr val="0072B2"/>
                </a:solidFill>
                <a:latin typeface="Arial"/>
                <a:ea typeface="Arial"/>
                <a:cs typeface="Arial"/>
              </a:defRPr>
            </a:lvl7pPr>
            <a:lvl8pPr algn="l">
              <a:defRPr sz="1725" b="1">
                <a:solidFill>
                  <a:srgbClr val="0072B2"/>
                </a:solidFill>
                <a:latin typeface="Arial"/>
                <a:ea typeface="Arial"/>
                <a:cs typeface="Arial"/>
              </a:defRPr>
            </a:lvl8pPr>
            <a:lvl9pPr algn="l">
              <a:defRPr sz="1725" b="1">
                <a:solidFill>
                  <a:srgbClr val="0072B2"/>
                </a:solidFill>
                <a:latin typeface="Arial"/>
                <a:ea typeface="Arial"/>
                <a:cs typeface="Arial"/>
              </a:defRPr>
            </a:lvl9pPr>
          </a:lstStyle>
          <a:p xmlns:a="http://schemas.openxmlformats.org/drawingml/2006/main">
            <a:pPr algn="l">
              <a:defRPr sz="1725" b="1">
                <a:solidFill>
                  <a:srgbClr val="0072B2"/>
                </a:solidFill>
                <a:latin typeface="Arial"/>
                <a:ea typeface="Arial"/>
                <a:cs typeface="Arial"/>
              </a:defRPr>
            </a:pPr>
            <a:r>
              <a:rPr sz="1725" b="1">
                <a:solidFill>
                  <a:srgbClr val="0072B2"/>
                </a:solidFill>
                <a:latin typeface="Arial"/>
                <a:ea typeface="Arial"/>
                <a:cs typeface="Arial"/>
              </a:rPr>
              <a:t>A</a:t>
            </a:r>
          </a:p>
        </p:txBody>
      </p:sp>
      <p:sp>
        <p:nvSpPr>
          <p:cNvPr id="77" name="line">
            <a:extLst xmlns:a="http://schemas.openxmlformats.org/drawingml/2006/main">
              <a:ext uri="{FF2B5EF4-FFF2-40B4-BE49-F238E27FC236}">
                <a16:creationId xmlns:a16="http://schemas.microsoft.com/office/drawing/2014/main" id="{CB64E4A7-4D09-4A76-A812-67C039A5DD43}"/>
              </a:ext>
            </a:extLst>
          </p:cNvPr>
          <p:cNvSpPr>
            <a:spLocks xmlns:a="http://schemas.openxmlformats.org/drawingml/2006/main" noGrp="1"/>
          </p:cNvSpPr>
          <p:nvPr/>
        </p:nvSpPr>
        <p:spPr>
          <a:xfrm xmlns:a="http://schemas.openxmlformats.org/drawingml/2006/main">
            <a:off x="16597313" y="2009234"/>
            <a:ext cx="280988" cy="172596"/>
          </a:xfrm>
          <a:custGeom xmlns:a="http://schemas.openxmlformats.org/drawingml/2006/main">
            <a:pathLst>
              <a:path w="280988" h="172596">
                <a:moveTo>
                  <a:pt x="0" y="0"/>
                </a:moveTo>
                <a:lnTo>
                  <a:pt x="280988" y="172596"/>
                </a:lnTo>
              </a:path>
            </a:pathLst>
          </a:custGeom>
          <a:noFill xmlns:a="http://schemas.openxmlformats.org/drawingml/2006/main"/>
          <a:ln xmlns:a="http://schemas.openxmlformats.org/drawingml/2006/main" w="8573">
            <a:solidFill>
              <a:srgbClr val="009E73"/>
            </a:solidFill>
            <a:prstDash val="solid"/>
          </a:ln>
        </p:spPr>
      </p:sp>
      <p:sp>
        <p:nvSpPr>
          <p:cNvPr id="78" name="C">
            <a:extLst xmlns:a="http://schemas.openxmlformats.org/drawingml/2006/main">
              <a:ext uri="{FF2B5EF4-FFF2-40B4-BE49-F238E27FC236}">
                <a16:creationId xmlns:a16="http://schemas.microsoft.com/office/drawing/2014/main" id="{A1033175-D5B1-4B23-88A3-8BC35A2C673C}"/>
              </a:ext>
            </a:extLst>
          </p:cNvPr>
          <p:cNvSpPr>
            <a:spLocks xmlns:a="http://schemas.openxmlformats.org/drawingml/2006/main" noGrp="1"/>
          </p:cNvSpPr>
          <p:nvPr/>
        </p:nvSpPr>
        <p:spPr>
          <a:xfrm xmlns:a="http://schemas.openxmlformats.org/drawingml/2006/main">
            <a:off x="16906875" y="2058005"/>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09E73"/>
                </a:solidFill>
                <a:latin typeface="Arial"/>
                <a:ea typeface="Arial"/>
                <a:cs typeface="Arial"/>
              </a:defRPr>
            </a:defPPr>
            <a:lvl1pPr algn="l">
              <a:defRPr sz="1725" b="1">
                <a:solidFill>
                  <a:srgbClr val="009E73"/>
                </a:solidFill>
                <a:latin typeface="Arial"/>
                <a:ea typeface="Arial"/>
                <a:cs typeface="Arial"/>
              </a:defRPr>
            </a:lvl1pPr>
            <a:lvl2pPr algn="l">
              <a:defRPr sz="1725" b="1">
                <a:solidFill>
                  <a:srgbClr val="009E73"/>
                </a:solidFill>
                <a:latin typeface="Arial"/>
                <a:ea typeface="Arial"/>
                <a:cs typeface="Arial"/>
              </a:defRPr>
            </a:lvl2pPr>
            <a:lvl3pPr algn="l">
              <a:defRPr sz="1725" b="1">
                <a:solidFill>
                  <a:srgbClr val="009E73"/>
                </a:solidFill>
                <a:latin typeface="Arial"/>
                <a:ea typeface="Arial"/>
                <a:cs typeface="Arial"/>
              </a:defRPr>
            </a:lvl3pPr>
            <a:lvl4pPr algn="l">
              <a:defRPr sz="1725" b="1">
                <a:solidFill>
                  <a:srgbClr val="009E73"/>
                </a:solidFill>
                <a:latin typeface="Arial"/>
                <a:ea typeface="Arial"/>
                <a:cs typeface="Arial"/>
              </a:defRPr>
            </a:lvl4pPr>
            <a:lvl5pPr algn="l">
              <a:defRPr sz="1725" b="1">
                <a:solidFill>
                  <a:srgbClr val="009E73"/>
                </a:solidFill>
                <a:latin typeface="Arial"/>
                <a:ea typeface="Arial"/>
                <a:cs typeface="Arial"/>
              </a:defRPr>
            </a:lvl5pPr>
            <a:lvl6pPr algn="l">
              <a:defRPr sz="1725" b="1">
                <a:solidFill>
                  <a:srgbClr val="009E73"/>
                </a:solidFill>
                <a:latin typeface="Arial"/>
                <a:ea typeface="Arial"/>
                <a:cs typeface="Arial"/>
              </a:defRPr>
            </a:lvl6pPr>
            <a:lvl7pPr algn="l">
              <a:defRPr sz="1725" b="1">
                <a:solidFill>
                  <a:srgbClr val="009E73"/>
                </a:solidFill>
                <a:latin typeface="Arial"/>
                <a:ea typeface="Arial"/>
                <a:cs typeface="Arial"/>
              </a:defRPr>
            </a:lvl7pPr>
            <a:lvl8pPr algn="l">
              <a:defRPr sz="1725" b="1">
                <a:solidFill>
                  <a:srgbClr val="009E73"/>
                </a:solidFill>
                <a:latin typeface="Arial"/>
                <a:ea typeface="Arial"/>
                <a:cs typeface="Arial"/>
              </a:defRPr>
            </a:lvl8pPr>
            <a:lvl9pPr algn="l">
              <a:defRPr sz="1725" b="1">
                <a:solidFill>
                  <a:srgbClr val="009E73"/>
                </a:solidFill>
                <a:latin typeface="Arial"/>
                <a:ea typeface="Arial"/>
                <a:cs typeface="Arial"/>
              </a:defRPr>
            </a:lvl9pPr>
          </a:lstStyle>
          <a:p xmlns:a="http://schemas.openxmlformats.org/drawingml/2006/main">
            <a:pPr algn="l">
              <a:defRPr sz="1725" b="1">
                <a:solidFill>
                  <a:srgbClr val="009E73"/>
                </a:solidFill>
                <a:latin typeface="Arial"/>
                <a:ea typeface="Arial"/>
                <a:cs typeface="Arial"/>
              </a:defRPr>
            </a:pPr>
            <a:r>
              <a:rPr sz="1725" b="1">
                <a:solidFill>
                  <a:srgbClr val="009E73"/>
                </a:solidFill>
                <a:latin typeface="Arial"/>
                <a:ea typeface="Arial"/>
                <a:cs typeface="Arial"/>
              </a:rPr>
              <a:t>C</a:t>
            </a:r>
          </a:p>
        </p:txBody>
      </p:sp>
      <p:sp>
        <p:nvSpPr>
          <p:cNvPr id="79" name="RG-R20">
            <a:extLst xmlns:a="http://schemas.openxmlformats.org/drawingml/2006/main">
              <a:ext uri="{FF2B5EF4-FFF2-40B4-BE49-F238E27FC236}">
                <a16:creationId xmlns:a16="http://schemas.microsoft.com/office/drawing/2014/main" id="{3FD10859-E029-4397-BD28-723794E4F3D8}"/>
              </a:ext>
            </a:extLst>
          </p:cNvPr>
          <p:cNvSpPr>
            <a:spLocks xmlns:a="http://schemas.openxmlformats.org/drawingml/2006/main" noGrp="1"/>
          </p:cNvSpPr>
          <p:nvPr/>
        </p:nvSpPr>
        <p:spPr>
          <a:xfrm xmlns:a="http://schemas.openxmlformats.org/drawingml/2006/main">
            <a:off x="11811000" y="2647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263238"/>
                </a:solidFill>
                <a:latin typeface="Arial"/>
                <a:ea typeface="Arial"/>
                <a:cs typeface="Arial"/>
              </a:defRPr>
            </a:defPPr>
            <a:lvl1pPr algn="l">
              <a:defRPr sz="1725" b="1">
                <a:solidFill>
                  <a:srgbClr val="263238"/>
                </a:solidFill>
                <a:latin typeface="Arial"/>
                <a:ea typeface="Arial"/>
                <a:cs typeface="Arial"/>
              </a:defRPr>
            </a:lvl1pPr>
            <a:lvl2pPr algn="l">
              <a:defRPr sz="1725" b="1">
                <a:solidFill>
                  <a:srgbClr val="263238"/>
                </a:solidFill>
                <a:latin typeface="Arial"/>
                <a:ea typeface="Arial"/>
                <a:cs typeface="Arial"/>
              </a:defRPr>
            </a:lvl2pPr>
            <a:lvl3pPr algn="l">
              <a:defRPr sz="1725" b="1">
                <a:solidFill>
                  <a:srgbClr val="263238"/>
                </a:solidFill>
                <a:latin typeface="Arial"/>
                <a:ea typeface="Arial"/>
                <a:cs typeface="Arial"/>
              </a:defRPr>
            </a:lvl3pPr>
            <a:lvl4pPr algn="l">
              <a:defRPr sz="1725" b="1">
                <a:solidFill>
                  <a:srgbClr val="263238"/>
                </a:solidFill>
                <a:latin typeface="Arial"/>
                <a:ea typeface="Arial"/>
                <a:cs typeface="Arial"/>
              </a:defRPr>
            </a:lvl4pPr>
            <a:lvl5pPr algn="l">
              <a:defRPr sz="1725" b="1">
                <a:solidFill>
                  <a:srgbClr val="263238"/>
                </a:solidFill>
                <a:latin typeface="Arial"/>
                <a:ea typeface="Arial"/>
                <a:cs typeface="Arial"/>
              </a:defRPr>
            </a:lvl5pPr>
            <a:lvl6pPr algn="l">
              <a:defRPr sz="1725" b="1">
                <a:solidFill>
                  <a:srgbClr val="263238"/>
                </a:solidFill>
                <a:latin typeface="Arial"/>
                <a:ea typeface="Arial"/>
                <a:cs typeface="Arial"/>
              </a:defRPr>
            </a:lvl6pPr>
            <a:lvl7pPr algn="l">
              <a:defRPr sz="1725" b="1">
                <a:solidFill>
                  <a:srgbClr val="263238"/>
                </a:solidFill>
                <a:latin typeface="Arial"/>
                <a:ea typeface="Arial"/>
                <a:cs typeface="Arial"/>
              </a:defRPr>
            </a:lvl7pPr>
            <a:lvl8pPr algn="l">
              <a:defRPr sz="1725" b="1">
                <a:solidFill>
                  <a:srgbClr val="263238"/>
                </a:solidFill>
                <a:latin typeface="Arial"/>
                <a:ea typeface="Arial"/>
                <a:cs typeface="Arial"/>
              </a:defRPr>
            </a:lvl8pPr>
            <a:lvl9pPr algn="l">
              <a:defRPr sz="1725" b="1">
                <a:solidFill>
                  <a:srgbClr val="263238"/>
                </a:solidFill>
                <a:latin typeface="Arial"/>
                <a:ea typeface="Arial"/>
                <a:cs typeface="Arial"/>
              </a:defRPr>
            </a:lvl9pPr>
          </a:lstStyle>
          <a:p xmlns:a="http://schemas.openxmlformats.org/drawingml/2006/main">
            <a:pPr algn="l">
              <a:defRPr sz="1725" b="1">
                <a:solidFill>
                  <a:srgbClr val="263238"/>
                </a:solidFill>
                <a:latin typeface="Arial"/>
                <a:ea typeface="Arial"/>
                <a:cs typeface="Arial"/>
              </a:defRPr>
            </a:pPr>
            <a:r>
              <a:rPr sz="1725" b="1">
                <a:solidFill>
                  <a:srgbClr val="263238"/>
                </a:solidFill>
                <a:latin typeface="Arial"/>
                <a:ea typeface="Arial"/>
                <a:cs typeface="Arial"/>
              </a:rPr>
              <a:t>RG-R20</a:t>
            </a:r>
          </a:p>
        </p:txBody>
      </p:sp>
      <p:pic>
        <p:nvPicPr>
          <p:cNvPr id="80" name="">
            <a:extLst xmlns:a="http://schemas.openxmlformats.org/drawingml/2006/main">
              <a:ext uri="{FF2B5EF4-FFF2-40B4-BE49-F238E27FC236}">
                <a16:creationId xmlns:a16="http://schemas.microsoft.com/office/drawing/2014/main" id="{776DAAF2-0F8C-4304-A487-2DB4A8C4AE6B}"/>
              </a:ext>
            </a:extLst>
          </p:cNvPr>
          <p:cNvPicPr>
            <a:picLocks xmlns:a="http://schemas.openxmlformats.org/drawingml/2006/main" noChangeAspect="1"/>
          </p:cNvPicPr>
          <p:nvPr/>
        </p:nvPicPr>
        <p:blipFill>
          <a:blip xmlns:r="http://schemas.openxmlformats.org/officeDocument/2006/relationships" xmlns:a="http://schemas.openxmlformats.org/drawingml/2006/main" r:embed="R2804f256e27f442a"/>
          <a:stretch xmlns:a="http://schemas.openxmlformats.org/drawingml/2006/main"/>
        </p:blipFill>
        <p:spPr>
          <a:xfrm xmlns:a="http://schemas.openxmlformats.org/drawingml/2006/main">
            <a:off x="12099507" y="2971800"/>
            <a:ext cx="4709361" cy="1333500"/>
          </a:xfrm>
          <a:prstGeom xmlns:a="http://schemas.openxmlformats.org/drawingml/2006/main" prst="rect">
            <a:avLst/>
          </a:prstGeom>
        </p:spPr>
      </p:pic>
      <p:sp>
        <p:nvSpPr>
          <p:cNvPr id="81" name="frame">
            <a:extLst xmlns:a="http://schemas.openxmlformats.org/drawingml/2006/main">
              <a:ext uri="{FF2B5EF4-FFF2-40B4-BE49-F238E27FC236}">
                <a16:creationId xmlns:a16="http://schemas.microsoft.com/office/drawing/2014/main" id="{6612CCC9-ABA8-42B1-9BDC-93A7F2012DCA}"/>
              </a:ext>
            </a:extLst>
          </p:cNvPr>
          <p:cNvSpPr>
            <a:spLocks xmlns:a="http://schemas.openxmlformats.org/drawingml/2006/main" noGrp="1"/>
          </p:cNvSpPr>
          <p:nvPr/>
        </p:nvSpPr>
        <p:spPr>
          <a:xfrm xmlns:a="http://schemas.openxmlformats.org/drawingml/2006/main">
            <a:off x="12096750" y="2971800"/>
            <a:ext cx="4714875" cy="1333500"/>
          </a:xfrm>
          <a:prstGeom xmlns:a="http://schemas.openxmlformats.org/drawingml/2006/main" prst="rect">
            <a:avLst/>
          </a:prstGeom>
          <a:noFill xmlns:a="http://schemas.openxmlformats.org/drawingml/2006/main"/>
          <a:ln xmlns:a="http://schemas.openxmlformats.org/drawingml/2006/main" w="7620">
            <a:solidFill>
              <a:srgbClr val="D5DDE2"/>
            </a:solidFill>
            <a:prstDash val="solid"/>
          </a:ln>
        </p:spPr>
      </p:sp>
      <p:sp>
        <p:nvSpPr>
          <p:cNvPr id="82" name="0.2">
            <a:extLst xmlns:a="http://schemas.openxmlformats.org/drawingml/2006/main">
              <a:ext uri="{FF2B5EF4-FFF2-40B4-BE49-F238E27FC236}">
                <a16:creationId xmlns:a16="http://schemas.microsoft.com/office/drawing/2014/main" id="{5424F374-C072-4ACF-A24C-1910D848248A}"/>
              </a:ext>
            </a:extLst>
          </p:cNvPr>
          <p:cNvSpPr>
            <a:spLocks xmlns:a="http://schemas.openxmlformats.org/drawingml/2006/main" noGrp="1"/>
          </p:cNvSpPr>
          <p:nvPr/>
        </p:nvSpPr>
        <p:spPr>
          <a:xfrm xmlns:a="http://schemas.openxmlformats.org/drawingml/2006/main">
            <a:off x="11544300" y="42005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0.2</a:t>
            </a:r>
          </a:p>
        </p:txBody>
      </p:sp>
      <p:sp>
        <p:nvSpPr>
          <p:cNvPr id="83" name="0.5">
            <a:extLst xmlns:a="http://schemas.openxmlformats.org/drawingml/2006/main">
              <a:ext uri="{FF2B5EF4-FFF2-40B4-BE49-F238E27FC236}">
                <a16:creationId xmlns:a16="http://schemas.microsoft.com/office/drawing/2014/main" id="{A5408442-3510-4482-96DC-2D13E2B1DD88}"/>
              </a:ext>
            </a:extLst>
          </p:cNvPr>
          <p:cNvSpPr>
            <a:spLocks xmlns:a="http://schemas.openxmlformats.org/drawingml/2006/main" noGrp="1"/>
          </p:cNvSpPr>
          <p:nvPr/>
        </p:nvSpPr>
        <p:spPr>
          <a:xfrm xmlns:a="http://schemas.openxmlformats.org/drawingml/2006/main">
            <a:off x="11544300" y="3629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0.5</a:t>
            </a:r>
          </a:p>
        </p:txBody>
      </p:sp>
      <p:sp>
        <p:nvSpPr>
          <p:cNvPr id="84" name="0.9">
            <a:extLst xmlns:a="http://schemas.openxmlformats.org/drawingml/2006/main">
              <a:ext uri="{FF2B5EF4-FFF2-40B4-BE49-F238E27FC236}">
                <a16:creationId xmlns:a16="http://schemas.microsoft.com/office/drawing/2014/main" id="{8EB64900-E690-4212-95CF-81F69004A525}"/>
              </a:ext>
            </a:extLst>
          </p:cNvPr>
          <p:cNvSpPr>
            <a:spLocks xmlns:a="http://schemas.openxmlformats.org/drawingml/2006/main" noGrp="1"/>
          </p:cNvSpPr>
          <p:nvPr/>
        </p:nvSpPr>
        <p:spPr>
          <a:xfrm xmlns:a="http://schemas.openxmlformats.org/drawingml/2006/main">
            <a:off x="11544300" y="2867258"/>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0.9</a:t>
            </a:r>
          </a:p>
        </p:txBody>
      </p:sp>
      <p:sp>
        <p:nvSpPr>
          <p:cNvPr id="85" name="135">
            <a:extLst xmlns:a="http://schemas.openxmlformats.org/drawingml/2006/main">
              <a:ext uri="{FF2B5EF4-FFF2-40B4-BE49-F238E27FC236}">
                <a16:creationId xmlns:a16="http://schemas.microsoft.com/office/drawing/2014/main" id="{063532BF-23BB-492C-A7A7-9D716400B1CB}"/>
              </a:ext>
            </a:extLst>
          </p:cNvPr>
          <p:cNvSpPr>
            <a:spLocks xmlns:a="http://schemas.openxmlformats.org/drawingml/2006/main" noGrp="1"/>
          </p:cNvSpPr>
          <p:nvPr/>
        </p:nvSpPr>
        <p:spPr>
          <a:xfrm xmlns:a="http://schemas.openxmlformats.org/drawingml/2006/main">
            <a:off x="12072938" y="43434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135</a:t>
            </a:r>
          </a:p>
        </p:txBody>
      </p:sp>
      <p:sp>
        <p:nvSpPr>
          <p:cNvPr id="86" name="140">
            <a:extLst xmlns:a="http://schemas.openxmlformats.org/drawingml/2006/main">
              <a:ext uri="{FF2B5EF4-FFF2-40B4-BE49-F238E27FC236}">
                <a16:creationId xmlns:a16="http://schemas.microsoft.com/office/drawing/2014/main" id="{50D7FAB7-9CE0-4966-970A-7D61A9BCE448}"/>
              </a:ext>
            </a:extLst>
          </p:cNvPr>
          <p:cNvSpPr>
            <a:spLocks xmlns:a="http://schemas.openxmlformats.org/drawingml/2006/main" noGrp="1"/>
          </p:cNvSpPr>
          <p:nvPr/>
        </p:nvSpPr>
        <p:spPr>
          <a:xfrm xmlns:a="http://schemas.openxmlformats.org/drawingml/2006/main">
            <a:off x="14216063" y="43434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140</a:t>
            </a:r>
          </a:p>
        </p:txBody>
      </p:sp>
      <p:sp>
        <p:nvSpPr>
          <p:cNvPr id="87" name="145">
            <a:extLst xmlns:a="http://schemas.openxmlformats.org/drawingml/2006/main">
              <a:ext uri="{FF2B5EF4-FFF2-40B4-BE49-F238E27FC236}">
                <a16:creationId xmlns:a16="http://schemas.microsoft.com/office/drawing/2014/main" id="{9C48D5F0-2873-4A8C-89A1-56A080CFF3F3}"/>
              </a:ext>
            </a:extLst>
          </p:cNvPr>
          <p:cNvSpPr>
            <a:spLocks xmlns:a="http://schemas.openxmlformats.org/drawingml/2006/main" noGrp="1"/>
          </p:cNvSpPr>
          <p:nvPr/>
        </p:nvSpPr>
        <p:spPr>
          <a:xfrm xmlns:a="http://schemas.openxmlformats.org/drawingml/2006/main">
            <a:off x="16359188" y="43434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a:solidFill>
                  <a:srgbClr val="667682"/>
                </a:solidFill>
                <a:latin typeface="Arial"/>
                <a:ea typeface="Arial"/>
                <a:cs typeface="Arial"/>
              </a:defRPr>
            </a:defPPr>
            <a:lvl1pPr algn="ctr">
              <a:defRPr sz="1425" b="0">
                <a:solidFill>
                  <a:srgbClr val="667682"/>
                </a:solidFill>
                <a:latin typeface="Arial"/>
                <a:ea typeface="Arial"/>
                <a:cs typeface="Arial"/>
              </a:defRPr>
            </a:lvl1pPr>
            <a:lvl2pPr algn="ctr">
              <a:defRPr sz="1425" b="0">
                <a:solidFill>
                  <a:srgbClr val="667682"/>
                </a:solidFill>
                <a:latin typeface="Arial"/>
                <a:ea typeface="Arial"/>
                <a:cs typeface="Arial"/>
              </a:defRPr>
            </a:lvl2pPr>
            <a:lvl3pPr algn="ctr">
              <a:defRPr sz="1425" b="0">
                <a:solidFill>
                  <a:srgbClr val="667682"/>
                </a:solidFill>
                <a:latin typeface="Arial"/>
                <a:ea typeface="Arial"/>
                <a:cs typeface="Arial"/>
              </a:defRPr>
            </a:lvl3pPr>
            <a:lvl4pPr algn="ctr">
              <a:defRPr sz="1425" b="0">
                <a:solidFill>
                  <a:srgbClr val="667682"/>
                </a:solidFill>
                <a:latin typeface="Arial"/>
                <a:ea typeface="Arial"/>
                <a:cs typeface="Arial"/>
              </a:defRPr>
            </a:lvl4pPr>
            <a:lvl5pPr algn="ctr">
              <a:defRPr sz="1425" b="0">
                <a:solidFill>
                  <a:srgbClr val="667682"/>
                </a:solidFill>
                <a:latin typeface="Arial"/>
                <a:ea typeface="Arial"/>
                <a:cs typeface="Arial"/>
              </a:defRPr>
            </a:lvl5pPr>
            <a:lvl6pPr algn="ctr">
              <a:defRPr sz="1425" b="0">
                <a:solidFill>
                  <a:srgbClr val="667682"/>
                </a:solidFill>
                <a:latin typeface="Arial"/>
                <a:ea typeface="Arial"/>
                <a:cs typeface="Arial"/>
              </a:defRPr>
            </a:lvl6pPr>
            <a:lvl7pPr algn="ctr">
              <a:defRPr sz="1425" b="0">
                <a:solidFill>
                  <a:srgbClr val="667682"/>
                </a:solidFill>
                <a:latin typeface="Arial"/>
                <a:ea typeface="Arial"/>
                <a:cs typeface="Arial"/>
              </a:defRPr>
            </a:lvl7pPr>
            <a:lvl8pPr algn="ctr">
              <a:defRPr sz="1425" b="0">
                <a:solidFill>
                  <a:srgbClr val="667682"/>
                </a:solidFill>
                <a:latin typeface="Arial"/>
                <a:ea typeface="Arial"/>
                <a:cs typeface="Arial"/>
              </a:defRPr>
            </a:lvl8pPr>
            <a:lvl9pPr algn="ctr">
              <a:defRPr sz="1425" b="0">
                <a:solidFill>
                  <a:srgbClr val="667682"/>
                </a:solidFill>
                <a:latin typeface="Arial"/>
                <a:ea typeface="Arial"/>
                <a:cs typeface="Arial"/>
              </a:defRPr>
            </a:lvl9pPr>
          </a:lstStyle>
          <a:p xmlns:a="http://schemas.openxmlformats.org/drawingml/2006/main">
            <a:pPr algn="ctr">
              <a:defRPr sz="1425" b="0">
                <a:solidFill>
                  <a:srgbClr val="667682"/>
                </a:solidFill>
                <a:latin typeface="Arial"/>
                <a:ea typeface="Arial"/>
                <a:cs typeface="Arial"/>
              </a:defRPr>
            </a:pPr>
            <a:r>
              <a:rPr sz="1425" b="0">
                <a:solidFill>
                  <a:srgbClr val="667682"/>
                </a:solidFill>
                <a:latin typeface="Arial"/>
                <a:ea typeface="Arial"/>
                <a:cs typeface="Arial"/>
              </a:rPr>
              <a:t>145</a:t>
            </a:r>
          </a:p>
        </p:txBody>
      </p:sp>
      <p:sp>
        <p:nvSpPr>
          <p:cNvPr id="88" name="selected frame 140">
            <a:extLst xmlns:a="http://schemas.openxmlformats.org/drawingml/2006/main">
              <a:ext uri="{FF2B5EF4-FFF2-40B4-BE49-F238E27FC236}">
                <a16:creationId xmlns:a16="http://schemas.microsoft.com/office/drawing/2014/main" id="{19631E04-2184-474F-BEF1-07A1891FE007}"/>
              </a:ext>
            </a:extLst>
          </p:cNvPr>
          <p:cNvSpPr>
            <a:spLocks xmlns:a="http://schemas.openxmlformats.org/drawingml/2006/main" noGrp="1"/>
          </p:cNvSpPr>
          <p:nvPr/>
        </p:nvSpPr>
        <p:spPr>
          <a:xfrm xmlns:a="http://schemas.openxmlformats.org/drawingml/2006/main">
            <a:off x="14454188" y="2971800"/>
            <a:ext cx="95" cy="1333500"/>
          </a:xfrm>
          <a:custGeom xmlns:a="http://schemas.openxmlformats.org/drawingml/2006/main">
            <a:pathLst>
              <a:path w="95" h="1333500">
                <a:moveTo>
                  <a:pt x="0" y="0"/>
                </a:moveTo>
                <a:lnTo>
                  <a:pt x="0" y="1333500"/>
                </a:lnTo>
              </a:path>
            </a:pathLst>
          </a:custGeom>
          <a:noFill xmlns:a="http://schemas.openxmlformats.org/drawingml/2006/main"/>
          <a:ln xmlns:a="http://schemas.openxmlformats.org/drawingml/2006/main" w="9525">
            <a:solidFill>
              <a:srgbClr val="263238"/>
            </a:solidFill>
            <a:prstDash val="dash"/>
          </a:ln>
        </p:spPr>
      </p:sp>
      <p:sp>
        <p:nvSpPr>
          <p:cNvPr id="89" name="A/432: projected reference">
            <a:extLst xmlns:a="http://schemas.openxmlformats.org/drawingml/2006/main">
              <a:ext uri="{FF2B5EF4-FFF2-40B4-BE49-F238E27FC236}">
                <a16:creationId xmlns:a16="http://schemas.microsoft.com/office/drawing/2014/main" id="{66EE6C86-2B38-4A86-B7E7-CAD458F2A045}"/>
              </a:ext>
            </a:extLst>
          </p:cNvPr>
          <p:cNvSpPr>
            <a:spLocks xmlns:a="http://schemas.openxmlformats.org/drawingml/2006/main" noGrp="1"/>
          </p:cNvSpPr>
          <p:nvPr/>
        </p:nvSpPr>
        <p:spPr>
          <a:xfrm xmlns:a="http://schemas.openxmlformats.org/drawingml/2006/main">
            <a:off x="12311063" y="3923396"/>
            <a:ext cx="4286250" cy="212528"/>
          </a:xfrm>
          <a:custGeom xmlns:a="http://schemas.openxmlformats.org/drawingml/2006/main">
            <a:pathLst>
              <a:path w="4286250" h="212528">
                <a:moveTo>
                  <a:pt x="0" y="212528"/>
                </a:moveTo>
                <a:lnTo>
                  <a:pt x="428625" y="0"/>
                </a:lnTo>
                <a:lnTo>
                  <a:pt x="857250" y="126229"/>
                </a:lnTo>
                <a:lnTo>
                  <a:pt x="1285875" y="209557"/>
                </a:lnTo>
                <a:lnTo>
                  <a:pt x="1714500" y="209357"/>
                </a:lnTo>
                <a:lnTo>
                  <a:pt x="2143125" y="209357"/>
                </a:lnTo>
                <a:lnTo>
                  <a:pt x="2571750" y="209357"/>
                </a:lnTo>
                <a:lnTo>
                  <a:pt x="3000375" y="0"/>
                </a:lnTo>
                <a:lnTo>
                  <a:pt x="3429000" y="210280"/>
                </a:lnTo>
                <a:lnTo>
                  <a:pt x="3857625" y="0"/>
                </a:lnTo>
                <a:lnTo>
                  <a:pt x="4286250" y="0"/>
                </a:lnTo>
              </a:path>
            </a:pathLst>
          </a:custGeom>
          <a:noFill xmlns:a="http://schemas.openxmlformats.org/drawingml/2006/main"/>
          <a:ln xmlns:a="http://schemas.openxmlformats.org/drawingml/2006/main" w="14288">
            <a:solidFill>
              <a:srgbClr val="0072B2"/>
            </a:solidFill>
            <a:prstDash val="dash"/>
          </a:ln>
        </p:spPr>
      </p:sp>
      <p:sp>
        <p:nvSpPr>
          <p:cNvPr id="90" name="data path">
            <a:extLst xmlns:a="http://schemas.openxmlformats.org/drawingml/2006/main">
              <a:ext uri="{FF2B5EF4-FFF2-40B4-BE49-F238E27FC236}">
                <a16:creationId xmlns:a16="http://schemas.microsoft.com/office/drawing/2014/main" id="{2C83108F-8077-4782-9D90-4AA43982419F}"/>
              </a:ext>
            </a:extLst>
          </p:cNvPr>
          <p:cNvSpPr>
            <a:spLocks xmlns:a="http://schemas.openxmlformats.org/drawingml/2006/main" noGrp="1"/>
          </p:cNvSpPr>
          <p:nvPr/>
        </p:nvSpPr>
        <p:spPr>
          <a:xfrm xmlns:a="http://schemas.openxmlformats.org/drawingml/2006/main">
            <a:off x="12311063" y="3942522"/>
            <a:ext cx="4286250" cy="213614"/>
          </a:xfrm>
          <a:custGeom xmlns:a="http://schemas.openxmlformats.org/drawingml/2006/main">
            <a:pathLst>
              <a:path w="4286250" h="213614">
                <a:moveTo>
                  <a:pt x="0" y="210097"/>
                </a:moveTo>
                <a:lnTo>
                  <a:pt x="428625" y="8763"/>
                </a:lnTo>
                <a:lnTo>
                  <a:pt x="857250" y="132906"/>
                </a:lnTo>
                <a:lnTo>
                  <a:pt x="1285875" y="213614"/>
                </a:lnTo>
                <a:lnTo>
                  <a:pt x="1714500" y="209632"/>
                </a:lnTo>
                <a:lnTo>
                  <a:pt x="2143125" y="209589"/>
                </a:lnTo>
                <a:lnTo>
                  <a:pt x="2571750" y="210315"/>
                </a:lnTo>
                <a:lnTo>
                  <a:pt x="3000375" y="1003"/>
                </a:lnTo>
                <a:lnTo>
                  <a:pt x="3429000" y="209909"/>
                </a:lnTo>
                <a:lnTo>
                  <a:pt x="3857625" y="0"/>
                </a:lnTo>
                <a:lnTo>
                  <a:pt x="4286250" y="2020"/>
                </a:lnTo>
              </a:path>
            </a:pathLst>
          </a:custGeom>
          <a:noFill xmlns:a="http://schemas.openxmlformats.org/drawingml/2006/main"/>
          <a:ln xmlns:a="http://schemas.openxmlformats.org/drawingml/2006/main" w="45720">
            <a:solidFill>
              <a:srgbClr val="FFFFFF"/>
            </a:solidFill>
            <a:prstDash val="solid"/>
          </a:ln>
        </p:spPr>
      </p:sp>
      <p:sp>
        <p:nvSpPr>
          <p:cNvPr id="91" name="A/432: saved layout anchor">
            <a:extLst xmlns:a="http://schemas.openxmlformats.org/drawingml/2006/main">
              <a:ext uri="{FF2B5EF4-FFF2-40B4-BE49-F238E27FC236}">
                <a16:creationId xmlns:a16="http://schemas.microsoft.com/office/drawing/2014/main" id="{84CB1724-E113-4A47-9E75-B1A1B77560B5}"/>
              </a:ext>
            </a:extLst>
          </p:cNvPr>
          <p:cNvSpPr>
            <a:spLocks xmlns:a="http://schemas.openxmlformats.org/drawingml/2006/main" noGrp="1"/>
          </p:cNvSpPr>
          <p:nvPr/>
        </p:nvSpPr>
        <p:spPr>
          <a:xfrm xmlns:a="http://schemas.openxmlformats.org/drawingml/2006/main">
            <a:off x="12311063" y="3942522"/>
            <a:ext cx="4286250" cy="213614"/>
          </a:xfrm>
          <a:custGeom xmlns:a="http://schemas.openxmlformats.org/drawingml/2006/main">
            <a:pathLst>
              <a:path w="4286250" h="213614">
                <a:moveTo>
                  <a:pt x="0" y="210097"/>
                </a:moveTo>
                <a:lnTo>
                  <a:pt x="428625" y="8763"/>
                </a:lnTo>
                <a:lnTo>
                  <a:pt x="857250" y="132906"/>
                </a:lnTo>
                <a:lnTo>
                  <a:pt x="1285875" y="213614"/>
                </a:lnTo>
                <a:lnTo>
                  <a:pt x="1714500" y="209632"/>
                </a:lnTo>
                <a:lnTo>
                  <a:pt x="2143125" y="209589"/>
                </a:lnTo>
                <a:lnTo>
                  <a:pt x="2571750" y="210315"/>
                </a:lnTo>
                <a:lnTo>
                  <a:pt x="3000375" y="1003"/>
                </a:lnTo>
                <a:lnTo>
                  <a:pt x="3429000" y="209909"/>
                </a:lnTo>
                <a:lnTo>
                  <a:pt x="3857625" y="0"/>
                </a:lnTo>
                <a:lnTo>
                  <a:pt x="4286250" y="2020"/>
                </a:lnTo>
              </a:path>
            </a:pathLst>
          </a:custGeom>
          <a:noFill xmlns:a="http://schemas.openxmlformats.org/drawingml/2006/main"/>
          <a:ln xmlns:a="http://schemas.openxmlformats.org/drawingml/2006/main" w="20003">
            <a:solidFill>
              <a:srgbClr val="0072B2"/>
            </a:solidFill>
            <a:prstDash val="solid"/>
          </a:ln>
        </p:spPr>
      </p:sp>
      <p:sp>
        <p:nvSpPr>
          <p:cNvPr id="92" name="saved point">
            <a:extLst xmlns:a="http://schemas.openxmlformats.org/drawingml/2006/main">
              <a:ext uri="{FF2B5EF4-FFF2-40B4-BE49-F238E27FC236}">
                <a16:creationId xmlns:a16="http://schemas.microsoft.com/office/drawing/2014/main" id="{CFB34E64-3AEF-4CB8-A492-B587BA3C661A}"/>
              </a:ext>
            </a:extLst>
          </p:cNvPr>
          <p:cNvSpPr>
            <a:spLocks xmlns:a="http://schemas.openxmlformats.org/drawingml/2006/main" noGrp="1"/>
          </p:cNvSpPr>
          <p:nvPr/>
        </p:nvSpPr>
        <p:spPr>
          <a:xfrm xmlns:a="http://schemas.openxmlformats.org/drawingml/2006/main">
            <a:off x="14411325" y="4109249"/>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ln>
        </p:spPr>
      </p:sp>
      <p:sp>
        <p:nvSpPr>
          <p:cNvPr id="93" name="B/462: projected reference">
            <a:extLst xmlns:a="http://schemas.openxmlformats.org/drawingml/2006/main">
              <a:ext uri="{FF2B5EF4-FFF2-40B4-BE49-F238E27FC236}">
                <a16:creationId xmlns:a16="http://schemas.microsoft.com/office/drawing/2014/main" id="{3AF36831-CFBA-4BEF-9864-C01E8DE58415}"/>
              </a:ext>
            </a:extLst>
          </p:cNvPr>
          <p:cNvSpPr>
            <a:spLocks xmlns:a="http://schemas.openxmlformats.org/drawingml/2006/main" noGrp="1"/>
          </p:cNvSpPr>
          <p:nvPr/>
        </p:nvSpPr>
        <p:spPr>
          <a:xfrm xmlns:a="http://schemas.openxmlformats.org/drawingml/2006/main">
            <a:off x="12311063" y="3155704"/>
            <a:ext cx="2571750" cy="77468"/>
          </a:xfrm>
          <a:custGeom xmlns:a="http://schemas.openxmlformats.org/drawingml/2006/main">
            <a:pathLst>
              <a:path w="2571750" h="77468">
                <a:moveTo>
                  <a:pt x="0" y="55117"/>
                </a:moveTo>
                <a:lnTo>
                  <a:pt x="428625" y="53269"/>
                </a:lnTo>
                <a:lnTo>
                  <a:pt x="857250" y="42291"/>
                </a:lnTo>
                <a:lnTo>
                  <a:pt x="1285875" y="77468"/>
                </a:lnTo>
                <a:lnTo>
                  <a:pt x="1714500" y="75620"/>
                </a:lnTo>
                <a:lnTo>
                  <a:pt x="2143125" y="0"/>
                </a:lnTo>
                <a:lnTo>
                  <a:pt x="2571750" y="62070"/>
                </a:lnTo>
              </a:path>
            </a:pathLst>
          </a:custGeom>
          <a:noFill xmlns:a="http://schemas.openxmlformats.org/drawingml/2006/main"/>
          <a:ln xmlns:a="http://schemas.openxmlformats.org/drawingml/2006/main" w="14288">
            <a:solidFill>
              <a:srgbClr val="D55E00"/>
            </a:solidFill>
            <a:prstDash val="dash"/>
          </a:ln>
        </p:spPr>
      </p:sp>
      <p:sp>
        <p:nvSpPr>
          <p:cNvPr id="94" name="data path">
            <a:extLst xmlns:a="http://schemas.openxmlformats.org/drawingml/2006/main">
              <a:ext uri="{FF2B5EF4-FFF2-40B4-BE49-F238E27FC236}">
                <a16:creationId xmlns:a16="http://schemas.microsoft.com/office/drawing/2014/main" id="{810ABC65-0481-4054-9CE4-6FE0125A46B5}"/>
              </a:ext>
            </a:extLst>
          </p:cNvPr>
          <p:cNvSpPr>
            <a:spLocks xmlns:a="http://schemas.openxmlformats.org/drawingml/2006/main" noGrp="1"/>
          </p:cNvSpPr>
          <p:nvPr/>
        </p:nvSpPr>
        <p:spPr>
          <a:xfrm xmlns:a="http://schemas.openxmlformats.org/drawingml/2006/main">
            <a:off x="12311063" y="3136354"/>
            <a:ext cx="2571750" cy="75564"/>
          </a:xfrm>
          <a:custGeom xmlns:a="http://schemas.openxmlformats.org/drawingml/2006/main">
            <a:pathLst>
              <a:path w="2571750" h="75564">
                <a:moveTo>
                  <a:pt x="0" y="42432"/>
                </a:moveTo>
                <a:lnTo>
                  <a:pt x="428625" y="44728"/>
                </a:lnTo>
                <a:lnTo>
                  <a:pt x="857250" y="35835"/>
                </a:lnTo>
                <a:lnTo>
                  <a:pt x="1285875" y="72077"/>
                </a:lnTo>
                <a:lnTo>
                  <a:pt x="1714500" y="75564"/>
                </a:lnTo>
                <a:lnTo>
                  <a:pt x="2143125" y="0"/>
                </a:lnTo>
                <a:lnTo>
                  <a:pt x="2571750" y="61338"/>
                </a:lnTo>
              </a:path>
            </a:pathLst>
          </a:custGeom>
          <a:noFill xmlns:a="http://schemas.openxmlformats.org/drawingml/2006/main"/>
          <a:ln xmlns:a="http://schemas.openxmlformats.org/drawingml/2006/main" w="45720">
            <a:solidFill>
              <a:srgbClr val="FFFFFF"/>
            </a:solidFill>
            <a:prstDash val="solid"/>
          </a:ln>
        </p:spPr>
      </p:sp>
      <p:sp>
        <p:nvSpPr>
          <p:cNvPr id="95" name="B/462: saved layout anchor">
            <a:extLst xmlns:a="http://schemas.openxmlformats.org/drawingml/2006/main">
              <a:ext uri="{FF2B5EF4-FFF2-40B4-BE49-F238E27FC236}">
                <a16:creationId xmlns:a16="http://schemas.microsoft.com/office/drawing/2014/main" id="{730ADCB5-67BD-48C4-A2C9-F93C8D5464CD}"/>
              </a:ext>
            </a:extLst>
          </p:cNvPr>
          <p:cNvSpPr>
            <a:spLocks xmlns:a="http://schemas.openxmlformats.org/drawingml/2006/main" noGrp="1"/>
          </p:cNvSpPr>
          <p:nvPr/>
        </p:nvSpPr>
        <p:spPr>
          <a:xfrm xmlns:a="http://schemas.openxmlformats.org/drawingml/2006/main">
            <a:off x="12311063" y="3136354"/>
            <a:ext cx="2571750" cy="75564"/>
          </a:xfrm>
          <a:custGeom xmlns:a="http://schemas.openxmlformats.org/drawingml/2006/main">
            <a:pathLst>
              <a:path w="2571750" h="75564">
                <a:moveTo>
                  <a:pt x="0" y="42432"/>
                </a:moveTo>
                <a:lnTo>
                  <a:pt x="428625" y="44728"/>
                </a:lnTo>
                <a:lnTo>
                  <a:pt x="857250" y="35835"/>
                </a:lnTo>
                <a:lnTo>
                  <a:pt x="1285875" y="72077"/>
                </a:lnTo>
                <a:lnTo>
                  <a:pt x="1714500" y="75564"/>
                </a:lnTo>
                <a:lnTo>
                  <a:pt x="2143125" y="0"/>
                </a:lnTo>
                <a:lnTo>
                  <a:pt x="2571750" y="61338"/>
                </a:lnTo>
              </a:path>
            </a:pathLst>
          </a:custGeom>
          <a:noFill xmlns:a="http://schemas.openxmlformats.org/drawingml/2006/main"/>
          <a:ln xmlns:a="http://schemas.openxmlformats.org/drawingml/2006/main" w="20003">
            <a:solidFill>
              <a:srgbClr val="D55E00"/>
            </a:solidFill>
            <a:prstDash val="solid"/>
          </a:ln>
        </p:spPr>
      </p:sp>
      <p:sp>
        <p:nvSpPr>
          <p:cNvPr id="96" name="saved point">
            <a:extLst xmlns:a="http://schemas.openxmlformats.org/drawingml/2006/main">
              <a:ext uri="{FF2B5EF4-FFF2-40B4-BE49-F238E27FC236}">
                <a16:creationId xmlns:a16="http://schemas.microsoft.com/office/drawing/2014/main" id="{F427F262-BBE2-4158-945D-0496C41BBACB}"/>
              </a:ext>
            </a:extLst>
          </p:cNvPr>
          <p:cNvSpPr>
            <a:spLocks xmlns:a="http://schemas.openxmlformats.org/drawingml/2006/main" noGrp="1"/>
          </p:cNvSpPr>
          <p:nvPr/>
        </p:nvSpPr>
        <p:spPr>
          <a:xfrm xmlns:a="http://schemas.openxmlformats.org/drawingml/2006/main">
            <a:off x="14411325" y="3093492"/>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ln>
        </p:spPr>
      </p:sp>
      <p:sp>
        <p:nvSpPr>
          <p:cNvPr id="97" name="C/388: projected reference">
            <a:extLst xmlns:a="http://schemas.openxmlformats.org/drawingml/2006/main">
              <a:ext uri="{FF2B5EF4-FFF2-40B4-BE49-F238E27FC236}">
                <a16:creationId xmlns:a16="http://schemas.microsoft.com/office/drawing/2014/main" id="{ABFADAA4-9B0F-4107-9D24-930A4EB77AF0}"/>
              </a:ext>
            </a:extLst>
          </p:cNvPr>
          <p:cNvSpPr>
            <a:spLocks xmlns:a="http://schemas.openxmlformats.org/drawingml/2006/main" noGrp="1"/>
          </p:cNvSpPr>
          <p:nvPr/>
        </p:nvSpPr>
        <p:spPr>
          <a:xfrm xmlns:a="http://schemas.openxmlformats.org/drawingml/2006/main">
            <a:off x="12311063" y="3591702"/>
            <a:ext cx="4286250" cy="88951"/>
          </a:xfrm>
          <a:custGeom xmlns:a="http://schemas.openxmlformats.org/drawingml/2006/main">
            <a:pathLst>
              <a:path w="4286250" h="88951">
                <a:moveTo>
                  <a:pt x="0" y="70889"/>
                </a:moveTo>
                <a:lnTo>
                  <a:pt x="428625" y="69965"/>
                </a:lnTo>
                <a:lnTo>
                  <a:pt x="857250" y="69041"/>
                </a:lnTo>
                <a:lnTo>
                  <a:pt x="1285875" y="68118"/>
                </a:lnTo>
                <a:lnTo>
                  <a:pt x="1714500" y="88951"/>
                </a:lnTo>
                <a:lnTo>
                  <a:pt x="2143125" y="78073"/>
                </a:lnTo>
                <a:lnTo>
                  <a:pt x="2571750" y="77149"/>
                </a:lnTo>
                <a:lnTo>
                  <a:pt x="3000375" y="64623"/>
                </a:lnTo>
                <a:lnTo>
                  <a:pt x="3429000" y="0"/>
                </a:lnTo>
                <a:lnTo>
                  <a:pt x="3857625" y="26170"/>
                </a:lnTo>
                <a:lnTo>
                  <a:pt x="4286250" y="56034"/>
                </a:lnTo>
              </a:path>
            </a:pathLst>
          </a:custGeom>
          <a:noFill xmlns:a="http://schemas.openxmlformats.org/drawingml/2006/main"/>
          <a:ln xmlns:a="http://schemas.openxmlformats.org/drawingml/2006/main" w="14288">
            <a:solidFill>
              <a:srgbClr val="009E73"/>
            </a:solidFill>
            <a:prstDash val="dash"/>
          </a:ln>
        </p:spPr>
      </p:sp>
      <p:sp>
        <p:nvSpPr>
          <p:cNvPr id="98" name="data path">
            <a:extLst xmlns:a="http://schemas.openxmlformats.org/drawingml/2006/main">
              <a:ext uri="{FF2B5EF4-FFF2-40B4-BE49-F238E27FC236}">
                <a16:creationId xmlns:a16="http://schemas.microsoft.com/office/drawing/2014/main" id="{E276440B-81EA-4FEB-BE79-66CDEAE14992}"/>
              </a:ext>
            </a:extLst>
          </p:cNvPr>
          <p:cNvSpPr>
            <a:spLocks xmlns:a="http://schemas.openxmlformats.org/drawingml/2006/main" noGrp="1"/>
          </p:cNvSpPr>
          <p:nvPr/>
        </p:nvSpPr>
        <p:spPr>
          <a:xfrm xmlns:a="http://schemas.openxmlformats.org/drawingml/2006/main">
            <a:off x="12311063" y="3579683"/>
            <a:ext cx="4286250" cy="81566"/>
          </a:xfrm>
          <a:custGeom xmlns:a="http://schemas.openxmlformats.org/drawingml/2006/main">
            <a:pathLst>
              <a:path w="4286250" h="81566">
                <a:moveTo>
                  <a:pt x="0" y="64259"/>
                </a:moveTo>
                <a:lnTo>
                  <a:pt x="428625" y="61367"/>
                </a:lnTo>
                <a:lnTo>
                  <a:pt x="857250" y="63445"/>
                </a:lnTo>
                <a:lnTo>
                  <a:pt x="1285875" y="55394"/>
                </a:lnTo>
                <a:lnTo>
                  <a:pt x="1714500" y="81566"/>
                </a:lnTo>
                <a:lnTo>
                  <a:pt x="2143125" y="70740"/>
                </a:lnTo>
                <a:lnTo>
                  <a:pt x="2571750" y="69083"/>
                </a:lnTo>
                <a:lnTo>
                  <a:pt x="3000375" y="56513"/>
                </a:lnTo>
                <a:lnTo>
                  <a:pt x="3429000" y="0"/>
                </a:lnTo>
                <a:lnTo>
                  <a:pt x="3857625" y="19065"/>
                </a:lnTo>
                <a:lnTo>
                  <a:pt x="4286250" y="46908"/>
                </a:lnTo>
              </a:path>
            </a:pathLst>
          </a:custGeom>
          <a:noFill xmlns:a="http://schemas.openxmlformats.org/drawingml/2006/main"/>
          <a:ln xmlns:a="http://schemas.openxmlformats.org/drawingml/2006/main" w="45720">
            <a:solidFill>
              <a:srgbClr val="FFFFFF"/>
            </a:solidFill>
            <a:prstDash val="solid"/>
          </a:ln>
        </p:spPr>
      </p:sp>
      <p:sp>
        <p:nvSpPr>
          <p:cNvPr id="99" name="C/388: saved layout anchor">
            <a:extLst xmlns:a="http://schemas.openxmlformats.org/drawingml/2006/main">
              <a:ext uri="{FF2B5EF4-FFF2-40B4-BE49-F238E27FC236}">
                <a16:creationId xmlns:a16="http://schemas.microsoft.com/office/drawing/2014/main" id="{0B04FC08-27D6-4861-8820-AE1FCF6D04FF}"/>
              </a:ext>
            </a:extLst>
          </p:cNvPr>
          <p:cNvSpPr>
            <a:spLocks xmlns:a="http://schemas.openxmlformats.org/drawingml/2006/main" noGrp="1"/>
          </p:cNvSpPr>
          <p:nvPr/>
        </p:nvSpPr>
        <p:spPr>
          <a:xfrm xmlns:a="http://schemas.openxmlformats.org/drawingml/2006/main">
            <a:off x="12311063" y="3579683"/>
            <a:ext cx="4286250" cy="81566"/>
          </a:xfrm>
          <a:custGeom xmlns:a="http://schemas.openxmlformats.org/drawingml/2006/main">
            <a:pathLst>
              <a:path w="4286250" h="81566">
                <a:moveTo>
                  <a:pt x="0" y="64259"/>
                </a:moveTo>
                <a:lnTo>
                  <a:pt x="428625" y="61367"/>
                </a:lnTo>
                <a:lnTo>
                  <a:pt x="857250" y="63445"/>
                </a:lnTo>
                <a:lnTo>
                  <a:pt x="1285875" y="55394"/>
                </a:lnTo>
                <a:lnTo>
                  <a:pt x="1714500" y="81566"/>
                </a:lnTo>
                <a:lnTo>
                  <a:pt x="2143125" y="70740"/>
                </a:lnTo>
                <a:lnTo>
                  <a:pt x="2571750" y="69083"/>
                </a:lnTo>
                <a:lnTo>
                  <a:pt x="3000375" y="56513"/>
                </a:lnTo>
                <a:lnTo>
                  <a:pt x="3429000" y="0"/>
                </a:lnTo>
                <a:lnTo>
                  <a:pt x="3857625" y="19065"/>
                </a:lnTo>
                <a:lnTo>
                  <a:pt x="4286250" y="46908"/>
                </a:lnTo>
              </a:path>
            </a:pathLst>
          </a:custGeom>
          <a:noFill xmlns:a="http://schemas.openxmlformats.org/drawingml/2006/main"/>
          <a:ln xmlns:a="http://schemas.openxmlformats.org/drawingml/2006/main" w="20003">
            <a:solidFill>
              <a:srgbClr val="009E73"/>
            </a:solidFill>
            <a:prstDash val="solid"/>
          </a:ln>
        </p:spPr>
      </p:sp>
      <p:sp>
        <p:nvSpPr>
          <p:cNvPr id="100" name="saved point">
            <a:extLst xmlns:a="http://schemas.openxmlformats.org/drawingml/2006/main">
              <a:ext uri="{FF2B5EF4-FFF2-40B4-BE49-F238E27FC236}">
                <a16:creationId xmlns:a16="http://schemas.microsoft.com/office/drawing/2014/main" id="{EBC5C419-87A0-4154-A273-B702DAA8CE7D}"/>
              </a:ext>
            </a:extLst>
          </p:cNvPr>
          <p:cNvSpPr>
            <a:spLocks xmlns:a="http://schemas.openxmlformats.org/drawingml/2006/main" noGrp="1"/>
          </p:cNvSpPr>
          <p:nvPr/>
        </p:nvSpPr>
        <p:spPr>
          <a:xfrm xmlns:a="http://schemas.openxmlformats.org/drawingml/2006/main">
            <a:off x="14411325" y="3607561"/>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ln>
        </p:spPr>
      </p:sp>
      <p:sp>
        <p:nvSpPr>
          <p:cNvPr id="101" name="B">
            <a:extLst xmlns:a="http://schemas.openxmlformats.org/drawingml/2006/main">
              <a:ext uri="{FF2B5EF4-FFF2-40B4-BE49-F238E27FC236}">
                <a16:creationId xmlns:a16="http://schemas.microsoft.com/office/drawing/2014/main" id="{EDCA8604-96C0-4E61-A303-1275CC20A076}"/>
              </a:ext>
            </a:extLst>
          </p:cNvPr>
          <p:cNvSpPr>
            <a:spLocks xmlns:a="http://schemas.openxmlformats.org/drawingml/2006/main" noGrp="1"/>
          </p:cNvSpPr>
          <p:nvPr/>
        </p:nvSpPr>
        <p:spPr>
          <a:xfrm xmlns:a="http://schemas.openxmlformats.org/drawingml/2006/main">
            <a:off x="15006638" y="3073867"/>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D55E00"/>
                </a:solidFill>
                <a:latin typeface="Arial"/>
                <a:ea typeface="Arial"/>
                <a:cs typeface="Arial"/>
              </a:defRPr>
            </a:defPPr>
            <a:lvl1pPr algn="l">
              <a:defRPr sz="1725" b="1">
                <a:solidFill>
                  <a:srgbClr val="D55E00"/>
                </a:solidFill>
                <a:latin typeface="Arial"/>
                <a:ea typeface="Arial"/>
                <a:cs typeface="Arial"/>
              </a:defRPr>
            </a:lvl1pPr>
            <a:lvl2pPr algn="l">
              <a:defRPr sz="1725" b="1">
                <a:solidFill>
                  <a:srgbClr val="D55E00"/>
                </a:solidFill>
                <a:latin typeface="Arial"/>
                <a:ea typeface="Arial"/>
                <a:cs typeface="Arial"/>
              </a:defRPr>
            </a:lvl2pPr>
            <a:lvl3pPr algn="l">
              <a:defRPr sz="1725" b="1">
                <a:solidFill>
                  <a:srgbClr val="D55E00"/>
                </a:solidFill>
                <a:latin typeface="Arial"/>
                <a:ea typeface="Arial"/>
                <a:cs typeface="Arial"/>
              </a:defRPr>
            </a:lvl3pPr>
            <a:lvl4pPr algn="l">
              <a:defRPr sz="1725" b="1">
                <a:solidFill>
                  <a:srgbClr val="D55E00"/>
                </a:solidFill>
                <a:latin typeface="Arial"/>
                <a:ea typeface="Arial"/>
                <a:cs typeface="Arial"/>
              </a:defRPr>
            </a:lvl4pPr>
            <a:lvl5pPr algn="l">
              <a:defRPr sz="1725" b="1">
                <a:solidFill>
                  <a:srgbClr val="D55E00"/>
                </a:solidFill>
                <a:latin typeface="Arial"/>
                <a:ea typeface="Arial"/>
                <a:cs typeface="Arial"/>
              </a:defRPr>
            </a:lvl5pPr>
            <a:lvl6pPr algn="l">
              <a:defRPr sz="1725" b="1">
                <a:solidFill>
                  <a:srgbClr val="D55E00"/>
                </a:solidFill>
                <a:latin typeface="Arial"/>
                <a:ea typeface="Arial"/>
                <a:cs typeface="Arial"/>
              </a:defRPr>
            </a:lvl6pPr>
            <a:lvl7pPr algn="l">
              <a:defRPr sz="1725" b="1">
                <a:solidFill>
                  <a:srgbClr val="D55E00"/>
                </a:solidFill>
                <a:latin typeface="Arial"/>
                <a:ea typeface="Arial"/>
                <a:cs typeface="Arial"/>
              </a:defRPr>
            </a:lvl7pPr>
            <a:lvl8pPr algn="l">
              <a:defRPr sz="1725" b="1">
                <a:solidFill>
                  <a:srgbClr val="D55E00"/>
                </a:solidFill>
                <a:latin typeface="Arial"/>
                <a:ea typeface="Arial"/>
                <a:cs typeface="Arial"/>
              </a:defRPr>
            </a:lvl8pPr>
            <a:lvl9pPr algn="l">
              <a:defRPr sz="1725" b="1">
                <a:solidFill>
                  <a:srgbClr val="D55E00"/>
                </a:solidFill>
                <a:latin typeface="Arial"/>
                <a:ea typeface="Arial"/>
                <a:cs typeface="Arial"/>
              </a:defRPr>
            </a:lvl9pPr>
          </a:lstStyle>
          <a:p xmlns:a="http://schemas.openxmlformats.org/drawingml/2006/main">
            <a:pPr algn="l">
              <a:defRPr sz="1725" b="1">
                <a:solidFill>
                  <a:srgbClr val="D55E00"/>
                </a:solidFill>
                <a:latin typeface="Arial"/>
                <a:ea typeface="Arial"/>
                <a:cs typeface="Arial"/>
              </a:defRPr>
            </a:pPr>
            <a:r>
              <a:rPr sz="1725" b="1">
                <a:solidFill>
                  <a:srgbClr val="D55E00"/>
                </a:solidFill>
                <a:latin typeface="Arial"/>
                <a:ea typeface="Arial"/>
                <a:cs typeface="Arial"/>
              </a:rPr>
              <a:t>B</a:t>
            </a:r>
          </a:p>
        </p:txBody>
      </p:sp>
      <p:sp>
        <p:nvSpPr>
          <p:cNvPr id="102" name="C">
            <a:extLst xmlns:a="http://schemas.openxmlformats.org/drawingml/2006/main">
              <a:ext uri="{FF2B5EF4-FFF2-40B4-BE49-F238E27FC236}">
                <a16:creationId xmlns:a16="http://schemas.microsoft.com/office/drawing/2014/main" id="{8297F858-85E0-45DA-A2C3-C37B70DCD045}"/>
              </a:ext>
            </a:extLst>
          </p:cNvPr>
          <p:cNvSpPr>
            <a:spLocks xmlns:a="http://schemas.openxmlformats.org/drawingml/2006/main" noGrp="1"/>
          </p:cNvSpPr>
          <p:nvPr/>
        </p:nvSpPr>
        <p:spPr>
          <a:xfrm xmlns:a="http://schemas.openxmlformats.org/drawingml/2006/main">
            <a:off x="16906875" y="3502766"/>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09E73"/>
                </a:solidFill>
                <a:latin typeface="Arial"/>
                <a:ea typeface="Arial"/>
                <a:cs typeface="Arial"/>
              </a:defRPr>
            </a:defPPr>
            <a:lvl1pPr algn="l">
              <a:defRPr sz="1725" b="1">
                <a:solidFill>
                  <a:srgbClr val="009E73"/>
                </a:solidFill>
                <a:latin typeface="Arial"/>
                <a:ea typeface="Arial"/>
                <a:cs typeface="Arial"/>
              </a:defRPr>
            </a:lvl1pPr>
            <a:lvl2pPr algn="l">
              <a:defRPr sz="1725" b="1">
                <a:solidFill>
                  <a:srgbClr val="009E73"/>
                </a:solidFill>
                <a:latin typeface="Arial"/>
                <a:ea typeface="Arial"/>
                <a:cs typeface="Arial"/>
              </a:defRPr>
            </a:lvl2pPr>
            <a:lvl3pPr algn="l">
              <a:defRPr sz="1725" b="1">
                <a:solidFill>
                  <a:srgbClr val="009E73"/>
                </a:solidFill>
                <a:latin typeface="Arial"/>
                <a:ea typeface="Arial"/>
                <a:cs typeface="Arial"/>
              </a:defRPr>
            </a:lvl3pPr>
            <a:lvl4pPr algn="l">
              <a:defRPr sz="1725" b="1">
                <a:solidFill>
                  <a:srgbClr val="009E73"/>
                </a:solidFill>
                <a:latin typeface="Arial"/>
                <a:ea typeface="Arial"/>
                <a:cs typeface="Arial"/>
              </a:defRPr>
            </a:lvl4pPr>
            <a:lvl5pPr algn="l">
              <a:defRPr sz="1725" b="1">
                <a:solidFill>
                  <a:srgbClr val="009E73"/>
                </a:solidFill>
                <a:latin typeface="Arial"/>
                <a:ea typeface="Arial"/>
                <a:cs typeface="Arial"/>
              </a:defRPr>
            </a:lvl5pPr>
            <a:lvl6pPr algn="l">
              <a:defRPr sz="1725" b="1">
                <a:solidFill>
                  <a:srgbClr val="009E73"/>
                </a:solidFill>
                <a:latin typeface="Arial"/>
                <a:ea typeface="Arial"/>
                <a:cs typeface="Arial"/>
              </a:defRPr>
            </a:lvl6pPr>
            <a:lvl7pPr algn="l">
              <a:defRPr sz="1725" b="1">
                <a:solidFill>
                  <a:srgbClr val="009E73"/>
                </a:solidFill>
                <a:latin typeface="Arial"/>
                <a:ea typeface="Arial"/>
                <a:cs typeface="Arial"/>
              </a:defRPr>
            </a:lvl7pPr>
            <a:lvl8pPr algn="l">
              <a:defRPr sz="1725" b="1">
                <a:solidFill>
                  <a:srgbClr val="009E73"/>
                </a:solidFill>
                <a:latin typeface="Arial"/>
                <a:ea typeface="Arial"/>
                <a:cs typeface="Arial"/>
              </a:defRPr>
            </a:lvl8pPr>
            <a:lvl9pPr algn="l">
              <a:defRPr sz="1725" b="1">
                <a:solidFill>
                  <a:srgbClr val="009E73"/>
                </a:solidFill>
                <a:latin typeface="Arial"/>
                <a:ea typeface="Arial"/>
                <a:cs typeface="Arial"/>
              </a:defRPr>
            </a:lvl9pPr>
          </a:lstStyle>
          <a:p xmlns:a="http://schemas.openxmlformats.org/drawingml/2006/main">
            <a:pPr algn="l">
              <a:defRPr sz="1725" b="1">
                <a:solidFill>
                  <a:srgbClr val="009E73"/>
                </a:solidFill>
                <a:latin typeface="Arial"/>
                <a:ea typeface="Arial"/>
                <a:cs typeface="Arial"/>
              </a:defRPr>
            </a:pPr>
            <a:r>
              <a:rPr sz="1725" b="1">
                <a:solidFill>
                  <a:srgbClr val="009E73"/>
                </a:solidFill>
                <a:latin typeface="Arial"/>
                <a:ea typeface="Arial"/>
                <a:cs typeface="Arial"/>
              </a:rPr>
              <a:t>C</a:t>
            </a:r>
          </a:p>
        </p:txBody>
      </p:sp>
      <p:sp>
        <p:nvSpPr>
          <p:cNvPr id="103" name="A">
            <a:extLst xmlns:a="http://schemas.openxmlformats.org/drawingml/2006/main">
              <a:ext uri="{FF2B5EF4-FFF2-40B4-BE49-F238E27FC236}">
                <a16:creationId xmlns:a16="http://schemas.microsoft.com/office/drawing/2014/main" id="{A8E4002E-274E-4709-A5CB-9D857E548690}"/>
              </a:ext>
            </a:extLst>
          </p:cNvPr>
          <p:cNvSpPr>
            <a:spLocks xmlns:a="http://schemas.openxmlformats.org/drawingml/2006/main" noGrp="1"/>
          </p:cNvSpPr>
          <p:nvPr/>
        </p:nvSpPr>
        <p:spPr>
          <a:xfrm xmlns:a="http://schemas.openxmlformats.org/drawingml/2006/main">
            <a:off x="16906875" y="3820717"/>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072B2"/>
                </a:solidFill>
                <a:latin typeface="Arial"/>
                <a:ea typeface="Arial"/>
                <a:cs typeface="Arial"/>
              </a:defRPr>
            </a:defPPr>
            <a:lvl1pPr algn="l">
              <a:defRPr sz="1725" b="1">
                <a:solidFill>
                  <a:srgbClr val="0072B2"/>
                </a:solidFill>
                <a:latin typeface="Arial"/>
                <a:ea typeface="Arial"/>
                <a:cs typeface="Arial"/>
              </a:defRPr>
            </a:lvl1pPr>
            <a:lvl2pPr algn="l">
              <a:defRPr sz="1725" b="1">
                <a:solidFill>
                  <a:srgbClr val="0072B2"/>
                </a:solidFill>
                <a:latin typeface="Arial"/>
                <a:ea typeface="Arial"/>
                <a:cs typeface="Arial"/>
              </a:defRPr>
            </a:lvl2pPr>
            <a:lvl3pPr algn="l">
              <a:defRPr sz="1725" b="1">
                <a:solidFill>
                  <a:srgbClr val="0072B2"/>
                </a:solidFill>
                <a:latin typeface="Arial"/>
                <a:ea typeface="Arial"/>
                <a:cs typeface="Arial"/>
              </a:defRPr>
            </a:lvl3pPr>
            <a:lvl4pPr algn="l">
              <a:defRPr sz="1725" b="1">
                <a:solidFill>
                  <a:srgbClr val="0072B2"/>
                </a:solidFill>
                <a:latin typeface="Arial"/>
                <a:ea typeface="Arial"/>
                <a:cs typeface="Arial"/>
              </a:defRPr>
            </a:lvl4pPr>
            <a:lvl5pPr algn="l">
              <a:defRPr sz="1725" b="1">
                <a:solidFill>
                  <a:srgbClr val="0072B2"/>
                </a:solidFill>
                <a:latin typeface="Arial"/>
                <a:ea typeface="Arial"/>
                <a:cs typeface="Arial"/>
              </a:defRPr>
            </a:lvl5pPr>
            <a:lvl6pPr algn="l">
              <a:defRPr sz="1725" b="1">
                <a:solidFill>
                  <a:srgbClr val="0072B2"/>
                </a:solidFill>
                <a:latin typeface="Arial"/>
                <a:ea typeface="Arial"/>
                <a:cs typeface="Arial"/>
              </a:defRPr>
            </a:lvl6pPr>
            <a:lvl7pPr algn="l">
              <a:defRPr sz="1725" b="1">
                <a:solidFill>
                  <a:srgbClr val="0072B2"/>
                </a:solidFill>
                <a:latin typeface="Arial"/>
                <a:ea typeface="Arial"/>
                <a:cs typeface="Arial"/>
              </a:defRPr>
            </a:lvl7pPr>
            <a:lvl8pPr algn="l">
              <a:defRPr sz="1725" b="1">
                <a:solidFill>
                  <a:srgbClr val="0072B2"/>
                </a:solidFill>
                <a:latin typeface="Arial"/>
                <a:ea typeface="Arial"/>
                <a:cs typeface="Arial"/>
              </a:defRPr>
            </a:lvl8pPr>
            <a:lvl9pPr algn="l">
              <a:defRPr sz="1725" b="1">
                <a:solidFill>
                  <a:srgbClr val="0072B2"/>
                </a:solidFill>
                <a:latin typeface="Arial"/>
                <a:ea typeface="Arial"/>
                <a:cs typeface="Arial"/>
              </a:defRPr>
            </a:lvl9pPr>
          </a:lstStyle>
          <a:p xmlns:a="http://schemas.openxmlformats.org/drawingml/2006/main">
            <a:pPr algn="l">
              <a:defRPr sz="1725" b="1">
                <a:solidFill>
                  <a:srgbClr val="0072B2"/>
                </a:solidFill>
                <a:latin typeface="Arial"/>
                <a:ea typeface="Arial"/>
                <a:cs typeface="Arial"/>
              </a:defRPr>
            </a:pPr>
            <a:r>
              <a:rPr sz="1725" b="1">
                <a:solidFill>
                  <a:srgbClr val="0072B2"/>
                </a:solidFill>
                <a:latin typeface="Arial"/>
                <a:ea typeface="Arial"/>
                <a:cs typeface="Arial"/>
              </a:rPr>
              <a:t>A</a:t>
            </a:r>
          </a:p>
        </p:txBody>
      </p:sp>
      <p:sp>
        <p:nvSpPr>
          <p:cNvPr id="104" name="line">
            <a:extLst xmlns:a="http://schemas.openxmlformats.org/drawingml/2006/main">
              <a:ext uri="{FF2B5EF4-FFF2-40B4-BE49-F238E27FC236}">
                <a16:creationId xmlns:a16="http://schemas.microsoft.com/office/drawing/2014/main" id="{24C9CFB5-1880-4C56-AB77-9F936CB1191B}"/>
              </a:ext>
            </a:extLst>
          </p:cNvPr>
          <p:cNvSpPr>
            <a:spLocks xmlns:a="http://schemas.openxmlformats.org/drawingml/2006/main" noGrp="1"/>
          </p:cNvSpPr>
          <p:nvPr/>
        </p:nvSpPr>
        <p:spPr>
          <a:xfrm xmlns:a="http://schemas.openxmlformats.org/drawingml/2006/main">
            <a:off x="171450" y="5000625"/>
            <a:ext cx="17145000" cy="95"/>
          </a:xfrm>
          <a:custGeom xmlns:a="http://schemas.openxmlformats.org/drawingml/2006/main">
            <a:pathLst>
              <a:path w="17145000" h="95">
                <a:moveTo>
                  <a:pt x="0" y="0"/>
                </a:moveTo>
                <a:lnTo>
                  <a:pt x="17145000" y="0"/>
                </a:lnTo>
              </a:path>
            </a:pathLst>
          </a:custGeom>
          <a:noFill xmlns:a="http://schemas.openxmlformats.org/drawingml/2006/main"/>
          <a:ln xmlns:a="http://schemas.openxmlformats.org/drawingml/2006/main" w="9525">
            <a:solidFill>
              <a:srgbClr val="D5DDE2"/>
            </a:solidFill>
            <a:prstDash val="solid"/>
          </a:ln>
        </p:spPr>
      </p:sp>
      <p:sp>
        <p:nvSpPr>
          <p:cNvPr id="105" name="(c) Source-field evolution">
            <a:extLst xmlns:a="http://schemas.openxmlformats.org/drawingml/2006/main">
              <a:ext uri="{FF2B5EF4-FFF2-40B4-BE49-F238E27FC236}">
                <a16:creationId xmlns:a16="http://schemas.microsoft.com/office/drawing/2014/main" id="{8036CD91-0F69-45E7-A843-BFD5EFD72D49}"/>
              </a:ext>
            </a:extLst>
          </p:cNvPr>
          <p:cNvSpPr>
            <a:spLocks xmlns:a="http://schemas.openxmlformats.org/drawingml/2006/main" noGrp="1"/>
          </p:cNvSpPr>
          <p:nvPr/>
        </p:nvSpPr>
        <p:spPr>
          <a:xfrm xmlns:a="http://schemas.openxmlformats.org/drawingml/2006/main">
            <a:off x="171450" y="51339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63238"/>
                </a:solidFill>
                <a:latin typeface="Arial"/>
                <a:ea typeface="Arial"/>
                <a:cs typeface="Arial"/>
              </a:defRPr>
            </a:defPPr>
            <a:lvl1pPr algn="l">
              <a:defRPr sz="2100" b="1">
                <a:solidFill>
                  <a:srgbClr val="263238"/>
                </a:solidFill>
                <a:latin typeface="Arial"/>
                <a:ea typeface="Arial"/>
                <a:cs typeface="Arial"/>
              </a:defRPr>
            </a:lvl1pPr>
            <a:lvl2pPr algn="l">
              <a:defRPr sz="2100" b="1">
                <a:solidFill>
                  <a:srgbClr val="263238"/>
                </a:solidFill>
                <a:latin typeface="Arial"/>
                <a:ea typeface="Arial"/>
                <a:cs typeface="Arial"/>
              </a:defRPr>
            </a:lvl2pPr>
            <a:lvl3pPr algn="l">
              <a:defRPr sz="2100" b="1">
                <a:solidFill>
                  <a:srgbClr val="263238"/>
                </a:solidFill>
                <a:latin typeface="Arial"/>
                <a:ea typeface="Arial"/>
                <a:cs typeface="Arial"/>
              </a:defRPr>
            </a:lvl3pPr>
            <a:lvl4pPr algn="l">
              <a:defRPr sz="2100" b="1">
                <a:solidFill>
                  <a:srgbClr val="263238"/>
                </a:solidFill>
                <a:latin typeface="Arial"/>
                <a:ea typeface="Arial"/>
                <a:cs typeface="Arial"/>
              </a:defRPr>
            </a:lvl4pPr>
            <a:lvl5pPr algn="l">
              <a:defRPr sz="2100" b="1">
                <a:solidFill>
                  <a:srgbClr val="263238"/>
                </a:solidFill>
                <a:latin typeface="Arial"/>
                <a:ea typeface="Arial"/>
                <a:cs typeface="Arial"/>
              </a:defRPr>
            </a:lvl5pPr>
            <a:lvl6pPr algn="l">
              <a:defRPr sz="2100" b="1">
                <a:solidFill>
                  <a:srgbClr val="263238"/>
                </a:solidFill>
                <a:latin typeface="Arial"/>
                <a:ea typeface="Arial"/>
                <a:cs typeface="Arial"/>
              </a:defRPr>
            </a:lvl6pPr>
            <a:lvl7pPr algn="l">
              <a:defRPr sz="2100" b="1">
                <a:solidFill>
                  <a:srgbClr val="263238"/>
                </a:solidFill>
                <a:latin typeface="Arial"/>
                <a:ea typeface="Arial"/>
                <a:cs typeface="Arial"/>
              </a:defRPr>
            </a:lvl7pPr>
            <a:lvl8pPr algn="l">
              <a:defRPr sz="2100" b="1">
                <a:solidFill>
                  <a:srgbClr val="263238"/>
                </a:solidFill>
                <a:latin typeface="Arial"/>
                <a:ea typeface="Arial"/>
                <a:cs typeface="Arial"/>
              </a:defRPr>
            </a:lvl8pPr>
            <a:lvl9pPr algn="l">
              <a:defRPr sz="2100" b="1">
                <a:solidFill>
                  <a:srgbClr val="263238"/>
                </a:solidFill>
                <a:latin typeface="Arial"/>
                <a:ea typeface="Arial"/>
                <a:cs typeface="Arial"/>
              </a:defRPr>
            </a:lvl9pPr>
          </a:lstStyle>
          <a:p xmlns:a="http://schemas.openxmlformats.org/drawingml/2006/main">
            <a:pPr algn="l">
              <a:defRPr sz="2100" b="1">
                <a:solidFill>
                  <a:srgbClr val="263238"/>
                </a:solidFill>
                <a:latin typeface="Arial"/>
                <a:ea typeface="Arial"/>
                <a:cs typeface="Arial"/>
              </a:defRPr>
            </a:pPr>
            <a:r>
              <a:rPr sz="2100" b="1">
                <a:solidFill>
                  <a:srgbClr val="263238"/>
                </a:solidFill>
                <a:latin typeface="Arial"/>
                <a:ea typeface="Arial"/>
                <a:cs typeface="Arial"/>
              </a:rPr>
              <a:t>(c) Source-field evolution</a:t>
            </a:r>
          </a:p>
        </p:txBody>
      </p:sp>
      <p:sp>
        <p:nvSpPr>
          <p:cNvPr id="106" name="One camera and transfer function for every frame">
            <a:extLst xmlns:a="http://schemas.openxmlformats.org/drawingml/2006/main">
              <a:ext uri="{FF2B5EF4-FFF2-40B4-BE49-F238E27FC236}">
                <a16:creationId xmlns:a16="http://schemas.microsoft.com/office/drawing/2014/main" id="{C4139DBC-24A1-492F-AED4-B1ADD27CB6B2}"/>
              </a:ext>
            </a:extLst>
          </p:cNvPr>
          <p:cNvSpPr>
            <a:spLocks xmlns:a="http://schemas.openxmlformats.org/drawingml/2006/main" noGrp="1"/>
          </p:cNvSpPr>
          <p:nvPr/>
        </p:nvSpPr>
        <p:spPr>
          <a:xfrm xmlns:a="http://schemas.openxmlformats.org/drawingml/2006/main">
            <a:off x="9906000" y="5172075"/>
            <a:ext cx="742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667682"/>
                </a:solidFill>
                <a:latin typeface="Arial"/>
                <a:ea typeface="Arial"/>
                <a:cs typeface="Arial"/>
              </a:defRPr>
            </a:defPPr>
            <a:lvl1pPr algn="r">
              <a:defRPr sz="1575" b="0">
                <a:solidFill>
                  <a:srgbClr val="667682"/>
                </a:solidFill>
                <a:latin typeface="Arial"/>
                <a:ea typeface="Arial"/>
                <a:cs typeface="Arial"/>
              </a:defRPr>
            </a:lvl1pPr>
            <a:lvl2pPr algn="r">
              <a:defRPr sz="1575" b="0">
                <a:solidFill>
                  <a:srgbClr val="667682"/>
                </a:solidFill>
                <a:latin typeface="Arial"/>
                <a:ea typeface="Arial"/>
                <a:cs typeface="Arial"/>
              </a:defRPr>
            </a:lvl2pPr>
            <a:lvl3pPr algn="r">
              <a:defRPr sz="1575" b="0">
                <a:solidFill>
                  <a:srgbClr val="667682"/>
                </a:solidFill>
                <a:latin typeface="Arial"/>
                <a:ea typeface="Arial"/>
                <a:cs typeface="Arial"/>
              </a:defRPr>
            </a:lvl3pPr>
            <a:lvl4pPr algn="r">
              <a:defRPr sz="1575" b="0">
                <a:solidFill>
                  <a:srgbClr val="667682"/>
                </a:solidFill>
                <a:latin typeface="Arial"/>
                <a:ea typeface="Arial"/>
                <a:cs typeface="Arial"/>
              </a:defRPr>
            </a:lvl4pPr>
            <a:lvl5pPr algn="r">
              <a:defRPr sz="1575" b="0">
                <a:solidFill>
                  <a:srgbClr val="667682"/>
                </a:solidFill>
                <a:latin typeface="Arial"/>
                <a:ea typeface="Arial"/>
                <a:cs typeface="Arial"/>
              </a:defRPr>
            </a:lvl5pPr>
            <a:lvl6pPr algn="r">
              <a:defRPr sz="1575" b="0">
                <a:solidFill>
                  <a:srgbClr val="667682"/>
                </a:solidFill>
                <a:latin typeface="Arial"/>
                <a:ea typeface="Arial"/>
                <a:cs typeface="Arial"/>
              </a:defRPr>
            </a:lvl6pPr>
            <a:lvl7pPr algn="r">
              <a:defRPr sz="1575" b="0">
                <a:solidFill>
                  <a:srgbClr val="667682"/>
                </a:solidFill>
                <a:latin typeface="Arial"/>
                <a:ea typeface="Arial"/>
                <a:cs typeface="Arial"/>
              </a:defRPr>
            </a:lvl7pPr>
            <a:lvl8pPr algn="r">
              <a:defRPr sz="1575" b="0">
                <a:solidFill>
                  <a:srgbClr val="667682"/>
                </a:solidFill>
                <a:latin typeface="Arial"/>
                <a:ea typeface="Arial"/>
                <a:cs typeface="Arial"/>
              </a:defRPr>
            </a:lvl8pPr>
            <a:lvl9pPr algn="r">
              <a:defRPr sz="1575" b="0">
                <a:solidFill>
                  <a:srgbClr val="667682"/>
                </a:solidFill>
                <a:latin typeface="Arial"/>
                <a:ea typeface="Arial"/>
                <a:cs typeface="Arial"/>
              </a:defRPr>
            </a:lvl9pPr>
          </a:lstStyle>
          <a:p xmlns:a="http://schemas.openxmlformats.org/drawingml/2006/main">
            <a:pPr algn="r">
              <a:defRPr sz="1575" b="0">
                <a:solidFill>
                  <a:srgbClr val="667682"/>
                </a:solidFill>
                <a:latin typeface="Arial"/>
                <a:ea typeface="Arial"/>
                <a:cs typeface="Arial"/>
              </a:defRPr>
            </a:pPr>
            <a:r>
              <a:rPr sz="1575" b="0">
                <a:solidFill>
                  <a:srgbClr val="667682"/>
                </a:solidFill>
                <a:latin typeface="Arial"/>
                <a:ea typeface="Arial"/>
                <a:cs typeface="Arial"/>
              </a:rPr>
              <a:t>One camera and transfer function for every frame</a:t>
            </a:r>
          </a:p>
        </p:txBody>
      </p:sp>
      <p:sp>
        <p:nvSpPr>
          <p:cNvPr id="107" name="Frame 0">
            <a:extLst xmlns:a="http://schemas.openxmlformats.org/drawingml/2006/main">
              <a:ext uri="{FF2B5EF4-FFF2-40B4-BE49-F238E27FC236}">
                <a16:creationId xmlns:a16="http://schemas.microsoft.com/office/drawing/2014/main" id="{13110EF7-A3ED-4DF2-A337-0DFD282A686B}"/>
              </a:ext>
            </a:extLst>
          </p:cNvPr>
          <p:cNvSpPr>
            <a:spLocks xmlns:a="http://schemas.openxmlformats.org/drawingml/2006/main" noGrp="1"/>
          </p:cNvSpPr>
          <p:nvPr/>
        </p:nvSpPr>
        <p:spPr>
          <a:xfrm xmlns:a="http://schemas.openxmlformats.org/drawingml/2006/main">
            <a:off x="171450" y="55911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63238"/>
                </a:solidFill>
                <a:latin typeface="Arial"/>
                <a:ea typeface="Arial"/>
                <a:cs typeface="Arial"/>
              </a:defRPr>
            </a:defPPr>
            <a:lvl1pPr algn="ctr">
              <a:defRPr sz="1800" b="1">
                <a:solidFill>
                  <a:srgbClr val="263238"/>
                </a:solidFill>
                <a:latin typeface="Arial"/>
                <a:ea typeface="Arial"/>
                <a:cs typeface="Arial"/>
              </a:defRPr>
            </a:lvl1pPr>
            <a:lvl2pPr algn="ctr">
              <a:defRPr sz="1800" b="1">
                <a:solidFill>
                  <a:srgbClr val="263238"/>
                </a:solidFill>
                <a:latin typeface="Arial"/>
                <a:ea typeface="Arial"/>
                <a:cs typeface="Arial"/>
              </a:defRPr>
            </a:lvl2pPr>
            <a:lvl3pPr algn="ctr">
              <a:defRPr sz="1800" b="1">
                <a:solidFill>
                  <a:srgbClr val="263238"/>
                </a:solidFill>
                <a:latin typeface="Arial"/>
                <a:ea typeface="Arial"/>
                <a:cs typeface="Arial"/>
              </a:defRPr>
            </a:lvl3pPr>
            <a:lvl4pPr algn="ctr">
              <a:defRPr sz="1800" b="1">
                <a:solidFill>
                  <a:srgbClr val="263238"/>
                </a:solidFill>
                <a:latin typeface="Arial"/>
                <a:ea typeface="Arial"/>
                <a:cs typeface="Arial"/>
              </a:defRPr>
            </a:lvl4pPr>
            <a:lvl5pPr algn="ctr">
              <a:defRPr sz="1800" b="1">
                <a:solidFill>
                  <a:srgbClr val="263238"/>
                </a:solidFill>
                <a:latin typeface="Arial"/>
                <a:ea typeface="Arial"/>
                <a:cs typeface="Arial"/>
              </a:defRPr>
            </a:lvl5pPr>
            <a:lvl6pPr algn="ctr">
              <a:defRPr sz="1800" b="1">
                <a:solidFill>
                  <a:srgbClr val="263238"/>
                </a:solidFill>
                <a:latin typeface="Arial"/>
                <a:ea typeface="Arial"/>
                <a:cs typeface="Arial"/>
              </a:defRPr>
            </a:lvl6pPr>
            <a:lvl7pPr algn="ctr">
              <a:defRPr sz="1800" b="1">
                <a:solidFill>
                  <a:srgbClr val="263238"/>
                </a:solidFill>
                <a:latin typeface="Arial"/>
                <a:ea typeface="Arial"/>
                <a:cs typeface="Arial"/>
              </a:defRPr>
            </a:lvl7pPr>
            <a:lvl8pPr algn="ctr">
              <a:defRPr sz="1800" b="1">
                <a:solidFill>
                  <a:srgbClr val="263238"/>
                </a:solidFill>
                <a:latin typeface="Arial"/>
                <a:ea typeface="Arial"/>
                <a:cs typeface="Arial"/>
              </a:defRPr>
            </a:lvl8pPr>
            <a:lvl9pPr algn="ctr">
              <a:defRPr sz="1800" b="1">
                <a:solidFill>
                  <a:srgbClr val="263238"/>
                </a:solidFill>
                <a:latin typeface="Arial"/>
                <a:ea typeface="Arial"/>
                <a:cs typeface="Arial"/>
              </a:defRPr>
            </a:lvl9pPr>
          </a:lstStyle>
          <a:p xmlns:a="http://schemas.openxmlformats.org/drawingml/2006/main">
            <a:pPr algn="ctr">
              <a:defRPr sz="1800" b="1">
                <a:solidFill>
                  <a:srgbClr val="263238"/>
                </a:solidFill>
                <a:latin typeface="Arial"/>
                <a:ea typeface="Arial"/>
                <a:cs typeface="Arial"/>
              </a:defRPr>
            </a:pPr>
            <a:r>
              <a:rPr sz="1800" b="1">
                <a:solidFill>
                  <a:srgbClr val="263238"/>
                </a:solidFill>
                <a:latin typeface="Arial"/>
                <a:ea typeface="Arial"/>
                <a:cs typeface="Arial"/>
              </a:rPr>
              <a:t>Frame 0</a:t>
            </a:r>
          </a:p>
        </p:txBody>
      </p:sp>
      <p:pic>
        <p:nvPicPr>
          <p:cNvPr id="108" name="">
            <a:extLst xmlns:a="http://schemas.openxmlformats.org/drawingml/2006/main">
              <a:ext uri="{FF2B5EF4-FFF2-40B4-BE49-F238E27FC236}">
                <a16:creationId xmlns:a16="http://schemas.microsoft.com/office/drawing/2014/main" id="{A2894036-0091-4E43-B1B7-430710275DE5}"/>
              </a:ext>
            </a:extLst>
          </p:cNvPr>
          <p:cNvPicPr>
            <a:picLocks xmlns:a="http://schemas.openxmlformats.org/drawingml/2006/main" noChangeAspect="1"/>
          </p:cNvPicPr>
          <p:nvPr/>
        </p:nvPicPr>
        <p:blipFill>
          <a:blip xmlns:r="http://schemas.openxmlformats.org/officeDocument/2006/relationships" xmlns:a="http://schemas.openxmlformats.org/drawingml/2006/main" r:embed="Ra5457a30b33d4f12"/>
          <a:stretch xmlns:a="http://schemas.openxmlformats.org/drawingml/2006/main"/>
        </p:blipFill>
        <p:spPr>
          <a:xfrm xmlns:a="http://schemas.openxmlformats.org/drawingml/2006/main">
            <a:off x="171450" y="5972175"/>
            <a:ext cx="3238500" cy="1182053"/>
          </a:xfrm>
          <a:prstGeom xmlns:a="http://schemas.openxmlformats.org/drawingml/2006/main" prst="rect">
            <a:avLst/>
          </a:prstGeom>
        </p:spPr>
      </p:pic>
      <p:sp>
        <p:nvSpPr>
          <p:cNvPr id="109" name="line">
            <a:extLst xmlns:a="http://schemas.openxmlformats.org/drawingml/2006/main">
              <a:ext uri="{FF2B5EF4-FFF2-40B4-BE49-F238E27FC236}">
                <a16:creationId xmlns:a16="http://schemas.microsoft.com/office/drawing/2014/main" id="{CC361628-5886-4E22-A66F-CD947655A60C}"/>
              </a:ext>
            </a:extLst>
          </p:cNvPr>
          <p:cNvSpPr>
            <a:spLocks xmlns:a="http://schemas.openxmlformats.org/drawingml/2006/main" noGrp="1"/>
          </p:cNvSpPr>
          <p:nvPr/>
        </p:nvSpPr>
        <p:spPr>
          <a:xfrm xmlns:a="http://schemas.openxmlformats.org/drawingml/2006/main">
            <a:off x="236220" y="6362040"/>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dash"/>
          </a:ln>
        </p:spPr>
      </p:sp>
      <p:sp>
        <p:nvSpPr>
          <p:cNvPr id="110" name="line">
            <a:extLst xmlns:a="http://schemas.openxmlformats.org/drawingml/2006/main">
              <a:ext uri="{FF2B5EF4-FFF2-40B4-BE49-F238E27FC236}">
                <a16:creationId xmlns:a16="http://schemas.microsoft.com/office/drawing/2014/main" id="{5AC42B6D-0530-4963-8B13-599FF810A5E8}"/>
              </a:ext>
            </a:extLst>
          </p:cNvPr>
          <p:cNvSpPr>
            <a:spLocks xmlns:a="http://schemas.openxmlformats.org/drawingml/2006/main" noGrp="1"/>
          </p:cNvSpPr>
          <p:nvPr/>
        </p:nvSpPr>
        <p:spPr>
          <a:xfrm xmlns:a="http://schemas.openxmlformats.org/drawingml/2006/main">
            <a:off x="236220" y="6604921"/>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dash"/>
          </a:ln>
        </p:spPr>
      </p:sp>
      <p:sp>
        <p:nvSpPr>
          <p:cNvPr id="111" name="line">
            <a:extLst xmlns:a="http://schemas.openxmlformats.org/drawingml/2006/main">
              <a:ext uri="{FF2B5EF4-FFF2-40B4-BE49-F238E27FC236}">
                <a16:creationId xmlns:a16="http://schemas.microsoft.com/office/drawing/2014/main" id="{6FF6F205-CBB4-4092-B21B-42BFAB8EC53B}"/>
              </a:ext>
            </a:extLst>
          </p:cNvPr>
          <p:cNvSpPr>
            <a:spLocks xmlns:a="http://schemas.openxmlformats.org/drawingml/2006/main" noGrp="1"/>
          </p:cNvSpPr>
          <p:nvPr/>
        </p:nvSpPr>
        <p:spPr>
          <a:xfrm xmlns:a="http://schemas.openxmlformats.org/drawingml/2006/main">
            <a:off x="236220" y="6899348"/>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dash"/>
          </a:ln>
        </p:spPr>
      </p:sp>
      <p:sp>
        <p:nvSpPr>
          <p:cNvPr id="112" name="line">
            <a:extLst xmlns:a="http://schemas.openxmlformats.org/drawingml/2006/main">
              <a:ext uri="{FF2B5EF4-FFF2-40B4-BE49-F238E27FC236}">
                <a16:creationId xmlns:a16="http://schemas.microsoft.com/office/drawing/2014/main" id="{B5598862-FC7E-43F6-B9E5-70BCDC09C1EE}"/>
              </a:ext>
            </a:extLst>
          </p:cNvPr>
          <p:cNvSpPr>
            <a:spLocks xmlns:a="http://schemas.openxmlformats.org/drawingml/2006/main" noGrp="1"/>
          </p:cNvSpPr>
          <p:nvPr/>
        </p:nvSpPr>
        <p:spPr>
          <a:xfrm xmlns:a="http://schemas.openxmlformats.org/drawingml/2006/main">
            <a:off x="236220" y="606761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13" name="line">
            <a:extLst xmlns:a="http://schemas.openxmlformats.org/drawingml/2006/main">
              <a:ext uri="{FF2B5EF4-FFF2-40B4-BE49-F238E27FC236}">
                <a16:creationId xmlns:a16="http://schemas.microsoft.com/office/drawing/2014/main" id="{0CE52E8A-A17C-4BBF-9E39-C597C71C9963}"/>
              </a:ext>
            </a:extLst>
          </p:cNvPr>
          <p:cNvSpPr>
            <a:spLocks xmlns:a="http://schemas.openxmlformats.org/drawingml/2006/main" noGrp="1"/>
          </p:cNvSpPr>
          <p:nvPr/>
        </p:nvSpPr>
        <p:spPr>
          <a:xfrm xmlns:a="http://schemas.openxmlformats.org/drawingml/2006/main">
            <a:off x="236220" y="6362040"/>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14" name="line">
            <a:extLst xmlns:a="http://schemas.openxmlformats.org/drawingml/2006/main">
              <a:ext uri="{FF2B5EF4-FFF2-40B4-BE49-F238E27FC236}">
                <a16:creationId xmlns:a16="http://schemas.microsoft.com/office/drawing/2014/main" id="{3B0BD5E2-D984-465C-B039-FB66A132EB04}"/>
              </a:ext>
            </a:extLst>
          </p:cNvPr>
          <p:cNvSpPr>
            <a:spLocks xmlns:a="http://schemas.openxmlformats.org/drawingml/2006/main" noGrp="1"/>
          </p:cNvSpPr>
          <p:nvPr/>
        </p:nvSpPr>
        <p:spPr>
          <a:xfrm xmlns:a="http://schemas.openxmlformats.org/drawingml/2006/main">
            <a:off x="743435" y="6067613"/>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15" name="line">
            <a:extLst xmlns:a="http://schemas.openxmlformats.org/drawingml/2006/main">
              <a:ext uri="{FF2B5EF4-FFF2-40B4-BE49-F238E27FC236}">
                <a16:creationId xmlns:a16="http://schemas.microsoft.com/office/drawing/2014/main" id="{2C42BCFD-CF66-4048-A9A6-219B60CB8ADE}"/>
              </a:ext>
            </a:extLst>
          </p:cNvPr>
          <p:cNvSpPr>
            <a:spLocks xmlns:a="http://schemas.openxmlformats.org/drawingml/2006/main" noGrp="1"/>
          </p:cNvSpPr>
          <p:nvPr/>
        </p:nvSpPr>
        <p:spPr>
          <a:xfrm xmlns:a="http://schemas.openxmlformats.org/drawingml/2006/main">
            <a:off x="743435" y="6604921"/>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16" name="line">
            <a:extLst xmlns:a="http://schemas.openxmlformats.org/drawingml/2006/main">
              <a:ext uri="{FF2B5EF4-FFF2-40B4-BE49-F238E27FC236}">
                <a16:creationId xmlns:a16="http://schemas.microsoft.com/office/drawing/2014/main" id="{6DD1839A-3E9C-409F-9EB6-9746E21F17E8}"/>
              </a:ext>
            </a:extLst>
          </p:cNvPr>
          <p:cNvSpPr>
            <a:spLocks xmlns:a="http://schemas.openxmlformats.org/drawingml/2006/main" noGrp="1"/>
          </p:cNvSpPr>
          <p:nvPr/>
        </p:nvSpPr>
        <p:spPr>
          <a:xfrm xmlns:a="http://schemas.openxmlformats.org/drawingml/2006/main">
            <a:off x="743435" y="6067613"/>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17" name="line">
            <a:extLst xmlns:a="http://schemas.openxmlformats.org/drawingml/2006/main">
              <a:ext uri="{FF2B5EF4-FFF2-40B4-BE49-F238E27FC236}">
                <a16:creationId xmlns:a16="http://schemas.microsoft.com/office/drawing/2014/main" id="{45A1DE56-1ECB-4A74-B187-94C9D76738C5}"/>
              </a:ext>
            </a:extLst>
          </p:cNvPr>
          <p:cNvSpPr>
            <a:spLocks xmlns:a="http://schemas.openxmlformats.org/drawingml/2006/main" noGrp="1"/>
          </p:cNvSpPr>
          <p:nvPr/>
        </p:nvSpPr>
        <p:spPr>
          <a:xfrm xmlns:a="http://schemas.openxmlformats.org/drawingml/2006/main">
            <a:off x="2837965" y="6521481"/>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18" name="line">
            <a:extLst xmlns:a="http://schemas.openxmlformats.org/drawingml/2006/main">
              <a:ext uri="{FF2B5EF4-FFF2-40B4-BE49-F238E27FC236}">
                <a16:creationId xmlns:a16="http://schemas.microsoft.com/office/drawing/2014/main" id="{53494C18-D23A-45EF-A5D7-C16087185592}"/>
              </a:ext>
            </a:extLst>
          </p:cNvPr>
          <p:cNvSpPr>
            <a:spLocks xmlns:a="http://schemas.openxmlformats.org/drawingml/2006/main" noGrp="1"/>
          </p:cNvSpPr>
          <p:nvPr/>
        </p:nvSpPr>
        <p:spPr>
          <a:xfrm xmlns:a="http://schemas.openxmlformats.org/drawingml/2006/main">
            <a:off x="2837965" y="676436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19" name="line">
            <a:extLst xmlns:a="http://schemas.openxmlformats.org/drawingml/2006/main">
              <a:ext uri="{FF2B5EF4-FFF2-40B4-BE49-F238E27FC236}">
                <a16:creationId xmlns:a16="http://schemas.microsoft.com/office/drawing/2014/main" id="{73C737FD-2F2D-4915-B23A-D6308F1287DB}"/>
              </a:ext>
            </a:extLst>
          </p:cNvPr>
          <p:cNvSpPr>
            <a:spLocks xmlns:a="http://schemas.openxmlformats.org/drawingml/2006/main" noGrp="1"/>
          </p:cNvSpPr>
          <p:nvPr/>
        </p:nvSpPr>
        <p:spPr>
          <a:xfrm xmlns:a="http://schemas.openxmlformats.org/drawingml/2006/main">
            <a:off x="2837965" y="6227055"/>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20" name="line">
            <a:extLst xmlns:a="http://schemas.openxmlformats.org/drawingml/2006/main">
              <a:ext uri="{FF2B5EF4-FFF2-40B4-BE49-F238E27FC236}">
                <a16:creationId xmlns:a16="http://schemas.microsoft.com/office/drawing/2014/main" id="{0F41FD30-FB9D-43D4-B049-3FDE58F77A86}"/>
              </a:ext>
            </a:extLst>
          </p:cNvPr>
          <p:cNvSpPr>
            <a:spLocks xmlns:a="http://schemas.openxmlformats.org/drawingml/2006/main" noGrp="1"/>
          </p:cNvSpPr>
          <p:nvPr/>
        </p:nvSpPr>
        <p:spPr>
          <a:xfrm xmlns:a="http://schemas.openxmlformats.org/drawingml/2006/main">
            <a:off x="3345180" y="6227055"/>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21" name="Initial field">
            <a:extLst xmlns:a="http://schemas.openxmlformats.org/drawingml/2006/main">
              <a:ext uri="{FF2B5EF4-FFF2-40B4-BE49-F238E27FC236}">
                <a16:creationId xmlns:a16="http://schemas.microsoft.com/office/drawing/2014/main" id="{DED84F84-DF68-4F23-A56D-ECD6B4F37C97}"/>
              </a:ext>
            </a:extLst>
          </p:cNvPr>
          <p:cNvSpPr>
            <a:spLocks xmlns:a="http://schemas.openxmlformats.org/drawingml/2006/main" noGrp="1"/>
          </p:cNvSpPr>
          <p:nvPr/>
        </p:nvSpPr>
        <p:spPr>
          <a:xfrm xmlns:a="http://schemas.openxmlformats.org/drawingml/2006/main">
            <a:off x="171450" y="7239953"/>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263238"/>
                </a:solidFill>
                <a:latin typeface="Arial"/>
                <a:ea typeface="Arial"/>
                <a:cs typeface="Arial"/>
              </a:defRPr>
            </a:defPPr>
            <a:lvl1pPr algn="ctr">
              <a:defRPr sz="1725" b="0">
                <a:solidFill>
                  <a:srgbClr val="263238"/>
                </a:solidFill>
                <a:latin typeface="Arial"/>
                <a:ea typeface="Arial"/>
                <a:cs typeface="Arial"/>
              </a:defRPr>
            </a:lvl1pPr>
            <a:lvl2pPr algn="ctr">
              <a:defRPr sz="1725" b="0">
                <a:solidFill>
                  <a:srgbClr val="263238"/>
                </a:solidFill>
                <a:latin typeface="Arial"/>
                <a:ea typeface="Arial"/>
                <a:cs typeface="Arial"/>
              </a:defRPr>
            </a:lvl2pPr>
            <a:lvl3pPr algn="ctr">
              <a:defRPr sz="1725" b="0">
                <a:solidFill>
                  <a:srgbClr val="263238"/>
                </a:solidFill>
                <a:latin typeface="Arial"/>
                <a:ea typeface="Arial"/>
                <a:cs typeface="Arial"/>
              </a:defRPr>
            </a:lvl3pPr>
            <a:lvl4pPr algn="ctr">
              <a:defRPr sz="1725" b="0">
                <a:solidFill>
                  <a:srgbClr val="263238"/>
                </a:solidFill>
                <a:latin typeface="Arial"/>
                <a:ea typeface="Arial"/>
                <a:cs typeface="Arial"/>
              </a:defRPr>
            </a:lvl4pPr>
            <a:lvl5pPr algn="ctr">
              <a:defRPr sz="1725" b="0">
                <a:solidFill>
                  <a:srgbClr val="263238"/>
                </a:solidFill>
                <a:latin typeface="Arial"/>
                <a:ea typeface="Arial"/>
                <a:cs typeface="Arial"/>
              </a:defRPr>
            </a:lvl5pPr>
            <a:lvl6pPr algn="ctr">
              <a:defRPr sz="1725" b="0">
                <a:solidFill>
                  <a:srgbClr val="263238"/>
                </a:solidFill>
                <a:latin typeface="Arial"/>
                <a:ea typeface="Arial"/>
                <a:cs typeface="Arial"/>
              </a:defRPr>
            </a:lvl6pPr>
            <a:lvl7pPr algn="ctr">
              <a:defRPr sz="1725" b="0">
                <a:solidFill>
                  <a:srgbClr val="263238"/>
                </a:solidFill>
                <a:latin typeface="Arial"/>
                <a:ea typeface="Arial"/>
                <a:cs typeface="Arial"/>
              </a:defRPr>
            </a:lvl7pPr>
            <a:lvl8pPr algn="ctr">
              <a:defRPr sz="1725" b="0">
                <a:solidFill>
                  <a:srgbClr val="263238"/>
                </a:solidFill>
                <a:latin typeface="Arial"/>
                <a:ea typeface="Arial"/>
                <a:cs typeface="Arial"/>
              </a:defRPr>
            </a:lvl8pPr>
            <a:lvl9pPr algn="ctr">
              <a:defRPr sz="1725" b="0">
                <a:solidFill>
                  <a:srgbClr val="263238"/>
                </a:solidFill>
                <a:latin typeface="Arial"/>
                <a:ea typeface="Arial"/>
                <a:cs typeface="Arial"/>
              </a:defRPr>
            </a:lvl9pPr>
          </a:lstStyle>
          <a:p xmlns:a="http://schemas.openxmlformats.org/drawingml/2006/main">
            <a:pPr algn="ctr">
              <a:defRPr sz="1725" b="0">
                <a:solidFill>
                  <a:srgbClr val="263238"/>
                </a:solidFill>
                <a:latin typeface="Arial"/>
                <a:ea typeface="Arial"/>
                <a:cs typeface="Arial"/>
              </a:defRPr>
            </a:pPr>
            <a:r>
              <a:rPr sz="1725" b="0">
                <a:solidFill>
                  <a:srgbClr val="263238"/>
                </a:solidFill>
                <a:latin typeface="Arial"/>
                <a:ea typeface="Arial"/>
                <a:cs typeface="Arial"/>
              </a:rPr>
              <a:t>Initial field</a:t>
            </a:r>
          </a:p>
        </p:txBody>
      </p:sp>
      <p:sp>
        <p:nvSpPr>
          <p:cNvPr id="122" name="line">
            <a:extLst xmlns:a="http://schemas.openxmlformats.org/drawingml/2006/main">
              <a:ext uri="{FF2B5EF4-FFF2-40B4-BE49-F238E27FC236}">
                <a16:creationId xmlns:a16="http://schemas.microsoft.com/office/drawing/2014/main" id="{16DA17EC-46A6-4AE8-8D58-D514099BE90A}"/>
              </a:ext>
            </a:extLst>
          </p:cNvPr>
          <p:cNvSpPr>
            <a:spLocks xmlns:a="http://schemas.openxmlformats.org/drawingml/2006/main" noGrp="1"/>
          </p:cNvSpPr>
          <p:nvPr/>
        </p:nvSpPr>
        <p:spPr>
          <a:xfrm xmlns:a="http://schemas.openxmlformats.org/drawingml/2006/main">
            <a:off x="180858" y="6400800"/>
            <a:ext cx="238242" cy="233194"/>
          </a:xfrm>
          <a:custGeom xmlns:a="http://schemas.openxmlformats.org/drawingml/2006/main">
            <a:pathLst>
              <a:path w="238242" h="233194">
                <a:moveTo>
                  <a:pt x="238242" y="0"/>
                </a:moveTo>
                <a:lnTo>
                  <a:pt x="0" y="233194"/>
                </a:lnTo>
              </a:path>
            </a:pathLst>
          </a:custGeom>
          <a:noFill xmlns:a="http://schemas.openxmlformats.org/drawingml/2006/main"/>
          <a:ln xmlns:a="http://schemas.openxmlformats.org/drawingml/2006/main" w="11430">
            <a:solidFill>
              <a:srgbClr val="667682"/>
            </a:solidFill>
            <a:prstDash val="solid"/>
          </a:ln>
        </p:spPr>
      </p:sp>
      <p:sp>
        <p:nvSpPr>
          <p:cNvPr id="123" name="line">
            <a:extLst xmlns:a="http://schemas.openxmlformats.org/drawingml/2006/main">
              <a:ext uri="{FF2B5EF4-FFF2-40B4-BE49-F238E27FC236}">
                <a16:creationId xmlns:a16="http://schemas.microsoft.com/office/drawing/2014/main" id="{38923ECB-2369-4338-8EBB-CE51C06476F2}"/>
              </a:ext>
            </a:extLst>
          </p:cNvPr>
          <p:cNvSpPr>
            <a:spLocks xmlns:a="http://schemas.openxmlformats.org/drawingml/2006/main" noGrp="1"/>
          </p:cNvSpPr>
          <p:nvPr/>
        </p:nvSpPr>
        <p:spPr>
          <a:xfrm xmlns:a="http://schemas.openxmlformats.org/drawingml/2006/main">
            <a:off x="180858" y="6566934"/>
            <a:ext cx="27660" cy="67060"/>
          </a:xfrm>
          <a:custGeom xmlns:a="http://schemas.openxmlformats.org/drawingml/2006/main">
            <a:pathLst>
              <a:path w="27660" h="67060">
                <a:moveTo>
                  <a:pt x="27660" y="0"/>
                </a:moveTo>
                <a:lnTo>
                  <a:pt x="0" y="67060"/>
                </a:lnTo>
              </a:path>
            </a:pathLst>
          </a:custGeom>
          <a:noFill xmlns:a="http://schemas.openxmlformats.org/drawingml/2006/main"/>
          <a:ln xmlns:a="http://schemas.openxmlformats.org/drawingml/2006/main" w="11430">
            <a:solidFill>
              <a:srgbClr val="667682"/>
            </a:solidFill>
            <a:prstDash val="solid"/>
          </a:ln>
        </p:spPr>
      </p:sp>
      <p:sp>
        <p:nvSpPr>
          <p:cNvPr id="124" name="line">
            <a:extLst xmlns:a="http://schemas.openxmlformats.org/drawingml/2006/main">
              <a:ext uri="{FF2B5EF4-FFF2-40B4-BE49-F238E27FC236}">
                <a16:creationId xmlns:a16="http://schemas.microsoft.com/office/drawing/2014/main" id="{5041C1BE-A787-422A-B4B0-8A36C5E4CE35}"/>
              </a:ext>
            </a:extLst>
          </p:cNvPr>
          <p:cNvSpPr>
            <a:spLocks xmlns:a="http://schemas.openxmlformats.org/drawingml/2006/main" noGrp="1"/>
          </p:cNvSpPr>
          <p:nvPr/>
        </p:nvSpPr>
        <p:spPr>
          <a:xfrm xmlns:a="http://schemas.openxmlformats.org/drawingml/2006/main">
            <a:off x="180858" y="6607776"/>
            <a:ext cx="67637" cy="26218"/>
          </a:xfrm>
          <a:custGeom xmlns:a="http://schemas.openxmlformats.org/drawingml/2006/main">
            <a:pathLst>
              <a:path w="67637" h="26218">
                <a:moveTo>
                  <a:pt x="67637" y="0"/>
                </a:moveTo>
                <a:lnTo>
                  <a:pt x="0" y="26218"/>
                </a:lnTo>
              </a:path>
            </a:pathLst>
          </a:custGeom>
          <a:noFill xmlns:a="http://schemas.openxmlformats.org/drawingml/2006/main"/>
          <a:ln xmlns:a="http://schemas.openxmlformats.org/drawingml/2006/main" w="11430">
            <a:solidFill>
              <a:srgbClr val="667682"/>
            </a:solidFill>
            <a:prstDash val="solid"/>
          </a:ln>
        </p:spPr>
      </p:sp>
      <p:sp>
        <p:nvSpPr>
          <p:cNvPr id="125" name="d">
            <a:extLst xmlns:a="http://schemas.openxmlformats.org/drawingml/2006/main">
              <a:ext uri="{FF2B5EF4-FFF2-40B4-BE49-F238E27FC236}">
                <a16:creationId xmlns:a16="http://schemas.microsoft.com/office/drawing/2014/main" id="{9F647573-8D2B-49D7-ACEB-18903E980B6A}"/>
              </a:ext>
            </a:extLst>
          </p:cNvPr>
          <p:cNvSpPr>
            <a:spLocks xmlns:a="http://schemas.openxmlformats.org/drawingml/2006/main" noGrp="1"/>
          </p:cNvSpPr>
          <p:nvPr/>
        </p:nvSpPr>
        <p:spPr>
          <a:xfrm xmlns:a="http://schemas.openxmlformats.org/drawingml/2006/main">
            <a:off x="218958" y="6519694"/>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67682"/>
                </a:solidFill>
                <a:latin typeface="Arial"/>
                <a:ea typeface="Arial"/>
                <a:cs typeface="Arial"/>
              </a:defRPr>
            </a:defPPr>
            <a:lvl1pPr algn="l">
              <a:defRPr sz="1500" b="0">
                <a:solidFill>
                  <a:srgbClr val="667682"/>
                </a:solidFill>
                <a:latin typeface="Arial"/>
                <a:ea typeface="Arial"/>
                <a:cs typeface="Arial"/>
              </a:defRPr>
            </a:lvl1pPr>
            <a:lvl2pPr algn="l">
              <a:defRPr sz="1500" b="0">
                <a:solidFill>
                  <a:srgbClr val="667682"/>
                </a:solidFill>
                <a:latin typeface="Arial"/>
                <a:ea typeface="Arial"/>
                <a:cs typeface="Arial"/>
              </a:defRPr>
            </a:lvl2pPr>
            <a:lvl3pPr algn="l">
              <a:defRPr sz="1500" b="0">
                <a:solidFill>
                  <a:srgbClr val="667682"/>
                </a:solidFill>
                <a:latin typeface="Arial"/>
                <a:ea typeface="Arial"/>
                <a:cs typeface="Arial"/>
              </a:defRPr>
            </a:lvl3pPr>
            <a:lvl4pPr algn="l">
              <a:defRPr sz="1500" b="0">
                <a:solidFill>
                  <a:srgbClr val="667682"/>
                </a:solidFill>
                <a:latin typeface="Arial"/>
                <a:ea typeface="Arial"/>
                <a:cs typeface="Arial"/>
              </a:defRPr>
            </a:lvl4pPr>
            <a:lvl5pPr algn="l">
              <a:defRPr sz="1500" b="0">
                <a:solidFill>
                  <a:srgbClr val="667682"/>
                </a:solidFill>
                <a:latin typeface="Arial"/>
                <a:ea typeface="Arial"/>
                <a:cs typeface="Arial"/>
              </a:defRPr>
            </a:lvl5pPr>
            <a:lvl6pPr algn="l">
              <a:defRPr sz="1500" b="0">
                <a:solidFill>
                  <a:srgbClr val="667682"/>
                </a:solidFill>
                <a:latin typeface="Arial"/>
                <a:ea typeface="Arial"/>
                <a:cs typeface="Arial"/>
              </a:defRPr>
            </a:lvl6pPr>
            <a:lvl7pPr algn="l">
              <a:defRPr sz="1500" b="0">
                <a:solidFill>
                  <a:srgbClr val="667682"/>
                </a:solidFill>
                <a:latin typeface="Arial"/>
                <a:ea typeface="Arial"/>
                <a:cs typeface="Arial"/>
              </a:defRPr>
            </a:lvl7pPr>
            <a:lvl8pPr algn="l">
              <a:defRPr sz="1500" b="0">
                <a:solidFill>
                  <a:srgbClr val="667682"/>
                </a:solidFill>
                <a:latin typeface="Arial"/>
                <a:ea typeface="Arial"/>
                <a:cs typeface="Arial"/>
              </a:defRPr>
            </a:lvl8pPr>
            <a:lvl9pPr algn="l">
              <a:defRPr sz="1500" b="0">
                <a:solidFill>
                  <a:srgbClr val="667682"/>
                </a:solidFill>
                <a:latin typeface="Arial"/>
                <a:ea typeface="Arial"/>
                <a:cs typeface="Arial"/>
              </a:defRPr>
            </a:lvl9pPr>
          </a:lstStyle>
          <a:p xmlns:a="http://schemas.openxmlformats.org/drawingml/2006/main">
            <a:pPr algn="l">
              <a:defRPr sz="1500" b="0">
                <a:solidFill>
                  <a:srgbClr val="667682"/>
                </a:solidFill>
                <a:latin typeface="Arial"/>
                <a:ea typeface="Arial"/>
                <a:cs typeface="Arial"/>
              </a:defRPr>
            </a:pPr>
            <a:r>
              <a:rPr sz="1500" b="0">
                <a:solidFill>
                  <a:srgbClr val="667682"/>
                </a:solidFill>
                <a:latin typeface="Arial"/>
                <a:ea typeface="Arial"/>
                <a:cs typeface="Arial"/>
              </a:rPr>
              <a:t>d</a:t>
            </a:r>
          </a:p>
        </p:txBody>
      </p:sp>
      <p:sp>
        <p:nvSpPr>
          <p:cNvPr id="126" name="Frame 25">
            <a:extLst xmlns:a="http://schemas.openxmlformats.org/drawingml/2006/main">
              <a:ext uri="{FF2B5EF4-FFF2-40B4-BE49-F238E27FC236}">
                <a16:creationId xmlns:a16="http://schemas.microsoft.com/office/drawing/2014/main" id="{4B8A41BC-C6A3-4578-A8B4-9AE4F7455F53}"/>
              </a:ext>
            </a:extLst>
          </p:cNvPr>
          <p:cNvSpPr>
            <a:spLocks xmlns:a="http://schemas.openxmlformats.org/drawingml/2006/main" noGrp="1"/>
          </p:cNvSpPr>
          <p:nvPr/>
        </p:nvSpPr>
        <p:spPr>
          <a:xfrm xmlns:a="http://schemas.openxmlformats.org/drawingml/2006/main">
            <a:off x="3619500" y="55911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63238"/>
                </a:solidFill>
                <a:latin typeface="Arial"/>
                <a:ea typeface="Arial"/>
                <a:cs typeface="Arial"/>
              </a:defRPr>
            </a:defPPr>
            <a:lvl1pPr algn="ctr">
              <a:defRPr sz="1800" b="1">
                <a:solidFill>
                  <a:srgbClr val="263238"/>
                </a:solidFill>
                <a:latin typeface="Arial"/>
                <a:ea typeface="Arial"/>
                <a:cs typeface="Arial"/>
              </a:defRPr>
            </a:lvl1pPr>
            <a:lvl2pPr algn="ctr">
              <a:defRPr sz="1800" b="1">
                <a:solidFill>
                  <a:srgbClr val="263238"/>
                </a:solidFill>
                <a:latin typeface="Arial"/>
                <a:ea typeface="Arial"/>
                <a:cs typeface="Arial"/>
              </a:defRPr>
            </a:lvl2pPr>
            <a:lvl3pPr algn="ctr">
              <a:defRPr sz="1800" b="1">
                <a:solidFill>
                  <a:srgbClr val="263238"/>
                </a:solidFill>
                <a:latin typeface="Arial"/>
                <a:ea typeface="Arial"/>
                <a:cs typeface="Arial"/>
              </a:defRPr>
            </a:lvl3pPr>
            <a:lvl4pPr algn="ctr">
              <a:defRPr sz="1800" b="1">
                <a:solidFill>
                  <a:srgbClr val="263238"/>
                </a:solidFill>
                <a:latin typeface="Arial"/>
                <a:ea typeface="Arial"/>
                <a:cs typeface="Arial"/>
              </a:defRPr>
            </a:lvl4pPr>
            <a:lvl5pPr algn="ctr">
              <a:defRPr sz="1800" b="1">
                <a:solidFill>
                  <a:srgbClr val="263238"/>
                </a:solidFill>
                <a:latin typeface="Arial"/>
                <a:ea typeface="Arial"/>
                <a:cs typeface="Arial"/>
              </a:defRPr>
            </a:lvl5pPr>
            <a:lvl6pPr algn="ctr">
              <a:defRPr sz="1800" b="1">
                <a:solidFill>
                  <a:srgbClr val="263238"/>
                </a:solidFill>
                <a:latin typeface="Arial"/>
                <a:ea typeface="Arial"/>
                <a:cs typeface="Arial"/>
              </a:defRPr>
            </a:lvl6pPr>
            <a:lvl7pPr algn="ctr">
              <a:defRPr sz="1800" b="1">
                <a:solidFill>
                  <a:srgbClr val="263238"/>
                </a:solidFill>
                <a:latin typeface="Arial"/>
                <a:ea typeface="Arial"/>
                <a:cs typeface="Arial"/>
              </a:defRPr>
            </a:lvl7pPr>
            <a:lvl8pPr algn="ctr">
              <a:defRPr sz="1800" b="1">
                <a:solidFill>
                  <a:srgbClr val="263238"/>
                </a:solidFill>
                <a:latin typeface="Arial"/>
                <a:ea typeface="Arial"/>
                <a:cs typeface="Arial"/>
              </a:defRPr>
            </a:lvl8pPr>
            <a:lvl9pPr algn="ctr">
              <a:defRPr sz="1800" b="1">
                <a:solidFill>
                  <a:srgbClr val="263238"/>
                </a:solidFill>
                <a:latin typeface="Arial"/>
                <a:ea typeface="Arial"/>
                <a:cs typeface="Arial"/>
              </a:defRPr>
            </a:lvl9pPr>
          </a:lstStyle>
          <a:p xmlns:a="http://schemas.openxmlformats.org/drawingml/2006/main">
            <a:pPr algn="ctr">
              <a:defRPr sz="1800" b="1">
                <a:solidFill>
                  <a:srgbClr val="263238"/>
                </a:solidFill>
                <a:latin typeface="Arial"/>
                <a:ea typeface="Arial"/>
                <a:cs typeface="Arial"/>
              </a:defRPr>
            </a:pPr>
            <a:r>
              <a:rPr sz="1800" b="1">
                <a:solidFill>
                  <a:srgbClr val="263238"/>
                </a:solidFill>
                <a:latin typeface="Arial"/>
                <a:ea typeface="Arial"/>
                <a:cs typeface="Arial"/>
              </a:rPr>
              <a:t>Frame 25</a:t>
            </a:r>
          </a:p>
        </p:txBody>
      </p:sp>
      <p:pic>
        <p:nvPicPr>
          <p:cNvPr id="127" name="">
            <a:extLst xmlns:a="http://schemas.openxmlformats.org/drawingml/2006/main">
              <a:ext uri="{FF2B5EF4-FFF2-40B4-BE49-F238E27FC236}">
                <a16:creationId xmlns:a16="http://schemas.microsoft.com/office/drawing/2014/main" id="{AC4DDF65-7E3B-412E-BB8D-618E32F34DBA}"/>
              </a:ext>
            </a:extLst>
          </p:cNvPr>
          <p:cNvPicPr>
            <a:picLocks xmlns:a="http://schemas.openxmlformats.org/drawingml/2006/main" noChangeAspect="1"/>
          </p:cNvPicPr>
          <p:nvPr/>
        </p:nvPicPr>
        <p:blipFill>
          <a:blip xmlns:r="http://schemas.openxmlformats.org/officeDocument/2006/relationships" xmlns:a="http://schemas.openxmlformats.org/drawingml/2006/main" r:embed="Rcf1764a0c9684441"/>
          <a:stretch xmlns:a="http://schemas.openxmlformats.org/drawingml/2006/main"/>
        </p:blipFill>
        <p:spPr>
          <a:xfrm xmlns:a="http://schemas.openxmlformats.org/drawingml/2006/main">
            <a:off x="3619500" y="5972175"/>
            <a:ext cx="3238500" cy="1182053"/>
          </a:xfrm>
          <a:prstGeom xmlns:a="http://schemas.openxmlformats.org/drawingml/2006/main" prst="rect">
            <a:avLst/>
          </a:prstGeom>
        </p:spPr>
      </p:pic>
      <p:sp>
        <p:nvSpPr>
          <p:cNvPr id="128" name="line">
            <a:extLst xmlns:a="http://schemas.openxmlformats.org/drawingml/2006/main">
              <a:ext uri="{FF2B5EF4-FFF2-40B4-BE49-F238E27FC236}">
                <a16:creationId xmlns:a16="http://schemas.microsoft.com/office/drawing/2014/main" id="{FB1EFBB3-C5FD-43DE-A919-2F4FBE1F7AE4}"/>
              </a:ext>
            </a:extLst>
          </p:cNvPr>
          <p:cNvSpPr>
            <a:spLocks xmlns:a="http://schemas.openxmlformats.org/drawingml/2006/main" noGrp="1"/>
          </p:cNvSpPr>
          <p:nvPr/>
        </p:nvSpPr>
        <p:spPr>
          <a:xfrm xmlns:a="http://schemas.openxmlformats.org/drawingml/2006/main">
            <a:off x="3684270" y="6362040"/>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dash"/>
          </a:ln>
        </p:spPr>
      </p:sp>
      <p:sp>
        <p:nvSpPr>
          <p:cNvPr id="129" name="line">
            <a:extLst xmlns:a="http://schemas.openxmlformats.org/drawingml/2006/main">
              <a:ext uri="{FF2B5EF4-FFF2-40B4-BE49-F238E27FC236}">
                <a16:creationId xmlns:a16="http://schemas.microsoft.com/office/drawing/2014/main" id="{5EA4CC51-F452-4411-8B93-947790E72C1E}"/>
              </a:ext>
            </a:extLst>
          </p:cNvPr>
          <p:cNvSpPr>
            <a:spLocks xmlns:a="http://schemas.openxmlformats.org/drawingml/2006/main" noGrp="1"/>
          </p:cNvSpPr>
          <p:nvPr/>
        </p:nvSpPr>
        <p:spPr>
          <a:xfrm xmlns:a="http://schemas.openxmlformats.org/drawingml/2006/main">
            <a:off x="3684270" y="6604921"/>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dash"/>
          </a:ln>
        </p:spPr>
      </p:sp>
      <p:sp>
        <p:nvSpPr>
          <p:cNvPr id="130" name="line">
            <a:extLst xmlns:a="http://schemas.openxmlformats.org/drawingml/2006/main">
              <a:ext uri="{FF2B5EF4-FFF2-40B4-BE49-F238E27FC236}">
                <a16:creationId xmlns:a16="http://schemas.microsoft.com/office/drawing/2014/main" id="{BC643914-AE07-498B-90A4-D219B95FDCC4}"/>
              </a:ext>
            </a:extLst>
          </p:cNvPr>
          <p:cNvSpPr>
            <a:spLocks xmlns:a="http://schemas.openxmlformats.org/drawingml/2006/main" noGrp="1"/>
          </p:cNvSpPr>
          <p:nvPr/>
        </p:nvSpPr>
        <p:spPr>
          <a:xfrm xmlns:a="http://schemas.openxmlformats.org/drawingml/2006/main">
            <a:off x="3684270" y="6899348"/>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dash"/>
          </a:ln>
        </p:spPr>
      </p:sp>
      <p:sp>
        <p:nvSpPr>
          <p:cNvPr id="131" name="line">
            <a:extLst xmlns:a="http://schemas.openxmlformats.org/drawingml/2006/main">
              <a:ext uri="{FF2B5EF4-FFF2-40B4-BE49-F238E27FC236}">
                <a16:creationId xmlns:a16="http://schemas.microsoft.com/office/drawing/2014/main" id="{9B8CD7F6-CEBF-4685-923A-5501329F569C}"/>
              </a:ext>
            </a:extLst>
          </p:cNvPr>
          <p:cNvSpPr>
            <a:spLocks xmlns:a="http://schemas.openxmlformats.org/drawingml/2006/main" noGrp="1"/>
          </p:cNvSpPr>
          <p:nvPr/>
        </p:nvSpPr>
        <p:spPr>
          <a:xfrm xmlns:a="http://schemas.openxmlformats.org/drawingml/2006/main">
            <a:off x="3684270" y="606761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32" name="line">
            <a:extLst xmlns:a="http://schemas.openxmlformats.org/drawingml/2006/main">
              <a:ext uri="{FF2B5EF4-FFF2-40B4-BE49-F238E27FC236}">
                <a16:creationId xmlns:a16="http://schemas.microsoft.com/office/drawing/2014/main" id="{41DE68DE-CE51-4E86-B4D0-EECF581D9C87}"/>
              </a:ext>
            </a:extLst>
          </p:cNvPr>
          <p:cNvSpPr>
            <a:spLocks xmlns:a="http://schemas.openxmlformats.org/drawingml/2006/main" noGrp="1"/>
          </p:cNvSpPr>
          <p:nvPr/>
        </p:nvSpPr>
        <p:spPr>
          <a:xfrm xmlns:a="http://schemas.openxmlformats.org/drawingml/2006/main">
            <a:off x="3684270" y="6362040"/>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33" name="line">
            <a:extLst xmlns:a="http://schemas.openxmlformats.org/drawingml/2006/main">
              <a:ext uri="{FF2B5EF4-FFF2-40B4-BE49-F238E27FC236}">
                <a16:creationId xmlns:a16="http://schemas.microsoft.com/office/drawing/2014/main" id="{9902C98F-10F3-4B34-8F82-898583ADD40F}"/>
              </a:ext>
            </a:extLst>
          </p:cNvPr>
          <p:cNvSpPr>
            <a:spLocks xmlns:a="http://schemas.openxmlformats.org/drawingml/2006/main" noGrp="1"/>
          </p:cNvSpPr>
          <p:nvPr/>
        </p:nvSpPr>
        <p:spPr>
          <a:xfrm xmlns:a="http://schemas.openxmlformats.org/drawingml/2006/main">
            <a:off x="4191485" y="6067613"/>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34" name="line">
            <a:extLst xmlns:a="http://schemas.openxmlformats.org/drawingml/2006/main">
              <a:ext uri="{FF2B5EF4-FFF2-40B4-BE49-F238E27FC236}">
                <a16:creationId xmlns:a16="http://schemas.microsoft.com/office/drawing/2014/main" id="{A040A8E6-38F6-4866-A9F0-2A9CE261F373}"/>
              </a:ext>
            </a:extLst>
          </p:cNvPr>
          <p:cNvSpPr>
            <a:spLocks xmlns:a="http://schemas.openxmlformats.org/drawingml/2006/main" noGrp="1"/>
          </p:cNvSpPr>
          <p:nvPr/>
        </p:nvSpPr>
        <p:spPr>
          <a:xfrm xmlns:a="http://schemas.openxmlformats.org/drawingml/2006/main">
            <a:off x="4191485" y="6604921"/>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35" name="line">
            <a:extLst xmlns:a="http://schemas.openxmlformats.org/drawingml/2006/main">
              <a:ext uri="{FF2B5EF4-FFF2-40B4-BE49-F238E27FC236}">
                <a16:creationId xmlns:a16="http://schemas.microsoft.com/office/drawing/2014/main" id="{00119C39-EC23-44E6-8564-A5B9DEBD9EFD}"/>
              </a:ext>
            </a:extLst>
          </p:cNvPr>
          <p:cNvSpPr>
            <a:spLocks xmlns:a="http://schemas.openxmlformats.org/drawingml/2006/main" noGrp="1"/>
          </p:cNvSpPr>
          <p:nvPr/>
        </p:nvSpPr>
        <p:spPr>
          <a:xfrm xmlns:a="http://schemas.openxmlformats.org/drawingml/2006/main">
            <a:off x="4191485" y="6067613"/>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36" name="line">
            <a:extLst xmlns:a="http://schemas.openxmlformats.org/drawingml/2006/main">
              <a:ext uri="{FF2B5EF4-FFF2-40B4-BE49-F238E27FC236}">
                <a16:creationId xmlns:a16="http://schemas.microsoft.com/office/drawing/2014/main" id="{531C29B0-E952-4422-8C86-9605D2E9FCB6}"/>
              </a:ext>
            </a:extLst>
          </p:cNvPr>
          <p:cNvSpPr>
            <a:spLocks xmlns:a="http://schemas.openxmlformats.org/drawingml/2006/main" noGrp="1"/>
          </p:cNvSpPr>
          <p:nvPr/>
        </p:nvSpPr>
        <p:spPr>
          <a:xfrm xmlns:a="http://schemas.openxmlformats.org/drawingml/2006/main">
            <a:off x="6286015" y="6521481"/>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37" name="line">
            <a:extLst xmlns:a="http://schemas.openxmlformats.org/drawingml/2006/main">
              <a:ext uri="{FF2B5EF4-FFF2-40B4-BE49-F238E27FC236}">
                <a16:creationId xmlns:a16="http://schemas.microsoft.com/office/drawing/2014/main" id="{1EB628E1-5FAD-42B1-B87C-D885741EE072}"/>
              </a:ext>
            </a:extLst>
          </p:cNvPr>
          <p:cNvSpPr>
            <a:spLocks xmlns:a="http://schemas.openxmlformats.org/drawingml/2006/main" noGrp="1"/>
          </p:cNvSpPr>
          <p:nvPr/>
        </p:nvSpPr>
        <p:spPr>
          <a:xfrm xmlns:a="http://schemas.openxmlformats.org/drawingml/2006/main">
            <a:off x="6286015" y="676436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38" name="line">
            <a:extLst xmlns:a="http://schemas.openxmlformats.org/drawingml/2006/main">
              <a:ext uri="{FF2B5EF4-FFF2-40B4-BE49-F238E27FC236}">
                <a16:creationId xmlns:a16="http://schemas.microsoft.com/office/drawing/2014/main" id="{16BDD080-DD81-4924-A033-153EE1C0486A}"/>
              </a:ext>
            </a:extLst>
          </p:cNvPr>
          <p:cNvSpPr>
            <a:spLocks xmlns:a="http://schemas.openxmlformats.org/drawingml/2006/main" noGrp="1"/>
          </p:cNvSpPr>
          <p:nvPr/>
        </p:nvSpPr>
        <p:spPr>
          <a:xfrm xmlns:a="http://schemas.openxmlformats.org/drawingml/2006/main">
            <a:off x="6286015" y="6227055"/>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39" name="line">
            <a:extLst xmlns:a="http://schemas.openxmlformats.org/drawingml/2006/main">
              <a:ext uri="{FF2B5EF4-FFF2-40B4-BE49-F238E27FC236}">
                <a16:creationId xmlns:a16="http://schemas.microsoft.com/office/drawing/2014/main" id="{10212447-F124-436B-816E-0111E44ECB48}"/>
              </a:ext>
            </a:extLst>
          </p:cNvPr>
          <p:cNvSpPr>
            <a:spLocks xmlns:a="http://schemas.openxmlformats.org/drawingml/2006/main" noGrp="1"/>
          </p:cNvSpPr>
          <p:nvPr/>
        </p:nvSpPr>
        <p:spPr>
          <a:xfrm xmlns:a="http://schemas.openxmlformats.org/drawingml/2006/main">
            <a:off x="6793230" y="6227055"/>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40" name="Early deformation">
            <a:extLst xmlns:a="http://schemas.openxmlformats.org/drawingml/2006/main">
              <a:ext uri="{FF2B5EF4-FFF2-40B4-BE49-F238E27FC236}">
                <a16:creationId xmlns:a16="http://schemas.microsoft.com/office/drawing/2014/main" id="{1B2CBDBB-C24A-4310-88B5-02EDD85BE0AF}"/>
              </a:ext>
            </a:extLst>
          </p:cNvPr>
          <p:cNvSpPr>
            <a:spLocks xmlns:a="http://schemas.openxmlformats.org/drawingml/2006/main" noGrp="1"/>
          </p:cNvSpPr>
          <p:nvPr/>
        </p:nvSpPr>
        <p:spPr>
          <a:xfrm xmlns:a="http://schemas.openxmlformats.org/drawingml/2006/main">
            <a:off x="3619500" y="7239953"/>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263238"/>
                </a:solidFill>
                <a:latin typeface="Arial"/>
                <a:ea typeface="Arial"/>
                <a:cs typeface="Arial"/>
              </a:defRPr>
            </a:defPPr>
            <a:lvl1pPr algn="ctr">
              <a:defRPr sz="1725" b="0">
                <a:solidFill>
                  <a:srgbClr val="263238"/>
                </a:solidFill>
                <a:latin typeface="Arial"/>
                <a:ea typeface="Arial"/>
                <a:cs typeface="Arial"/>
              </a:defRPr>
            </a:lvl1pPr>
            <a:lvl2pPr algn="ctr">
              <a:defRPr sz="1725" b="0">
                <a:solidFill>
                  <a:srgbClr val="263238"/>
                </a:solidFill>
                <a:latin typeface="Arial"/>
                <a:ea typeface="Arial"/>
                <a:cs typeface="Arial"/>
              </a:defRPr>
            </a:lvl2pPr>
            <a:lvl3pPr algn="ctr">
              <a:defRPr sz="1725" b="0">
                <a:solidFill>
                  <a:srgbClr val="263238"/>
                </a:solidFill>
                <a:latin typeface="Arial"/>
                <a:ea typeface="Arial"/>
                <a:cs typeface="Arial"/>
              </a:defRPr>
            </a:lvl3pPr>
            <a:lvl4pPr algn="ctr">
              <a:defRPr sz="1725" b="0">
                <a:solidFill>
                  <a:srgbClr val="263238"/>
                </a:solidFill>
                <a:latin typeface="Arial"/>
                <a:ea typeface="Arial"/>
                <a:cs typeface="Arial"/>
              </a:defRPr>
            </a:lvl4pPr>
            <a:lvl5pPr algn="ctr">
              <a:defRPr sz="1725" b="0">
                <a:solidFill>
                  <a:srgbClr val="263238"/>
                </a:solidFill>
                <a:latin typeface="Arial"/>
                <a:ea typeface="Arial"/>
                <a:cs typeface="Arial"/>
              </a:defRPr>
            </a:lvl5pPr>
            <a:lvl6pPr algn="ctr">
              <a:defRPr sz="1725" b="0">
                <a:solidFill>
                  <a:srgbClr val="263238"/>
                </a:solidFill>
                <a:latin typeface="Arial"/>
                <a:ea typeface="Arial"/>
                <a:cs typeface="Arial"/>
              </a:defRPr>
            </a:lvl6pPr>
            <a:lvl7pPr algn="ctr">
              <a:defRPr sz="1725" b="0">
                <a:solidFill>
                  <a:srgbClr val="263238"/>
                </a:solidFill>
                <a:latin typeface="Arial"/>
                <a:ea typeface="Arial"/>
                <a:cs typeface="Arial"/>
              </a:defRPr>
            </a:lvl7pPr>
            <a:lvl8pPr algn="ctr">
              <a:defRPr sz="1725" b="0">
                <a:solidFill>
                  <a:srgbClr val="263238"/>
                </a:solidFill>
                <a:latin typeface="Arial"/>
                <a:ea typeface="Arial"/>
                <a:cs typeface="Arial"/>
              </a:defRPr>
            </a:lvl8pPr>
            <a:lvl9pPr algn="ctr">
              <a:defRPr sz="1725" b="0">
                <a:solidFill>
                  <a:srgbClr val="263238"/>
                </a:solidFill>
                <a:latin typeface="Arial"/>
                <a:ea typeface="Arial"/>
                <a:cs typeface="Arial"/>
              </a:defRPr>
            </a:lvl9pPr>
          </a:lstStyle>
          <a:p xmlns:a="http://schemas.openxmlformats.org/drawingml/2006/main">
            <a:pPr algn="ctr">
              <a:defRPr sz="1725" b="0">
                <a:solidFill>
                  <a:srgbClr val="263238"/>
                </a:solidFill>
                <a:latin typeface="Arial"/>
                <a:ea typeface="Arial"/>
                <a:cs typeface="Arial"/>
              </a:defRPr>
            </a:pPr>
            <a:r>
              <a:rPr sz="1725" b="0">
                <a:solidFill>
                  <a:srgbClr val="263238"/>
                </a:solidFill>
                <a:latin typeface="Arial"/>
                <a:ea typeface="Arial"/>
                <a:cs typeface="Arial"/>
              </a:rPr>
              <a:t>Early deformation</a:t>
            </a:r>
          </a:p>
        </p:txBody>
      </p:sp>
      <p:sp>
        <p:nvSpPr>
          <p:cNvPr id="141" name="Frame 100">
            <a:extLst xmlns:a="http://schemas.openxmlformats.org/drawingml/2006/main">
              <a:ext uri="{FF2B5EF4-FFF2-40B4-BE49-F238E27FC236}">
                <a16:creationId xmlns:a16="http://schemas.microsoft.com/office/drawing/2014/main" id="{FBC47E3C-8F1E-49E3-898E-F5EA580089B5}"/>
              </a:ext>
            </a:extLst>
          </p:cNvPr>
          <p:cNvSpPr>
            <a:spLocks xmlns:a="http://schemas.openxmlformats.org/drawingml/2006/main" noGrp="1"/>
          </p:cNvSpPr>
          <p:nvPr/>
        </p:nvSpPr>
        <p:spPr>
          <a:xfrm xmlns:a="http://schemas.openxmlformats.org/drawingml/2006/main">
            <a:off x="7067550" y="55911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63238"/>
                </a:solidFill>
                <a:latin typeface="Arial"/>
                <a:ea typeface="Arial"/>
                <a:cs typeface="Arial"/>
              </a:defRPr>
            </a:defPPr>
            <a:lvl1pPr algn="ctr">
              <a:defRPr sz="1800" b="1">
                <a:solidFill>
                  <a:srgbClr val="263238"/>
                </a:solidFill>
                <a:latin typeface="Arial"/>
                <a:ea typeface="Arial"/>
                <a:cs typeface="Arial"/>
              </a:defRPr>
            </a:lvl1pPr>
            <a:lvl2pPr algn="ctr">
              <a:defRPr sz="1800" b="1">
                <a:solidFill>
                  <a:srgbClr val="263238"/>
                </a:solidFill>
                <a:latin typeface="Arial"/>
                <a:ea typeface="Arial"/>
                <a:cs typeface="Arial"/>
              </a:defRPr>
            </a:lvl2pPr>
            <a:lvl3pPr algn="ctr">
              <a:defRPr sz="1800" b="1">
                <a:solidFill>
                  <a:srgbClr val="263238"/>
                </a:solidFill>
                <a:latin typeface="Arial"/>
                <a:ea typeface="Arial"/>
                <a:cs typeface="Arial"/>
              </a:defRPr>
            </a:lvl3pPr>
            <a:lvl4pPr algn="ctr">
              <a:defRPr sz="1800" b="1">
                <a:solidFill>
                  <a:srgbClr val="263238"/>
                </a:solidFill>
                <a:latin typeface="Arial"/>
                <a:ea typeface="Arial"/>
                <a:cs typeface="Arial"/>
              </a:defRPr>
            </a:lvl4pPr>
            <a:lvl5pPr algn="ctr">
              <a:defRPr sz="1800" b="1">
                <a:solidFill>
                  <a:srgbClr val="263238"/>
                </a:solidFill>
                <a:latin typeface="Arial"/>
                <a:ea typeface="Arial"/>
                <a:cs typeface="Arial"/>
              </a:defRPr>
            </a:lvl5pPr>
            <a:lvl6pPr algn="ctr">
              <a:defRPr sz="1800" b="1">
                <a:solidFill>
                  <a:srgbClr val="263238"/>
                </a:solidFill>
                <a:latin typeface="Arial"/>
                <a:ea typeface="Arial"/>
                <a:cs typeface="Arial"/>
              </a:defRPr>
            </a:lvl6pPr>
            <a:lvl7pPr algn="ctr">
              <a:defRPr sz="1800" b="1">
                <a:solidFill>
                  <a:srgbClr val="263238"/>
                </a:solidFill>
                <a:latin typeface="Arial"/>
                <a:ea typeface="Arial"/>
                <a:cs typeface="Arial"/>
              </a:defRPr>
            </a:lvl7pPr>
            <a:lvl8pPr algn="ctr">
              <a:defRPr sz="1800" b="1">
                <a:solidFill>
                  <a:srgbClr val="263238"/>
                </a:solidFill>
                <a:latin typeface="Arial"/>
                <a:ea typeface="Arial"/>
                <a:cs typeface="Arial"/>
              </a:defRPr>
            </a:lvl8pPr>
            <a:lvl9pPr algn="ctr">
              <a:defRPr sz="1800" b="1">
                <a:solidFill>
                  <a:srgbClr val="263238"/>
                </a:solidFill>
                <a:latin typeface="Arial"/>
                <a:ea typeface="Arial"/>
                <a:cs typeface="Arial"/>
              </a:defRPr>
            </a:lvl9pPr>
          </a:lstStyle>
          <a:p xmlns:a="http://schemas.openxmlformats.org/drawingml/2006/main">
            <a:pPr algn="ctr">
              <a:defRPr sz="1800" b="1">
                <a:solidFill>
                  <a:srgbClr val="263238"/>
                </a:solidFill>
                <a:latin typeface="Arial"/>
                <a:ea typeface="Arial"/>
                <a:cs typeface="Arial"/>
              </a:defRPr>
            </a:pPr>
            <a:r>
              <a:rPr sz="1800" b="1">
                <a:solidFill>
                  <a:srgbClr val="263238"/>
                </a:solidFill>
                <a:latin typeface="Arial"/>
                <a:ea typeface="Arial"/>
                <a:cs typeface="Arial"/>
              </a:rPr>
              <a:t>Frame 100</a:t>
            </a:r>
          </a:p>
        </p:txBody>
      </p:sp>
      <p:pic>
        <p:nvPicPr>
          <p:cNvPr id="142" name="">
            <a:extLst xmlns:a="http://schemas.openxmlformats.org/drawingml/2006/main">
              <a:ext uri="{FF2B5EF4-FFF2-40B4-BE49-F238E27FC236}">
                <a16:creationId xmlns:a16="http://schemas.microsoft.com/office/drawing/2014/main" id="{BC612650-2226-46F0-B0A9-0A91CB4C072F}"/>
              </a:ext>
            </a:extLst>
          </p:cNvPr>
          <p:cNvPicPr>
            <a:picLocks xmlns:a="http://schemas.openxmlformats.org/drawingml/2006/main" noChangeAspect="1"/>
          </p:cNvPicPr>
          <p:nvPr/>
        </p:nvPicPr>
        <p:blipFill>
          <a:blip xmlns:r="http://schemas.openxmlformats.org/officeDocument/2006/relationships" xmlns:a="http://schemas.openxmlformats.org/drawingml/2006/main" r:embed="R975d6d54bff8488e"/>
          <a:stretch xmlns:a="http://schemas.openxmlformats.org/drawingml/2006/main"/>
        </p:blipFill>
        <p:spPr>
          <a:xfrm xmlns:a="http://schemas.openxmlformats.org/drawingml/2006/main">
            <a:off x="7067550" y="5972175"/>
            <a:ext cx="3238500" cy="1182053"/>
          </a:xfrm>
          <a:prstGeom xmlns:a="http://schemas.openxmlformats.org/drawingml/2006/main" prst="rect">
            <a:avLst/>
          </a:prstGeom>
        </p:spPr>
      </p:pic>
      <p:sp>
        <p:nvSpPr>
          <p:cNvPr id="143" name="line">
            <a:extLst xmlns:a="http://schemas.openxmlformats.org/drawingml/2006/main">
              <a:ext uri="{FF2B5EF4-FFF2-40B4-BE49-F238E27FC236}">
                <a16:creationId xmlns:a16="http://schemas.microsoft.com/office/drawing/2014/main" id="{0C2F62D3-0875-455F-80B7-0A4A781CAC9D}"/>
              </a:ext>
            </a:extLst>
          </p:cNvPr>
          <p:cNvSpPr>
            <a:spLocks xmlns:a="http://schemas.openxmlformats.org/drawingml/2006/main" noGrp="1"/>
          </p:cNvSpPr>
          <p:nvPr/>
        </p:nvSpPr>
        <p:spPr>
          <a:xfrm xmlns:a="http://schemas.openxmlformats.org/drawingml/2006/main">
            <a:off x="7132320" y="6362040"/>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dash"/>
          </a:ln>
        </p:spPr>
      </p:sp>
      <p:sp>
        <p:nvSpPr>
          <p:cNvPr id="144" name="line">
            <a:extLst xmlns:a="http://schemas.openxmlformats.org/drawingml/2006/main">
              <a:ext uri="{FF2B5EF4-FFF2-40B4-BE49-F238E27FC236}">
                <a16:creationId xmlns:a16="http://schemas.microsoft.com/office/drawing/2014/main" id="{2B322C4F-CD50-4000-AFDD-DBDA015E97C2}"/>
              </a:ext>
            </a:extLst>
          </p:cNvPr>
          <p:cNvSpPr>
            <a:spLocks xmlns:a="http://schemas.openxmlformats.org/drawingml/2006/main" noGrp="1"/>
          </p:cNvSpPr>
          <p:nvPr/>
        </p:nvSpPr>
        <p:spPr>
          <a:xfrm xmlns:a="http://schemas.openxmlformats.org/drawingml/2006/main">
            <a:off x="7132320" y="6604921"/>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dash"/>
          </a:ln>
        </p:spPr>
      </p:sp>
      <p:sp>
        <p:nvSpPr>
          <p:cNvPr id="145" name="line">
            <a:extLst xmlns:a="http://schemas.openxmlformats.org/drawingml/2006/main">
              <a:ext uri="{FF2B5EF4-FFF2-40B4-BE49-F238E27FC236}">
                <a16:creationId xmlns:a16="http://schemas.microsoft.com/office/drawing/2014/main" id="{BDD09C3F-97A4-4D35-BB59-2B52A830A5CC}"/>
              </a:ext>
            </a:extLst>
          </p:cNvPr>
          <p:cNvSpPr>
            <a:spLocks xmlns:a="http://schemas.openxmlformats.org/drawingml/2006/main" noGrp="1"/>
          </p:cNvSpPr>
          <p:nvPr/>
        </p:nvSpPr>
        <p:spPr>
          <a:xfrm xmlns:a="http://schemas.openxmlformats.org/drawingml/2006/main">
            <a:off x="7132320" y="6899348"/>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dash"/>
          </a:ln>
        </p:spPr>
      </p:sp>
      <p:sp>
        <p:nvSpPr>
          <p:cNvPr id="146" name="line">
            <a:extLst xmlns:a="http://schemas.openxmlformats.org/drawingml/2006/main">
              <a:ext uri="{FF2B5EF4-FFF2-40B4-BE49-F238E27FC236}">
                <a16:creationId xmlns:a16="http://schemas.microsoft.com/office/drawing/2014/main" id="{E926AA33-2260-4C91-89BB-3FC6CADB3179}"/>
              </a:ext>
            </a:extLst>
          </p:cNvPr>
          <p:cNvSpPr>
            <a:spLocks xmlns:a="http://schemas.openxmlformats.org/drawingml/2006/main" noGrp="1"/>
          </p:cNvSpPr>
          <p:nvPr/>
        </p:nvSpPr>
        <p:spPr>
          <a:xfrm xmlns:a="http://schemas.openxmlformats.org/drawingml/2006/main">
            <a:off x="7132320" y="606761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47" name="line">
            <a:extLst xmlns:a="http://schemas.openxmlformats.org/drawingml/2006/main">
              <a:ext uri="{FF2B5EF4-FFF2-40B4-BE49-F238E27FC236}">
                <a16:creationId xmlns:a16="http://schemas.microsoft.com/office/drawing/2014/main" id="{753323AD-9D1A-46CA-A1F7-4F97FBF60FA1}"/>
              </a:ext>
            </a:extLst>
          </p:cNvPr>
          <p:cNvSpPr>
            <a:spLocks xmlns:a="http://schemas.openxmlformats.org/drawingml/2006/main" noGrp="1"/>
          </p:cNvSpPr>
          <p:nvPr/>
        </p:nvSpPr>
        <p:spPr>
          <a:xfrm xmlns:a="http://schemas.openxmlformats.org/drawingml/2006/main">
            <a:off x="7132320" y="6362040"/>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48" name="line">
            <a:extLst xmlns:a="http://schemas.openxmlformats.org/drawingml/2006/main">
              <a:ext uri="{FF2B5EF4-FFF2-40B4-BE49-F238E27FC236}">
                <a16:creationId xmlns:a16="http://schemas.microsoft.com/office/drawing/2014/main" id="{7CCFE9D3-FC01-4D6E-8277-D5F83C7F65F1}"/>
              </a:ext>
            </a:extLst>
          </p:cNvPr>
          <p:cNvSpPr>
            <a:spLocks xmlns:a="http://schemas.openxmlformats.org/drawingml/2006/main" noGrp="1"/>
          </p:cNvSpPr>
          <p:nvPr/>
        </p:nvSpPr>
        <p:spPr>
          <a:xfrm xmlns:a="http://schemas.openxmlformats.org/drawingml/2006/main">
            <a:off x="7639535" y="6067613"/>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49" name="line">
            <a:extLst xmlns:a="http://schemas.openxmlformats.org/drawingml/2006/main">
              <a:ext uri="{FF2B5EF4-FFF2-40B4-BE49-F238E27FC236}">
                <a16:creationId xmlns:a16="http://schemas.microsoft.com/office/drawing/2014/main" id="{B677185B-10B6-454E-BA87-34A72F9E5F1D}"/>
              </a:ext>
            </a:extLst>
          </p:cNvPr>
          <p:cNvSpPr>
            <a:spLocks xmlns:a="http://schemas.openxmlformats.org/drawingml/2006/main" noGrp="1"/>
          </p:cNvSpPr>
          <p:nvPr/>
        </p:nvSpPr>
        <p:spPr>
          <a:xfrm xmlns:a="http://schemas.openxmlformats.org/drawingml/2006/main">
            <a:off x="7639535" y="6604921"/>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50" name="line">
            <a:extLst xmlns:a="http://schemas.openxmlformats.org/drawingml/2006/main">
              <a:ext uri="{FF2B5EF4-FFF2-40B4-BE49-F238E27FC236}">
                <a16:creationId xmlns:a16="http://schemas.microsoft.com/office/drawing/2014/main" id="{06DA2C61-9238-41AD-A484-CF729995B9A4}"/>
              </a:ext>
            </a:extLst>
          </p:cNvPr>
          <p:cNvSpPr>
            <a:spLocks xmlns:a="http://schemas.openxmlformats.org/drawingml/2006/main" noGrp="1"/>
          </p:cNvSpPr>
          <p:nvPr/>
        </p:nvSpPr>
        <p:spPr>
          <a:xfrm xmlns:a="http://schemas.openxmlformats.org/drawingml/2006/main">
            <a:off x="7639535" y="6067613"/>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51" name="line">
            <a:extLst xmlns:a="http://schemas.openxmlformats.org/drawingml/2006/main">
              <a:ext uri="{FF2B5EF4-FFF2-40B4-BE49-F238E27FC236}">
                <a16:creationId xmlns:a16="http://schemas.microsoft.com/office/drawing/2014/main" id="{5AC8A867-448B-48AB-8C88-27F120A7A0FC}"/>
              </a:ext>
            </a:extLst>
          </p:cNvPr>
          <p:cNvSpPr>
            <a:spLocks xmlns:a="http://schemas.openxmlformats.org/drawingml/2006/main" noGrp="1"/>
          </p:cNvSpPr>
          <p:nvPr/>
        </p:nvSpPr>
        <p:spPr>
          <a:xfrm xmlns:a="http://schemas.openxmlformats.org/drawingml/2006/main">
            <a:off x="9734065" y="6521481"/>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52" name="line">
            <a:extLst xmlns:a="http://schemas.openxmlformats.org/drawingml/2006/main">
              <a:ext uri="{FF2B5EF4-FFF2-40B4-BE49-F238E27FC236}">
                <a16:creationId xmlns:a16="http://schemas.microsoft.com/office/drawing/2014/main" id="{BDF2FF49-CFC3-41E7-94A6-881992A2FEDD}"/>
              </a:ext>
            </a:extLst>
          </p:cNvPr>
          <p:cNvSpPr>
            <a:spLocks xmlns:a="http://schemas.openxmlformats.org/drawingml/2006/main" noGrp="1"/>
          </p:cNvSpPr>
          <p:nvPr/>
        </p:nvSpPr>
        <p:spPr>
          <a:xfrm xmlns:a="http://schemas.openxmlformats.org/drawingml/2006/main">
            <a:off x="9734065" y="676436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53" name="line">
            <a:extLst xmlns:a="http://schemas.openxmlformats.org/drawingml/2006/main">
              <a:ext uri="{FF2B5EF4-FFF2-40B4-BE49-F238E27FC236}">
                <a16:creationId xmlns:a16="http://schemas.microsoft.com/office/drawing/2014/main" id="{D892B4C5-A551-49AE-8464-7CB53EA8155D}"/>
              </a:ext>
            </a:extLst>
          </p:cNvPr>
          <p:cNvSpPr>
            <a:spLocks xmlns:a="http://schemas.openxmlformats.org/drawingml/2006/main" noGrp="1"/>
          </p:cNvSpPr>
          <p:nvPr/>
        </p:nvSpPr>
        <p:spPr>
          <a:xfrm xmlns:a="http://schemas.openxmlformats.org/drawingml/2006/main">
            <a:off x="9734065" y="6227055"/>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54" name="line">
            <a:extLst xmlns:a="http://schemas.openxmlformats.org/drawingml/2006/main">
              <a:ext uri="{FF2B5EF4-FFF2-40B4-BE49-F238E27FC236}">
                <a16:creationId xmlns:a16="http://schemas.microsoft.com/office/drawing/2014/main" id="{4CF84BA6-20B1-4CB0-8CFA-0E96D459561D}"/>
              </a:ext>
            </a:extLst>
          </p:cNvPr>
          <p:cNvSpPr>
            <a:spLocks xmlns:a="http://schemas.openxmlformats.org/drawingml/2006/main" noGrp="1"/>
          </p:cNvSpPr>
          <p:nvPr/>
        </p:nvSpPr>
        <p:spPr>
          <a:xfrm xmlns:a="http://schemas.openxmlformats.org/drawingml/2006/main">
            <a:off x="10241280" y="6227055"/>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55" name="Separated regions">
            <a:extLst xmlns:a="http://schemas.openxmlformats.org/drawingml/2006/main">
              <a:ext uri="{FF2B5EF4-FFF2-40B4-BE49-F238E27FC236}">
                <a16:creationId xmlns:a16="http://schemas.microsoft.com/office/drawing/2014/main" id="{D2D65D97-93B0-4FCA-B909-964B52B20B1F}"/>
              </a:ext>
            </a:extLst>
          </p:cNvPr>
          <p:cNvSpPr>
            <a:spLocks xmlns:a="http://schemas.openxmlformats.org/drawingml/2006/main" noGrp="1"/>
          </p:cNvSpPr>
          <p:nvPr/>
        </p:nvSpPr>
        <p:spPr>
          <a:xfrm xmlns:a="http://schemas.openxmlformats.org/drawingml/2006/main">
            <a:off x="7067550" y="7239953"/>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263238"/>
                </a:solidFill>
                <a:latin typeface="Arial"/>
                <a:ea typeface="Arial"/>
                <a:cs typeface="Arial"/>
              </a:defRPr>
            </a:defPPr>
            <a:lvl1pPr algn="ctr">
              <a:defRPr sz="1725" b="1">
                <a:solidFill>
                  <a:srgbClr val="263238"/>
                </a:solidFill>
                <a:latin typeface="Arial"/>
                <a:ea typeface="Arial"/>
                <a:cs typeface="Arial"/>
              </a:defRPr>
            </a:lvl1pPr>
            <a:lvl2pPr algn="ctr">
              <a:defRPr sz="1725" b="1">
                <a:solidFill>
                  <a:srgbClr val="263238"/>
                </a:solidFill>
                <a:latin typeface="Arial"/>
                <a:ea typeface="Arial"/>
                <a:cs typeface="Arial"/>
              </a:defRPr>
            </a:lvl2pPr>
            <a:lvl3pPr algn="ctr">
              <a:defRPr sz="1725" b="1">
                <a:solidFill>
                  <a:srgbClr val="263238"/>
                </a:solidFill>
                <a:latin typeface="Arial"/>
                <a:ea typeface="Arial"/>
                <a:cs typeface="Arial"/>
              </a:defRPr>
            </a:lvl3pPr>
            <a:lvl4pPr algn="ctr">
              <a:defRPr sz="1725" b="1">
                <a:solidFill>
                  <a:srgbClr val="263238"/>
                </a:solidFill>
                <a:latin typeface="Arial"/>
                <a:ea typeface="Arial"/>
                <a:cs typeface="Arial"/>
              </a:defRPr>
            </a:lvl4pPr>
            <a:lvl5pPr algn="ctr">
              <a:defRPr sz="1725" b="1">
                <a:solidFill>
                  <a:srgbClr val="263238"/>
                </a:solidFill>
                <a:latin typeface="Arial"/>
                <a:ea typeface="Arial"/>
                <a:cs typeface="Arial"/>
              </a:defRPr>
            </a:lvl5pPr>
            <a:lvl6pPr algn="ctr">
              <a:defRPr sz="1725" b="1">
                <a:solidFill>
                  <a:srgbClr val="263238"/>
                </a:solidFill>
                <a:latin typeface="Arial"/>
                <a:ea typeface="Arial"/>
                <a:cs typeface="Arial"/>
              </a:defRPr>
            </a:lvl6pPr>
            <a:lvl7pPr algn="ctr">
              <a:defRPr sz="1725" b="1">
                <a:solidFill>
                  <a:srgbClr val="263238"/>
                </a:solidFill>
                <a:latin typeface="Arial"/>
                <a:ea typeface="Arial"/>
                <a:cs typeface="Arial"/>
              </a:defRPr>
            </a:lvl7pPr>
            <a:lvl8pPr algn="ctr">
              <a:defRPr sz="1725" b="1">
                <a:solidFill>
                  <a:srgbClr val="263238"/>
                </a:solidFill>
                <a:latin typeface="Arial"/>
                <a:ea typeface="Arial"/>
                <a:cs typeface="Arial"/>
              </a:defRPr>
            </a:lvl8pPr>
            <a:lvl9pPr algn="ctr">
              <a:defRPr sz="1725" b="1">
                <a:solidFill>
                  <a:srgbClr val="263238"/>
                </a:solidFill>
                <a:latin typeface="Arial"/>
                <a:ea typeface="Arial"/>
                <a:cs typeface="Arial"/>
              </a:defRPr>
            </a:lvl9pPr>
          </a:lstStyle>
          <a:p xmlns:a="http://schemas.openxmlformats.org/drawingml/2006/main">
            <a:pPr algn="ctr">
              <a:defRPr sz="1725" b="1">
                <a:solidFill>
                  <a:srgbClr val="263238"/>
                </a:solidFill>
                <a:latin typeface="Arial"/>
                <a:ea typeface="Arial"/>
                <a:cs typeface="Arial"/>
              </a:defRPr>
            </a:pPr>
            <a:r>
              <a:rPr sz="1725" b="1">
                <a:solidFill>
                  <a:srgbClr val="263238"/>
                </a:solidFill>
                <a:latin typeface="Arial"/>
                <a:ea typeface="Arial"/>
                <a:cs typeface="Arial"/>
              </a:rPr>
              <a:t>Separated regions</a:t>
            </a:r>
          </a:p>
        </p:txBody>
      </p:sp>
      <p:sp>
        <p:nvSpPr>
          <p:cNvPr id="156" name="saved point">
            <a:extLst xmlns:a="http://schemas.openxmlformats.org/drawingml/2006/main">
              <a:ext uri="{FF2B5EF4-FFF2-40B4-BE49-F238E27FC236}">
                <a16:creationId xmlns:a16="http://schemas.microsoft.com/office/drawing/2014/main" id="{3697E9B1-C7CB-4821-9620-CF4CD73AD39F}"/>
              </a:ext>
            </a:extLst>
          </p:cNvPr>
          <p:cNvSpPr>
            <a:spLocks xmlns:a="http://schemas.openxmlformats.org/drawingml/2006/main" noGrp="1"/>
          </p:cNvSpPr>
          <p:nvPr/>
        </p:nvSpPr>
        <p:spPr>
          <a:xfrm xmlns:a="http://schemas.openxmlformats.org/drawingml/2006/main">
            <a:off x="8113346" y="6698932"/>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63238"/>
            </a:solidFill>
          </a:ln>
        </p:spPr>
      </p:sp>
      <p:sp>
        <p:nvSpPr>
          <p:cNvPr id="157" name="line">
            <a:extLst xmlns:a="http://schemas.openxmlformats.org/drawingml/2006/main">
              <a:ext uri="{FF2B5EF4-FFF2-40B4-BE49-F238E27FC236}">
                <a16:creationId xmlns:a16="http://schemas.microsoft.com/office/drawing/2014/main" id="{9F36D7E0-170E-46BC-B3D9-AA544F585B7A}"/>
              </a:ext>
            </a:extLst>
          </p:cNvPr>
          <p:cNvSpPr>
            <a:spLocks xmlns:a="http://schemas.openxmlformats.org/drawingml/2006/main" noGrp="1"/>
          </p:cNvSpPr>
          <p:nvPr/>
        </p:nvSpPr>
        <p:spPr>
          <a:xfrm xmlns:a="http://schemas.openxmlformats.org/drawingml/2006/main">
            <a:off x="8189546" y="6622732"/>
            <a:ext cx="76200" cy="76200"/>
          </a:xfrm>
          <a:custGeom xmlns:a="http://schemas.openxmlformats.org/drawingml/2006/main">
            <a:pathLst>
              <a:path w="76200" h="76200">
                <a:moveTo>
                  <a:pt x="0" y="76200"/>
                </a:moveTo>
                <a:lnTo>
                  <a:pt x="76200" y="0"/>
                </a:lnTo>
              </a:path>
            </a:pathLst>
          </a:custGeom>
          <a:noFill xmlns:a="http://schemas.openxmlformats.org/drawingml/2006/main"/>
          <a:ln xmlns:a="http://schemas.openxmlformats.org/drawingml/2006/main" w="7620">
            <a:solidFill>
              <a:srgbClr val="263238"/>
            </a:solidFill>
            <a:prstDash val="solid"/>
          </a:ln>
        </p:spPr>
      </p:sp>
      <p:sp>
        <p:nvSpPr>
          <p:cNvPr id="158" name="1">
            <a:extLst xmlns:a="http://schemas.openxmlformats.org/drawingml/2006/main">
              <a:ext uri="{FF2B5EF4-FFF2-40B4-BE49-F238E27FC236}">
                <a16:creationId xmlns:a16="http://schemas.microsoft.com/office/drawing/2014/main" id="{F1699249-F433-468B-9734-7DE4B5641F4F}"/>
              </a:ext>
            </a:extLst>
          </p:cNvPr>
          <p:cNvSpPr>
            <a:spLocks xmlns:a="http://schemas.openxmlformats.org/drawingml/2006/main" noGrp="1"/>
          </p:cNvSpPr>
          <p:nvPr/>
        </p:nvSpPr>
        <p:spPr>
          <a:xfrm xmlns:a="http://schemas.openxmlformats.org/drawingml/2006/main">
            <a:off x="8256221" y="6403657"/>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263238"/>
                </a:solidFill>
                <a:latin typeface="Arial"/>
                <a:ea typeface="Arial"/>
                <a:cs typeface="Arial"/>
              </a:defRPr>
            </a:defPPr>
            <a:lvl1pPr algn="l">
              <a:defRPr sz="1575" b="1">
                <a:solidFill>
                  <a:srgbClr val="263238"/>
                </a:solidFill>
                <a:latin typeface="Arial"/>
                <a:ea typeface="Arial"/>
                <a:cs typeface="Arial"/>
              </a:defRPr>
            </a:lvl1pPr>
            <a:lvl2pPr algn="l">
              <a:defRPr sz="1575" b="1">
                <a:solidFill>
                  <a:srgbClr val="263238"/>
                </a:solidFill>
                <a:latin typeface="Arial"/>
                <a:ea typeface="Arial"/>
                <a:cs typeface="Arial"/>
              </a:defRPr>
            </a:lvl2pPr>
            <a:lvl3pPr algn="l">
              <a:defRPr sz="1575" b="1">
                <a:solidFill>
                  <a:srgbClr val="263238"/>
                </a:solidFill>
                <a:latin typeface="Arial"/>
                <a:ea typeface="Arial"/>
                <a:cs typeface="Arial"/>
              </a:defRPr>
            </a:lvl3pPr>
            <a:lvl4pPr algn="l">
              <a:defRPr sz="1575" b="1">
                <a:solidFill>
                  <a:srgbClr val="263238"/>
                </a:solidFill>
                <a:latin typeface="Arial"/>
                <a:ea typeface="Arial"/>
                <a:cs typeface="Arial"/>
              </a:defRPr>
            </a:lvl4pPr>
            <a:lvl5pPr algn="l">
              <a:defRPr sz="1575" b="1">
                <a:solidFill>
                  <a:srgbClr val="263238"/>
                </a:solidFill>
                <a:latin typeface="Arial"/>
                <a:ea typeface="Arial"/>
                <a:cs typeface="Arial"/>
              </a:defRPr>
            </a:lvl5pPr>
            <a:lvl6pPr algn="l">
              <a:defRPr sz="1575" b="1">
                <a:solidFill>
                  <a:srgbClr val="263238"/>
                </a:solidFill>
                <a:latin typeface="Arial"/>
                <a:ea typeface="Arial"/>
                <a:cs typeface="Arial"/>
              </a:defRPr>
            </a:lvl6pPr>
            <a:lvl7pPr algn="l">
              <a:defRPr sz="1575" b="1">
                <a:solidFill>
                  <a:srgbClr val="263238"/>
                </a:solidFill>
                <a:latin typeface="Arial"/>
                <a:ea typeface="Arial"/>
                <a:cs typeface="Arial"/>
              </a:defRPr>
            </a:lvl7pPr>
            <a:lvl8pPr algn="l">
              <a:defRPr sz="1575" b="1">
                <a:solidFill>
                  <a:srgbClr val="263238"/>
                </a:solidFill>
                <a:latin typeface="Arial"/>
                <a:ea typeface="Arial"/>
                <a:cs typeface="Arial"/>
              </a:defRPr>
            </a:lvl8pPr>
            <a:lvl9pPr algn="l">
              <a:defRPr sz="1575" b="1">
                <a:solidFill>
                  <a:srgbClr val="263238"/>
                </a:solidFill>
                <a:latin typeface="Arial"/>
                <a:ea typeface="Arial"/>
                <a:cs typeface="Arial"/>
              </a:defRPr>
            </a:lvl9pPr>
          </a:lstStyle>
          <a:p xmlns:a="http://schemas.openxmlformats.org/drawingml/2006/main">
            <a:pPr algn="l">
              <a:defRPr sz="1575" b="1">
                <a:solidFill>
                  <a:srgbClr val="263238"/>
                </a:solidFill>
                <a:latin typeface="Arial"/>
                <a:ea typeface="Arial"/>
                <a:cs typeface="Arial"/>
              </a:defRPr>
            </a:pPr>
            <a:r>
              <a:rPr sz="1575" b="1">
                <a:solidFill>
                  <a:srgbClr val="263238"/>
                </a:solidFill>
                <a:latin typeface="Arial"/>
                <a:ea typeface="Arial"/>
                <a:cs typeface="Arial"/>
              </a:rPr>
              <a:t>1</a:t>
            </a:r>
          </a:p>
        </p:txBody>
      </p:sp>
      <p:sp>
        <p:nvSpPr>
          <p:cNvPr id="159" name="saved point">
            <a:extLst xmlns:a="http://schemas.openxmlformats.org/drawingml/2006/main">
              <a:ext uri="{FF2B5EF4-FFF2-40B4-BE49-F238E27FC236}">
                <a16:creationId xmlns:a16="http://schemas.microsoft.com/office/drawing/2014/main" id="{F5E7ED05-B371-4BFC-BD2F-4909A7CF105A}"/>
              </a:ext>
            </a:extLst>
          </p:cNvPr>
          <p:cNvSpPr>
            <a:spLocks xmlns:a="http://schemas.openxmlformats.org/drawingml/2006/main" noGrp="1"/>
          </p:cNvSpPr>
          <p:nvPr/>
        </p:nvSpPr>
        <p:spPr>
          <a:xfrm xmlns:a="http://schemas.openxmlformats.org/drawingml/2006/main">
            <a:off x="8944448" y="6631202"/>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63238"/>
            </a:solidFill>
          </a:ln>
        </p:spPr>
      </p:sp>
      <p:sp>
        <p:nvSpPr>
          <p:cNvPr id="160" name="line">
            <a:extLst xmlns:a="http://schemas.openxmlformats.org/drawingml/2006/main">
              <a:ext uri="{FF2B5EF4-FFF2-40B4-BE49-F238E27FC236}">
                <a16:creationId xmlns:a16="http://schemas.microsoft.com/office/drawing/2014/main" id="{5694D1C6-8E27-48DA-BFD7-407970CC9F10}"/>
              </a:ext>
            </a:extLst>
          </p:cNvPr>
          <p:cNvSpPr>
            <a:spLocks xmlns:a="http://schemas.openxmlformats.org/drawingml/2006/main" noGrp="1"/>
          </p:cNvSpPr>
          <p:nvPr/>
        </p:nvSpPr>
        <p:spPr>
          <a:xfrm xmlns:a="http://schemas.openxmlformats.org/drawingml/2006/main">
            <a:off x="9020648" y="6555002"/>
            <a:ext cx="76200" cy="76200"/>
          </a:xfrm>
          <a:custGeom xmlns:a="http://schemas.openxmlformats.org/drawingml/2006/main">
            <a:pathLst>
              <a:path w="76200" h="76200">
                <a:moveTo>
                  <a:pt x="0" y="76200"/>
                </a:moveTo>
                <a:lnTo>
                  <a:pt x="76200" y="0"/>
                </a:lnTo>
              </a:path>
            </a:pathLst>
          </a:custGeom>
          <a:noFill xmlns:a="http://schemas.openxmlformats.org/drawingml/2006/main"/>
          <a:ln xmlns:a="http://schemas.openxmlformats.org/drawingml/2006/main" w="7620">
            <a:solidFill>
              <a:srgbClr val="263238"/>
            </a:solidFill>
            <a:prstDash val="solid"/>
          </a:ln>
        </p:spPr>
      </p:sp>
      <p:sp>
        <p:nvSpPr>
          <p:cNvPr id="161" name="2">
            <a:extLst xmlns:a="http://schemas.openxmlformats.org/drawingml/2006/main">
              <a:ext uri="{FF2B5EF4-FFF2-40B4-BE49-F238E27FC236}">
                <a16:creationId xmlns:a16="http://schemas.microsoft.com/office/drawing/2014/main" id="{C4A1B475-69B2-480C-A156-A050B44D9F39}"/>
              </a:ext>
            </a:extLst>
          </p:cNvPr>
          <p:cNvSpPr>
            <a:spLocks xmlns:a="http://schemas.openxmlformats.org/drawingml/2006/main" noGrp="1"/>
          </p:cNvSpPr>
          <p:nvPr/>
        </p:nvSpPr>
        <p:spPr>
          <a:xfrm xmlns:a="http://schemas.openxmlformats.org/drawingml/2006/main">
            <a:off x="9087323" y="6335927"/>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263238"/>
                </a:solidFill>
                <a:latin typeface="Arial"/>
                <a:ea typeface="Arial"/>
                <a:cs typeface="Arial"/>
              </a:defRPr>
            </a:defPPr>
            <a:lvl1pPr algn="l">
              <a:defRPr sz="1575" b="1">
                <a:solidFill>
                  <a:srgbClr val="263238"/>
                </a:solidFill>
                <a:latin typeface="Arial"/>
                <a:ea typeface="Arial"/>
                <a:cs typeface="Arial"/>
              </a:defRPr>
            </a:lvl1pPr>
            <a:lvl2pPr algn="l">
              <a:defRPr sz="1575" b="1">
                <a:solidFill>
                  <a:srgbClr val="263238"/>
                </a:solidFill>
                <a:latin typeface="Arial"/>
                <a:ea typeface="Arial"/>
                <a:cs typeface="Arial"/>
              </a:defRPr>
            </a:lvl2pPr>
            <a:lvl3pPr algn="l">
              <a:defRPr sz="1575" b="1">
                <a:solidFill>
                  <a:srgbClr val="263238"/>
                </a:solidFill>
                <a:latin typeface="Arial"/>
                <a:ea typeface="Arial"/>
                <a:cs typeface="Arial"/>
              </a:defRPr>
            </a:lvl3pPr>
            <a:lvl4pPr algn="l">
              <a:defRPr sz="1575" b="1">
                <a:solidFill>
                  <a:srgbClr val="263238"/>
                </a:solidFill>
                <a:latin typeface="Arial"/>
                <a:ea typeface="Arial"/>
                <a:cs typeface="Arial"/>
              </a:defRPr>
            </a:lvl4pPr>
            <a:lvl5pPr algn="l">
              <a:defRPr sz="1575" b="1">
                <a:solidFill>
                  <a:srgbClr val="263238"/>
                </a:solidFill>
                <a:latin typeface="Arial"/>
                <a:ea typeface="Arial"/>
                <a:cs typeface="Arial"/>
              </a:defRPr>
            </a:lvl5pPr>
            <a:lvl6pPr algn="l">
              <a:defRPr sz="1575" b="1">
                <a:solidFill>
                  <a:srgbClr val="263238"/>
                </a:solidFill>
                <a:latin typeface="Arial"/>
                <a:ea typeface="Arial"/>
                <a:cs typeface="Arial"/>
              </a:defRPr>
            </a:lvl6pPr>
            <a:lvl7pPr algn="l">
              <a:defRPr sz="1575" b="1">
                <a:solidFill>
                  <a:srgbClr val="263238"/>
                </a:solidFill>
                <a:latin typeface="Arial"/>
                <a:ea typeface="Arial"/>
                <a:cs typeface="Arial"/>
              </a:defRPr>
            </a:lvl7pPr>
            <a:lvl8pPr algn="l">
              <a:defRPr sz="1575" b="1">
                <a:solidFill>
                  <a:srgbClr val="263238"/>
                </a:solidFill>
                <a:latin typeface="Arial"/>
                <a:ea typeface="Arial"/>
                <a:cs typeface="Arial"/>
              </a:defRPr>
            </a:lvl8pPr>
            <a:lvl9pPr algn="l">
              <a:defRPr sz="1575" b="1">
                <a:solidFill>
                  <a:srgbClr val="263238"/>
                </a:solidFill>
                <a:latin typeface="Arial"/>
                <a:ea typeface="Arial"/>
                <a:cs typeface="Arial"/>
              </a:defRPr>
            </a:lvl9pPr>
          </a:lstStyle>
          <a:p xmlns:a="http://schemas.openxmlformats.org/drawingml/2006/main">
            <a:pPr algn="l">
              <a:defRPr sz="1575" b="1">
                <a:solidFill>
                  <a:srgbClr val="263238"/>
                </a:solidFill>
                <a:latin typeface="Arial"/>
                <a:ea typeface="Arial"/>
                <a:cs typeface="Arial"/>
              </a:defRPr>
            </a:pPr>
            <a:r>
              <a:rPr sz="1575" b="1">
                <a:solidFill>
                  <a:srgbClr val="263238"/>
                </a:solidFill>
                <a:latin typeface="Arial"/>
                <a:ea typeface="Arial"/>
                <a:cs typeface="Arial"/>
              </a:rPr>
              <a:t>2</a:t>
            </a:r>
          </a:p>
        </p:txBody>
      </p:sp>
      <p:sp>
        <p:nvSpPr>
          <p:cNvPr id="162" name="Frame 145">
            <a:extLst xmlns:a="http://schemas.openxmlformats.org/drawingml/2006/main">
              <a:ext uri="{FF2B5EF4-FFF2-40B4-BE49-F238E27FC236}">
                <a16:creationId xmlns:a16="http://schemas.microsoft.com/office/drawing/2014/main" id="{F9A36236-07C8-4D64-A136-0BE6C33A9225}"/>
              </a:ext>
            </a:extLst>
          </p:cNvPr>
          <p:cNvSpPr>
            <a:spLocks xmlns:a="http://schemas.openxmlformats.org/drawingml/2006/main" noGrp="1"/>
          </p:cNvSpPr>
          <p:nvPr/>
        </p:nvSpPr>
        <p:spPr>
          <a:xfrm xmlns:a="http://schemas.openxmlformats.org/drawingml/2006/main">
            <a:off x="10515600" y="55911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63238"/>
                </a:solidFill>
                <a:latin typeface="Arial"/>
                <a:ea typeface="Arial"/>
                <a:cs typeface="Arial"/>
              </a:defRPr>
            </a:defPPr>
            <a:lvl1pPr algn="ctr">
              <a:defRPr sz="1800" b="1">
                <a:solidFill>
                  <a:srgbClr val="263238"/>
                </a:solidFill>
                <a:latin typeface="Arial"/>
                <a:ea typeface="Arial"/>
                <a:cs typeface="Arial"/>
              </a:defRPr>
            </a:lvl1pPr>
            <a:lvl2pPr algn="ctr">
              <a:defRPr sz="1800" b="1">
                <a:solidFill>
                  <a:srgbClr val="263238"/>
                </a:solidFill>
                <a:latin typeface="Arial"/>
                <a:ea typeface="Arial"/>
                <a:cs typeface="Arial"/>
              </a:defRPr>
            </a:lvl2pPr>
            <a:lvl3pPr algn="ctr">
              <a:defRPr sz="1800" b="1">
                <a:solidFill>
                  <a:srgbClr val="263238"/>
                </a:solidFill>
                <a:latin typeface="Arial"/>
                <a:ea typeface="Arial"/>
                <a:cs typeface="Arial"/>
              </a:defRPr>
            </a:lvl3pPr>
            <a:lvl4pPr algn="ctr">
              <a:defRPr sz="1800" b="1">
                <a:solidFill>
                  <a:srgbClr val="263238"/>
                </a:solidFill>
                <a:latin typeface="Arial"/>
                <a:ea typeface="Arial"/>
                <a:cs typeface="Arial"/>
              </a:defRPr>
            </a:lvl4pPr>
            <a:lvl5pPr algn="ctr">
              <a:defRPr sz="1800" b="1">
                <a:solidFill>
                  <a:srgbClr val="263238"/>
                </a:solidFill>
                <a:latin typeface="Arial"/>
                <a:ea typeface="Arial"/>
                <a:cs typeface="Arial"/>
              </a:defRPr>
            </a:lvl5pPr>
            <a:lvl6pPr algn="ctr">
              <a:defRPr sz="1800" b="1">
                <a:solidFill>
                  <a:srgbClr val="263238"/>
                </a:solidFill>
                <a:latin typeface="Arial"/>
                <a:ea typeface="Arial"/>
                <a:cs typeface="Arial"/>
              </a:defRPr>
            </a:lvl6pPr>
            <a:lvl7pPr algn="ctr">
              <a:defRPr sz="1800" b="1">
                <a:solidFill>
                  <a:srgbClr val="263238"/>
                </a:solidFill>
                <a:latin typeface="Arial"/>
                <a:ea typeface="Arial"/>
                <a:cs typeface="Arial"/>
              </a:defRPr>
            </a:lvl7pPr>
            <a:lvl8pPr algn="ctr">
              <a:defRPr sz="1800" b="1">
                <a:solidFill>
                  <a:srgbClr val="263238"/>
                </a:solidFill>
                <a:latin typeface="Arial"/>
                <a:ea typeface="Arial"/>
                <a:cs typeface="Arial"/>
              </a:defRPr>
            </a:lvl8pPr>
            <a:lvl9pPr algn="ctr">
              <a:defRPr sz="1800" b="1">
                <a:solidFill>
                  <a:srgbClr val="263238"/>
                </a:solidFill>
                <a:latin typeface="Arial"/>
                <a:ea typeface="Arial"/>
                <a:cs typeface="Arial"/>
              </a:defRPr>
            </a:lvl9pPr>
          </a:lstStyle>
          <a:p xmlns:a="http://schemas.openxmlformats.org/drawingml/2006/main">
            <a:pPr algn="ctr">
              <a:defRPr sz="1800" b="1">
                <a:solidFill>
                  <a:srgbClr val="263238"/>
                </a:solidFill>
                <a:latin typeface="Arial"/>
                <a:ea typeface="Arial"/>
                <a:cs typeface="Arial"/>
              </a:defRPr>
            </a:pPr>
            <a:r>
              <a:rPr sz="1800" b="1">
                <a:solidFill>
                  <a:srgbClr val="263238"/>
                </a:solidFill>
                <a:latin typeface="Arial"/>
                <a:ea typeface="Arial"/>
                <a:cs typeface="Arial"/>
              </a:rPr>
              <a:t>Frame 145</a:t>
            </a:r>
          </a:p>
        </p:txBody>
      </p:sp>
      <p:pic>
        <p:nvPicPr>
          <p:cNvPr id="163" name="">
            <a:extLst xmlns:a="http://schemas.openxmlformats.org/drawingml/2006/main">
              <a:ext uri="{FF2B5EF4-FFF2-40B4-BE49-F238E27FC236}">
                <a16:creationId xmlns:a16="http://schemas.microsoft.com/office/drawing/2014/main" id="{E7673E0E-84B8-4B0B-B15F-D5587D29E482}"/>
              </a:ext>
            </a:extLst>
          </p:cNvPr>
          <p:cNvPicPr>
            <a:picLocks xmlns:a="http://schemas.openxmlformats.org/drawingml/2006/main" noChangeAspect="1"/>
          </p:cNvPicPr>
          <p:nvPr/>
        </p:nvPicPr>
        <p:blipFill>
          <a:blip xmlns:r="http://schemas.openxmlformats.org/officeDocument/2006/relationships" xmlns:a="http://schemas.openxmlformats.org/drawingml/2006/main" r:embed="R41d1e6894e3e48ae"/>
          <a:stretch xmlns:a="http://schemas.openxmlformats.org/drawingml/2006/main"/>
        </p:blipFill>
        <p:spPr>
          <a:xfrm xmlns:a="http://schemas.openxmlformats.org/drawingml/2006/main">
            <a:off x="10515600" y="5972175"/>
            <a:ext cx="3238500" cy="1182053"/>
          </a:xfrm>
          <a:prstGeom xmlns:a="http://schemas.openxmlformats.org/drawingml/2006/main" prst="rect">
            <a:avLst/>
          </a:prstGeom>
        </p:spPr>
      </p:pic>
      <p:sp>
        <p:nvSpPr>
          <p:cNvPr id="164" name="line">
            <a:extLst xmlns:a="http://schemas.openxmlformats.org/drawingml/2006/main">
              <a:ext uri="{FF2B5EF4-FFF2-40B4-BE49-F238E27FC236}">
                <a16:creationId xmlns:a16="http://schemas.microsoft.com/office/drawing/2014/main" id="{06DDAACA-022F-4BE4-B30B-635E8B6591AA}"/>
              </a:ext>
            </a:extLst>
          </p:cNvPr>
          <p:cNvSpPr>
            <a:spLocks xmlns:a="http://schemas.openxmlformats.org/drawingml/2006/main" noGrp="1"/>
          </p:cNvSpPr>
          <p:nvPr/>
        </p:nvSpPr>
        <p:spPr>
          <a:xfrm xmlns:a="http://schemas.openxmlformats.org/drawingml/2006/main">
            <a:off x="10580370" y="6362040"/>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dash"/>
          </a:ln>
        </p:spPr>
      </p:sp>
      <p:sp>
        <p:nvSpPr>
          <p:cNvPr id="165" name="line">
            <a:extLst xmlns:a="http://schemas.openxmlformats.org/drawingml/2006/main">
              <a:ext uri="{FF2B5EF4-FFF2-40B4-BE49-F238E27FC236}">
                <a16:creationId xmlns:a16="http://schemas.microsoft.com/office/drawing/2014/main" id="{BF73F4B3-8D67-480A-B87F-DB221047EA57}"/>
              </a:ext>
            </a:extLst>
          </p:cNvPr>
          <p:cNvSpPr>
            <a:spLocks xmlns:a="http://schemas.openxmlformats.org/drawingml/2006/main" noGrp="1"/>
          </p:cNvSpPr>
          <p:nvPr/>
        </p:nvSpPr>
        <p:spPr>
          <a:xfrm xmlns:a="http://schemas.openxmlformats.org/drawingml/2006/main">
            <a:off x="10580370" y="6604921"/>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dash"/>
          </a:ln>
        </p:spPr>
      </p:sp>
      <p:sp>
        <p:nvSpPr>
          <p:cNvPr id="166" name="line">
            <a:extLst xmlns:a="http://schemas.openxmlformats.org/drawingml/2006/main">
              <a:ext uri="{FF2B5EF4-FFF2-40B4-BE49-F238E27FC236}">
                <a16:creationId xmlns:a16="http://schemas.microsoft.com/office/drawing/2014/main" id="{69847081-0272-43CB-81B0-59E81459ECF3}"/>
              </a:ext>
            </a:extLst>
          </p:cNvPr>
          <p:cNvSpPr>
            <a:spLocks xmlns:a="http://schemas.openxmlformats.org/drawingml/2006/main" noGrp="1"/>
          </p:cNvSpPr>
          <p:nvPr/>
        </p:nvSpPr>
        <p:spPr>
          <a:xfrm xmlns:a="http://schemas.openxmlformats.org/drawingml/2006/main">
            <a:off x="10580370" y="6899348"/>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dash"/>
          </a:ln>
        </p:spPr>
      </p:sp>
      <p:sp>
        <p:nvSpPr>
          <p:cNvPr id="167" name="line">
            <a:extLst xmlns:a="http://schemas.openxmlformats.org/drawingml/2006/main">
              <a:ext uri="{FF2B5EF4-FFF2-40B4-BE49-F238E27FC236}">
                <a16:creationId xmlns:a16="http://schemas.microsoft.com/office/drawing/2014/main" id="{0687BF0D-9D7C-4069-9645-9BD82C47617C}"/>
              </a:ext>
            </a:extLst>
          </p:cNvPr>
          <p:cNvSpPr>
            <a:spLocks xmlns:a="http://schemas.openxmlformats.org/drawingml/2006/main" noGrp="1"/>
          </p:cNvSpPr>
          <p:nvPr/>
        </p:nvSpPr>
        <p:spPr>
          <a:xfrm xmlns:a="http://schemas.openxmlformats.org/drawingml/2006/main">
            <a:off x="10580370" y="606761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68" name="line">
            <a:extLst xmlns:a="http://schemas.openxmlformats.org/drawingml/2006/main">
              <a:ext uri="{FF2B5EF4-FFF2-40B4-BE49-F238E27FC236}">
                <a16:creationId xmlns:a16="http://schemas.microsoft.com/office/drawing/2014/main" id="{28F04842-4A0C-415A-B83D-A8027DACA557}"/>
              </a:ext>
            </a:extLst>
          </p:cNvPr>
          <p:cNvSpPr>
            <a:spLocks xmlns:a="http://schemas.openxmlformats.org/drawingml/2006/main" noGrp="1"/>
          </p:cNvSpPr>
          <p:nvPr/>
        </p:nvSpPr>
        <p:spPr>
          <a:xfrm xmlns:a="http://schemas.openxmlformats.org/drawingml/2006/main">
            <a:off x="10580370" y="6362040"/>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69" name="line">
            <a:extLst xmlns:a="http://schemas.openxmlformats.org/drawingml/2006/main">
              <a:ext uri="{FF2B5EF4-FFF2-40B4-BE49-F238E27FC236}">
                <a16:creationId xmlns:a16="http://schemas.microsoft.com/office/drawing/2014/main" id="{917B0C69-4B68-4E48-8579-AD9B352E0E81}"/>
              </a:ext>
            </a:extLst>
          </p:cNvPr>
          <p:cNvSpPr>
            <a:spLocks xmlns:a="http://schemas.openxmlformats.org/drawingml/2006/main" noGrp="1"/>
          </p:cNvSpPr>
          <p:nvPr/>
        </p:nvSpPr>
        <p:spPr>
          <a:xfrm xmlns:a="http://schemas.openxmlformats.org/drawingml/2006/main">
            <a:off x="11087585" y="6067613"/>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70" name="line">
            <a:extLst xmlns:a="http://schemas.openxmlformats.org/drawingml/2006/main">
              <a:ext uri="{FF2B5EF4-FFF2-40B4-BE49-F238E27FC236}">
                <a16:creationId xmlns:a16="http://schemas.microsoft.com/office/drawing/2014/main" id="{157F8B9A-FB5D-47F8-ABAF-1C8473829799}"/>
              </a:ext>
            </a:extLst>
          </p:cNvPr>
          <p:cNvSpPr>
            <a:spLocks xmlns:a="http://schemas.openxmlformats.org/drawingml/2006/main" noGrp="1"/>
          </p:cNvSpPr>
          <p:nvPr/>
        </p:nvSpPr>
        <p:spPr>
          <a:xfrm xmlns:a="http://schemas.openxmlformats.org/drawingml/2006/main">
            <a:off x="11087585" y="6604921"/>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71" name="line">
            <a:extLst xmlns:a="http://schemas.openxmlformats.org/drawingml/2006/main">
              <a:ext uri="{FF2B5EF4-FFF2-40B4-BE49-F238E27FC236}">
                <a16:creationId xmlns:a16="http://schemas.microsoft.com/office/drawing/2014/main" id="{148C5193-8F71-4B3A-B574-E28D98E2C03B}"/>
              </a:ext>
            </a:extLst>
          </p:cNvPr>
          <p:cNvSpPr>
            <a:spLocks xmlns:a="http://schemas.openxmlformats.org/drawingml/2006/main" noGrp="1"/>
          </p:cNvSpPr>
          <p:nvPr/>
        </p:nvSpPr>
        <p:spPr>
          <a:xfrm xmlns:a="http://schemas.openxmlformats.org/drawingml/2006/main">
            <a:off x="11087585" y="6067613"/>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72" name="line">
            <a:extLst xmlns:a="http://schemas.openxmlformats.org/drawingml/2006/main">
              <a:ext uri="{FF2B5EF4-FFF2-40B4-BE49-F238E27FC236}">
                <a16:creationId xmlns:a16="http://schemas.microsoft.com/office/drawing/2014/main" id="{05AED607-706A-49DC-BEE9-FF0CE4E03EA7}"/>
              </a:ext>
            </a:extLst>
          </p:cNvPr>
          <p:cNvSpPr>
            <a:spLocks xmlns:a="http://schemas.openxmlformats.org/drawingml/2006/main" noGrp="1"/>
          </p:cNvSpPr>
          <p:nvPr/>
        </p:nvSpPr>
        <p:spPr>
          <a:xfrm xmlns:a="http://schemas.openxmlformats.org/drawingml/2006/main">
            <a:off x="13182115" y="6521481"/>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73" name="line">
            <a:extLst xmlns:a="http://schemas.openxmlformats.org/drawingml/2006/main">
              <a:ext uri="{FF2B5EF4-FFF2-40B4-BE49-F238E27FC236}">
                <a16:creationId xmlns:a16="http://schemas.microsoft.com/office/drawing/2014/main" id="{0F4E81A3-E66F-4190-A7B6-F072959C3EE0}"/>
              </a:ext>
            </a:extLst>
          </p:cNvPr>
          <p:cNvSpPr>
            <a:spLocks xmlns:a="http://schemas.openxmlformats.org/drawingml/2006/main" noGrp="1"/>
          </p:cNvSpPr>
          <p:nvPr/>
        </p:nvSpPr>
        <p:spPr>
          <a:xfrm xmlns:a="http://schemas.openxmlformats.org/drawingml/2006/main">
            <a:off x="13182115" y="676436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74" name="line">
            <a:extLst xmlns:a="http://schemas.openxmlformats.org/drawingml/2006/main">
              <a:ext uri="{FF2B5EF4-FFF2-40B4-BE49-F238E27FC236}">
                <a16:creationId xmlns:a16="http://schemas.microsoft.com/office/drawing/2014/main" id="{B48081E6-AAA1-43EF-BC3B-06C3EEAD5893}"/>
              </a:ext>
            </a:extLst>
          </p:cNvPr>
          <p:cNvSpPr>
            <a:spLocks xmlns:a="http://schemas.openxmlformats.org/drawingml/2006/main" noGrp="1"/>
          </p:cNvSpPr>
          <p:nvPr/>
        </p:nvSpPr>
        <p:spPr>
          <a:xfrm xmlns:a="http://schemas.openxmlformats.org/drawingml/2006/main">
            <a:off x="13182115" y="6227055"/>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75" name="line">
            <a:extLst xmlns:a="http://schemas.openxmlformats.org/drawingml/2006/main">
              <a:ext uri="{FF2B5EF4-FFF2-40B4-BE49-F238E27FC236}">
                <a16:creationId xmlns:a16="http://schemas.microsoft.com/office/drawing/2014/main" id="{CABD8067-0291-4CF7-9AEF-E6CA312FD5C7}"/>
              </a:ext>
            </a:extLst>
          </p:cNvPr>
          <p:cNvSpPr>
            <a:spLocks xmlns:a="http://schemas.openxmlformats.org/drawingml/2006/main" noGrp="1"/>
          </p:cNvSpPr>
          <p:nvPr/>
        </p:nvSpPr>
        <p:spPr>
          <a:xfrm xmlns:a="http://schemas.openxmlformats.org/drawingml/2006/main">
            <a:off x="13689330" y="6227055"/>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76" name="Late evolution">
            <a:extLst xmlns:a="http://schemas.openxmlformats.org/drawingml/2006/main">
              <a:ext uri="{FF2B5EF4-FFF2-40B4-BE49-F238E27FC236}">
                <a16:creationId xmlns:a16="http://schemas.microsoft.com/office/drawing/2014/main" id="{ED9AAA4A-8CE8-4FA1-944D-CDC2F9243292}"/>
              </a:ext>
            </a:extLst>
          </p:cNvPr>
          <p:cNvSpPr>
            <a:spLocks xmlns:a="http://schemas.openxmlformats.org/drawingml/2006/main" noGrp="1"/>
          </p:cNvSpPr>
          <p:nvPr/>
        </p:nvSpPr>
        <p:spPr>
          <a:xfrm xmlns:a="http://schemas.openxmlformats.org/drawingml/2006/main">
            <a:off x="10515600" y="7239953"/>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263238"/>
                </a:solidFill>
                <a:latin typeface="Arial"/>
                <a:ea typeface="Arial"/>
                <a:cs typeface="Arial"/>
              </a:defRPr>
            </a:defPPr>
            <a:lvl1pPr algn="ctr">
              <a:defRPr sz="1725" b="0">
                <a:solidFill>
                  <a:srgbClr val="263238"/>
                </a:solidFill>
                <a:latin typeface="Arial"/>
                <a:ea typeface="Arial"/>
                <a:cs typeface="Arial"/>
              </a:defRPr>
            </a:lvl1pPr>
            <a:lvl2pPr algn="ctr">
              <a:defRPr sz="1725" b="0">
                <a:solidFill>
                  <a:srgbClr val="263238"/>
                </a:solidFill>
                <a:latin typeface="Arial"/>
                <a:ea typeface="Arial"/>
                <a:cs typeface="Arial"/>
              </a:defRPr>
            </a:lvl2pPr>
            <a:lvl3pPr algn="ctr">
              <a:defRPr sz="1725" b="0">
                <a:solidFill>
                  <a:srgbClr val="263238"/>
                </a:solidFill>
                <a:latin typeface="Arial"/>
                <a:ea typeface="Arial"/>
                <a:cs typeface="Arial"/>
              </a:defRPr>
            </a:lvl3pPr>
            <a:lvl4pPr algn="ctr">
              <a:defRPr sz="1725" b="0">
                <a:solidFill>
                  <a:srgbClr val="263238"/>
                </a:solidFill>
                <a:latin typeface="Arial"/>
                <a:ea typeface="Arial"/>
                <a:cs typeface="Arial"/>
              </a:defRPr>
            </a:lvl4pPr>
            <a:lvl5pPr algn="ctr">
              <a:defRPr sz="1725" b="0">
                <a:solidFill>
                  <a:srgbClr val="263238"/>
                </a:solidFill>
                <a:latin typeface="Arial"/>
                <a:ea typeface="Arial"/>
                <a:cs typeface="Arial"/>
              </a:defRPr>
            </a:lvl5pPr>
            <a:lvl6pPr algn="ctr">
              <a:defRPr sz="1725" b="0">
                <a:solidFill>
                  <a:srgbClr val="263238"/>
                </a:solidFill>
                <a:latin typeface="Arial"/>
                <a:ea typeface="Arial"/>
                <a:cs typeface="Arial"/>
              </a:defRPr>
            </a:lvl6pPr>
            <a:lvl7pPr algn="ctr">
              <a:defRPr sz="1725" b="0">
                <a:solidFill>
                  <a:srgbClr val="263238"/>
                </a:solidFill>
                <a:latin typeface="Arial"/>
                <a:ea typeface="Arial"/>
                <a:cs typeface="Arial"/>
              </a:defRPr>
            </a:lvl7pPr>
            <a:lvl8pPr algn="ctr">
              <a:defRPr sz="1725" b="0">
                <a:solidFill>
                  <a:srgbClr val="263238"/>
                </a:solidFill>
                <a:latin typeface="Arial"/>
                <a:ea typeface="Arial"/>
                <a:cs typeface="Arial"/>
              </a:defRPr>
            </a:lvl8pPr>
            <a:lvl9pPr algn="ctr">
              <a:defRPr sz="1725" b="0">
                <a:solidFill>
                  <a:srgbClr val="263238"/>
                </a:solidFill>
                <a:latin typeface="Arial"/>
                <a:ea typeface="Arial"/>
                <a:cs typeface="Arial"/>
              </a:defRPr>
            </a:lvl9pPr>
          </a:lstStyle>
          <a:p xmlns:a="http://schemas.openxmlformats.org/drawingml/2006/main">
            <a:pPr algn="ctr">
              <a:defRPr sz="1725" b="0">
                <a:solidFill>
                  <a:srgbClr val="263238"/>
                </a:solidFill>
                <a:latin typeface="Arial"/>
                <a:ea typeface="Arial"/>
                <a:cs typeface="Arial"/>
              </a:defRPr>
            </a:pPr>
            <a:r>
              <a:rPr sz="1725" b="0">
                <a:solidFill>
                  <a:srgbClr val="263238"/>
                </a:solidFill>
                <a:latin typeface="Arial"/>
                <a:ea typeface="Arial"/>
                <a:cs typeface="Arial"/>
              </a:rPr>
              <a:t>Late evolution</a:t>
            </a:r>
          </a:p>
        </p:txBody>
      </p:sp>
      <p:sp>
        <p:nvSpPr>
          <p:cNvPr id="177" name="Frame 200">
            <a:extLst xmlns:a="http://schemas.openxmlformats.org/drawingml/2006/main">
              <a:ext uri="{FF2B5EF4-FFF2-40B4-BE49-F238E27FC236}">
                <a16:creationId xmlns:a16="http://schemas.microsoft.com/office/drawing/2014/main" id="{3F0003FF-CFA4-41DC-BCC8-DB732815ECE5}"/>
              </a:ext>
            </a:extLst>
          </p:cNvPr>
          <p:cNvSpPr>
            <a:spLocks xmlns:a="http://schemas.openxmlformats.org/drawingml/2006/main" noGrp="1"/>
          </p:cNvSpPr>
          <p:nvPr/>
        </p:nvSpPr>
        <p:spPr>
          <a:xfrm xmlns:a="http://schemas.openxmlformats.org/drawingml/2006/main">
            <a:off x="13963650" y="55911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263238"/>
                </a:solidFill>
                <a:latin typeface="Arial"/>
                <a:ea typeface="Arial"/>
                <a:cs typeface="Arial"/>
              </a:defRPr>
            </a:defPPr>
            <a:lvl1pPr algn="ctr">
              <a:defRPr sz="1800" b="1">
                <a:solidFill>
                  <a:srgbClr val="263238"/>
                </a:solidFill>
                <a:latin typeface="Arial"/>
                <a:ea typeface="Arial"/>
                <a:cs typeface="Arial"/>
              </a:defRPr>
            </a:lvl1pPr>
            <a:lvl2pPr algn="ctr">
              <a:defRPr sz="1800" b="1">
                <a:solidFill>
                  <a:srgbClr val="263238"/>
                </a:solidFill>
                <a:latin typeface="Arial"/>
                <a:ea typeface="Arial"/>
                <a:cs typeface="Arial"/>
              </a:defRPr>
            </a:lvl2pPr>
            <a:lvl3pPr algn="ctr">
              <a:defRPr sz="1800" b="1">
                <a:solidFill>
                  <a:srgbClr val="263238"/>
                </a:solidFill>
                <a:latin typeface="Arial"/>
                <a:ea typeface="Arial"/>
                <a:cs typeface="Arial"/>
              </a:defRPr>
            </a:lvl3pPr>
            <a:lvl4pPr algn="ctr">
              <a:defRPr sz="1800" b="1">
                <a:solidFill>
                  <a:srgbClr val="263238"/>
                </a:solidFill>
                <a:latin typeface="Arial"/>
                <a:ea typeface="Arial"/>
                <a:cs typeface="Arial"/>
              </a:defRPr>
            </a:lvl4pPr>
            <a:lvl5pPr algn="ctr">
              <a:defRPr sz="1800" b="1">
                <a:solidFill>
                  <a:srgbClr val="263238"/>
                </a:solidFill>
                <a:latin typeface="Arial"/>
                <a:ea typeface="Arial"/>
                <a:cs typeface="Arial"/>
              </a:defRPr>
            </a:lvl5pPr>
            <a:lvl6pPr algn="ctr">
              <a:defRPr sz="1800" b="1">
                <a:solidFill>
                  <a:srgbClr val="263238"/>
                </a:solidFill>
                <a:latin typeface="Arial"/>
                <a:ea typeface="Arial"/>
                <a:cs typeface="Arial"/>
              </a:defRPr>
            </a:lvl6pPr>
            <a:lvl7pPr algn="ctr">
              <a:defRPr sz="1800" b="1">
                <a:solidFill>
                  <a:srgbClr val="263238"/>
                </a:solidFill>
                <a:latin typeface="Arial"/>
                <a:ea typeface="Arial"/>
                <a:cs typeface="Arial"/>
              </a:defRPr>
            </a:lvl7pPr>
            <a:lvl8pPr algn="ctr">
              <a:defRPr sz="1800" b="1">
                <a:solidFill>
                  <a:srgbClr val="263238"/>
                </a:solidFill>
                <a:latin typeface="Arial"/>
                <a:ea typeface="Arial"/>
                <a:cs typeface="Arial"/>
              </a:defRPr>
            </a:lvl8pPr>
            <a:lvl9pPr algn="ctr">
              <a:defRPr sz="1800" b="1">
                <a:solidFill>
                  <a:srgbClr val="263238"/>
                </a:solidFill>
                <a:latin typeface="Arial"/>
                <a:ea typeface="Arial"/>
                <a:cs typeface="Arial"/>
              </a:defRPr>
            </a:lvl9pPr>
          </a:lstStyle>
          <a:p xmlns:a="http://schemas.openxmlformats.org/drawingml/2006/main">
            <a:pPr algn="ctr">
              <a:defRPr sz="1800" b="1">
                <a:solidFill>
                  <a:srgbClr val="263238"/>
                </a:solidFill>
                <a:latin typeface="Arial"/>
                <a:ea typeface="Arial"/>
                <a:cs typeface="Arial"/>
              </a:defRPr>
            </a:pPr>
            <a:r>
              <a:rPr sz="1800" b="1">
                <a:solidFill>
                  <a:srgbClr val="263238"/>
                </a:solidFill>
                <a:latin typeface="Arial"/>
                <a:ea typeface="Arial"/>
                <a:cs typeface="Arial"/>
              </a:rPr>
              <a:t>Frame 200</a:t>
            </a:r>
          </a:p>
        </p:txBody>
      </p:sp>
      <p:pic>
        <p:nvPicPr>
          <p:cNvPr id="178" name="">
            <a:extLst xmlns:a="http://schemas.openxmlformats.org/drawingml/2006/main">
              <a:ext uri="{FF2B5EF4-FFF2-40B4-BE49-F238E27FC236}">
                <a16:creationId xmlns:a16="http://schemas.microsoft.com/office/drawing/2014/main" id="{61186122-083B-460B-99F3-EBAB4523CAFE}"/>
              </a:ext>
            </a:extLst>
          </p:cNvPr>
          <p:cNvPicPr>
            <a:picLocks xmlns:a="http://schemas.openxmlformats.org/drawingml/2006/main" noChangeAspect="1"/>
          </p:cNvPicPr>
          <p:nvPr/>
        </p:nvPicPr>
        <p:blipFill>
          <a:blip xmlns:r="http://schemas.openxmlformats.org/officeDocument/2006/relationships" xmlns:a="http://schemas.openxmlformats.org/drawingml/2006/main" r:embed="R6449b4bbd56346a5"/>
          <a:stretch xmlns:a="http://schemas.openxmlformats.org/drawingml/2006/main"/>
        </p:blipFill>
        <p:spPr>
          <a:xfrm xmlns:a="http://schemas.openxmlformats.org/drawingml/2006/main">
            <a:off x="13963650" y="5972175"/>
            <a:ext cx="3238500" cy="1182053"/>
          </a:xfrm>
          <a:prstGeom xmlns:a="http://schemas.openxmlformats.org/drawingml/2006/main" prst="rect">
            <a:avLst/>
          </a:prstGeom>
        </p:spPr>
      </p:pic>
      <p:sp>
        <p:nvSpPr>
          <p:cNvPr id="179" name="line">
            <a:extLst xmlns:a="http://schemas.openxmlformats.org/drawingml/2006/main">
              <a:ext uri="{FF2B5EF4-FFF2-40B4-BE49-F238E27FC236}">
                <a16:creationId xmlns:a16="http://schemas.microsoft.com/office/drawing/2014/main" id="{5CE97A28-E807-41F7-921B-958F8C3411B7}"/>
              </a:ext>
            </a:extLst>
          </p:cNvPr>
          <p:cNvSpPr>
            <a:spLocks xmlns:a="http://schemas.openxmlformats.org/drawingml/2006/main" noGrp="1"/>
          </p:cNvSpPr>
          <p:nvPr/>
        </p:nvSpPr>
        <p:spPr>
          <a:xfrm xmlns:a="http://schemas.openxmlformats.org/drawingml/2006/main">
            <a:off x="14028420" y="6362040"/>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dash"/>
          </a:ln>
        </p:spPr>
      </p:sp>
      <p:sp>
        <p:nvSpPr>
          <p:cNvPr id="180" name="line">
            <a:extLst xmlns:a="http://schemas.openxmlformats.org/drawingml/2006/main">
              <a:ext uri="{FF2B5EF4-FFF2-40B4-BE49-F238E27FC236}">
                <a16:creationId xmlns:a16="http://schemas.microsoft.com/office/drawing/2014/main" id="{99C65B7A-137A-488E-B8DD-F7C0FF3426FF}"/>
              </a:ext>
            </a:extLst>
          </p:cNvPr>
          <p:cNvSpPr>
            <a:spLocks xmlns:a="http://schemas.openxmlformats.org/drawingml/2006/main" noGrp="1"/>
          </p:cNvSpPr>
          <p:nvPr/>
        </p:nvSpPr>
        <p:spPr>
          <a:xfrm xmlns:a="http://schemas.openxmlformats.org/drawingml/2006/main">
            <a:off x="14028420" y="6604921"/>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dash"/>
          </a:ln>
        </p:spPr>
      </p:sp>
      <p:sp>
        <p:nvSpPr>
          <p:cNvPr id="181" name="line">
            <a:extLst xmlns:a="http://schemas.openxmlformats.org/drawingml/2006/main">
              <a:ext uri="{FF2B5EF4-FFF2-40B4-BE49-F238E27FC236}">
                <a16:creationId xmlns:a16="http://schemas.microsoft.com/office/drawing/2014/main" id="{C26B70E7-498F-4C9D-B8D5-74155F75CD71}"/>
              </a:ext>
            </a:extLst>
          </p:cNvPr>
          <p:cNvSpPr>
            <a:spLocks xmlns:a="http://schemas.openxmlformats.org/drawingml/2006/main" noGrp="1"/>
          </p:cNvSpPr>
          <p:nvPr/>
        </p:nvSpPr>
        <p:spPr>
          <a:xfrm xmlns:a="http://schemas.openxmlformats.org/drawingml/2006/main">
            <a:off x="14028420" y="6899348"/>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dash"/>
          </a:ln>
        </p:spPr>
      </p:sp>
      <p:sp>
        <p:nvSpPr>
          <p:cNvPr id="182" name="line">
            <a:extLst xmlns:a="http://schemas.openxmlformats.org/drawingml/2006/main">
              <a:ext uri="{FF2B5EF4-FFF2-40B4-BE49-F238E27FC236}">
                <a16:creationId xmlns:a16="http://schemas.microsoft.com/office/drawing/2014/main" id="{0B323D96-8F27-4C55-9699-2E2E18E272BA}"/>
              </a:ext>
            </a:extLst>
          </p:cNvPr>
          <p:cNvSpPr>
            <a:spLocks xmlns:a="http://schemas.openxmlformats.org/drawingml/2006/main" noGrp="1"/>
          </p:cNvSpPr>
          <p:nvPr/>
        </p:nvSpPr>
        <p:spPr>
          <a:xfrm xmlns:a="http://schemas.openxmlformats.org/drawingml/2006/main">
            <a:off x="14028420" y="606761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83" name="line">
            <a:extLst xmlns:a="http://schemas.openxmlformats.org/drawingml/2006/main">
              <a:ext uri="{FF2B5EF4-FFF2-40B4-BE49-F238E27FC236}">
                <a16:creationId xmlns:a16="http://schemas.microsoft.com/office/drawing/2014/main" id="{CA8DABF5-A8D9-4A84-BAC0-575FEBC9135E}"/>
              </a:ext>
            </a:extLst>
          </p:cNvPr>
          <p:cNvSpPr>
            <a:spLocks xmlns:a="http://schemas.openxmlformats.org/drawingml/2006/main" noGrp="1"/>
          </p:cNvSpPr>
          <p:nvPr/>
        </p:nvSpPr>
        <p:spPr>
          <a:xfrm xmlns:a="http://schemas.openxmlformats.org/drawingml/2006/main">
            <a:off x="14028420" y="6362040"/>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84" name="line">
            <a:extLst xmlns:a="http://schemas.openxmlformats.org/drawingml/2006/main">
              <a:ext uri="{FF2B5EF4-FFF2-40B4-BE49-F238E27FC236}">
                <a16:creationId xmlns:a16="http://schemas.microsoft.com/office/drawing/2014/main" id="{E5EC74AC-472E-4C67-8148-88714E5FDC94}"/>
              </a:ext>
            </a:extLst>
          </p:cNvPr>
          <p:cNvSpPr>
            <a:spLocks xmlns:a="http://schemas.openxmlformats.org/drawingml/2006/main" noGrp="1"/>
          </p:cNvSpPr>
          <p:nvPr/>
        </p:nvSpPr>
        <p:spPr>
          <a:xfrm xmlns:a="http://schemas.openxmlformats.org/drawingml/2006/main">
            <a:off x="14535635" y="6067613"/>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85" name="line">
            <a:extLst xmlns:a="http://schemas.openxmlformats.org/drawingml/2006/main">
              <a:ext uri="{FF2B5EF4-FFF2-40B4-BE49-F238E27FC236}">
                <a16:creationId xmlns:a16="http://schemas.microsoft.com/office/drawing/2014/main" id="{5CAEC1E9-7974-47BB-B03E-E9EDAB8DFE76}"/>
              </a:ext>
            </a:extLst>
          </p:cNvPr>
          <p:cNvSpPr>
            <a:spLocks xmlns:a="http://schemas.openxmlformats.org/drawingml/2006/main" noGrp="1"/>
          </p:cNvSpPr>
          <p:nvPr/>
        </p:nvSpPr>
        <p:spPr>
          <a:xfrm xmlns:a="http://schemas.openxmlformats.org/drawingml/2006/main">
            <a:off x="14535635" y="6604921"/>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86" name="line">
            <a:extLst xmlns:a="http://schemas.openxmlformats.org/drawingml/2006/main">
              <a:ext uri="{FF2B5EF4-FFF2-40B4-BE49-F238E27FC236}">
                <a16:creationId xmlns:a16="http://schemas.microsoft.com/office/drawing/2014/main" id="{2255C743-08DD-49D7-BC24-CD49EB4621B1}"/>
              </a:ext>
            </a:extLst>
          </p:cNvPr>
          <p:cNvSpPr>
            <a:spLocks xmlns:a="http://schemas.openxmlformats.org/drawingml/2006/main" noGrp="1"/>
          </p:cNvSpPr>
          <p:nvPr/>
        </p:nvSpPr>
        <p:spPr>
          <a:xfrm xmlns:a="http://schemas.openxmlformats.org/drawingml/2006/main">
            <a:off x="14535635" y="6067613"/>
            <a:ext cx="2601745" cy="159442"/>
          </a:xfrm>
          <a:custGeom xmlns:a="http://schemas.openxmlformats.org/drawingml/2006/main">
            <a:pathLst>
              <a:path w="2601745" h="159442">
                <a:moveTo>
                  <a:pt x="0" y="0"/>
                </a:moveTo>
                <a:lnTo>
                  <a:pt x="2601745" y="159442"/>
                </a:lnTo>
              </a:path>
            </a:pathLst>
          </a:custGeom>
          <a:noFill xmlns:a="http://schemas.openxmlformats.org/drawingml/2006/main"/>
          <a:ln xmlns:a="http://schemas.openxmlformats.org/drawingml/2006/main" w="7144">
            <a:solidFill>
              <a:srgbClr val="96A2AA"/>
            </a:solidFill>
            <a:prstDash val="solid"/>
          </a:ln>
        </p:spPr>
      </p:sp>
      <p:sp>
        <p:nvSpPr>
          <p:cNvPr id="187" name="line">
            <a:extLst xmlns:a="http://schemas.openxmlformats.org/drawingml/2006/main">
              <a:ext uri="{FF2B5EF4-FFF2-40B4-BE49-F238E27FC236}">
                <a16:creationId xmlns:a16="http://schemas.microsoft.com/office/drawing/2014/main" id="{15D3CD7F-C412-476C-B085-792FF9A97FEF}"/>
              </a:ext>
            </a:extLst>
          </p:cNvPr>
          <p:cNvSpPr>
            <a:spLocks xmlns:a="http://schemas.openxmlformats.org/drawingml/2006/main" noGrp="1"/>
          </p:cNvSpPr>
          <p:nvPr/>
        </p:nvSpPr>
        <p:spPr>
          <a:xfrm xmlns:a="http://schemas.openxmlformats.org/drawingml/2006/main">
            <a:off x="16630165" y="6521481"/>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88" name="line">
            <a:extLst xmlns:a="http://schemas.openxmlformats.org/drawingml/2006/main">
              <a:ext uri="{FF2B5EF4-FFF2-40B4-BE49-F238E27FC236}">
                <a16:creationId xmlns:a16="http://schemas.microsoft.com/office/drawing/2014/main" id="{7340A170-3BC0-4FED-B30D-DBD15C11380B}"/>
              </a:ext>
            </a:extLst>
          </p:cNvPr>
          <p:cNvSpPr>
            <a:spLocks xmlns:a="http://schemas.openxmlformats.org/drawingml/2006/main" noGrp="1"/>
          </p:cNvSpPr>
          <p:nvPr/>
        </p:nvSpPr>
        <p:spPr>
          <a:xfrm xmlns:a="http://schemas.openxmlformats.org/drawingml/2006/main">
            <a:off x="16630165" y="6764363"/>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89" name="line">
            <a:extLst xmlns:a="http://schemas.openxmlformats.org/drawingml/2006/main">
              <a:ext uri="{FF2B5EF4-FFF2-40B4-BE49-F238E27FC236}">
                <a16:creationId xmlns:a16="http://schemas.microsoft.com/office/drawing/2014/main" id="{095405FD-B72B-4C6E-BAF6-8BDC834DFEF7}"/>
              </a:ext>
            </a:extLst>
          </p:cNvPr>
          <p:cNvSpPr>
            <a:spLocks xmlns:a="http://schemas.openxmlformats.org/drawingml/2006/main" noGrp="1"/>
          </p:cNvSpPr>
          <p:nvPr/>
        </p:nvSpPr>
        <p:spPr>
          <a:xfrm xmlns:a="http://schemas.openxmlformats.org/drawingml/2006/main">
            <a:off x="16630165" y="6227055"/>
            <a:ext cx="507215" cy="294426"/>
          </a:xfrm>
          <a:custGeom xmlns:a="http://schemas.openxmlformats.org/drawingml/2006/main">
            <a:pathLst>
              <a:path w="507215" h="294426">
                <a:moveTo>
                  <a:pt x="0" y="294426"/>
                </a:moveTo>
                <a:lnTo>
                  <a:pt x="507215" y="0"/>
                </a:lnTo>
              </a:path>
            </a:pathLst>
          </a:custGeom>
          <a:noFill xmlns:a="http://schemas.openxmlformats.org/drawingml/2006/main"/>
          <a:ln xmlns:a="http://schemas.openxmlformats.org/drawingml/2006/main" w="7144">
            <a:solidFill>
              <a:srgbClr val="96A2AA"/>
            </a:solidFill>
            <a:prstDash val="solid"/>
          </a:ln>
        </p:spPr>
      </p:sp>
      <p:sp>
        <p:nvSpPr>
          <p:cNvPr id="190" name="line">
            <a:extLst xmlns:a="http://schemas.openxmlformats.org/drawingml/2006/main">
              <a:ext uri="{FF2B5EF4-FFF2-40B4-BE49-F238E27FC236}">
                <a16:creationId xmlns:a16="http://schemas.microsoft.com/office/drawing/2014/main" id="{D616032A-FE12-4FF9-B555-E941A4104BFD}"/>
              </a:ext>
            </a:extLst>
          </p:cNvPr>
          <p:cNvSpPr>
            <a:spLocks xmlns:a="http://schemas.openxmlformats.org/drawingml/2006/main" noGrp="1"/>
          </p:cNvSpPr>
          <p:nvPr/>
        </p:nvSpPr>
        <p:spPr>
          <a:xfrm xmlns:a="http://schemas.openxmlformats.org/drawingml/2006/main">
            <a:off x="17137380" y="6227055"/>
            <a:ext cx="95" cy="537308"/>
          </a:xfrm>
          <a:custGeom xmlns:a="http://schemas.openxmlformats.org/drawingml/2006/main">
            <a:pathLst>
              <a:path w="95" h="537308">
                <a:moveTo>
                  <a:pt x="0" y="537308"/>
                </a:moveTo>
                <a:lnTo>
                  <a:pt x="0" y="0"/>
                </a:lnTo>
              </a:path>
            </a:pathLst>
          </a:custGeom>
          <a:noFill xmlns:a="http://schemas.openxmlformats.org/drawingml/2006/main"/>
          <a:ln xmlns:a="http://schemas.openxmlformats.org/drawingml/2006/main" w="7144">
            <a:solidFill>
              <a:srgbClr val="96A2AA"/>
            </a:solidFill>
            <a:prstDash val="solid"/>
          </a:ln>
        </p:spPr>
      </p:sp>
      <p:sp>
        <p:nvSpPr>
          <p:cNvPr id="191" name="Later state">
            <a:extLst xmlns:a="http://schemas.openxmlformats.org/drawingml/2006/main">
              <a:ext uri="{FF2B5EF4-FFF2-40B4-BE49-F238E27FC236}">
                <a16:creationId xmlns:a16="http://schemas.microsoft.com/office/drawing/2014/main" id="{71329298-E6BE-475F-AF18-791BDE0012AA}"/>
              </a:ext>
            </a:extLst>
          </p:cNvPr>
          <p:cNvSpPr>
            <a:spLocks xmlns:a="http://schemas.openxmlformats.org/drawingml/2006/main" noGrp="1"/>
          </p:cNvSpPr>
          <p:nvPr/>
        </p:nvSpPr>
        <p:spPr>
          <a:xfrm xmlns:a="http://schemas.openxmlformats.org/drawingml/2006/main">
            <a:off x="13963650" y="7239953"/>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263238"/>
                </a:solidFill>
                <a:latin typeface="Arial"/>
                <a:ea typeface="Arial"/>
                <a:cs typeface="Arial"/>
              </a:defRPr>
            </a:defPPr>
            <a:lvl1pPr algn="ctr">
              <a:defRPr sz="1725" b="0">
                <a:solidFill>
                  <a:srgbClr val="263238"/>
                </a:solidFill>
                <a:latin typeface="Arial"/>
                <a:ea typeface="Arial"/>
                <a:cs typeface="Arial"/>
              </a:defRPr>
            </a:lvl1pPr>
            <a:lvl2pPr algn="ctr">
              <a:defRPr sz="1725" b="0">
                <a:solidFill>
                  <a:srgbClr val="263238"/>
                </a:solidFill>
                <a:latin typeface="Arial"/>
                <a:ea typeface="Arial"/>
                <a:cs typeface="Arial"/>
              </a:defRPr>
            </a:lvl2pPr>
            <a:lvl3pPr algn="ctr">
              <a:defRPr sz="1725" b="0">
                <a:solidFill>
                  <a:srgbClr val="263238"/>
                </a:solidFill>
                <a:latin typeface="Arial"/>
                <a:ea typeface="Arial"/>
                <a:cs typeface="Arial"/>
              </a:defRPr>
            </a:lvl3pPr>
            <a:lvl4pPr algn="ctr">
              <a:defRPr sz="1725" b="0">
                <a:solidFill>
                  <a:srgbClr val="263238"/>
                </a:solidFill>
                <a:latin typeface="Arial"/>
                <a:ea typeface="Arial"/>
                <a:cs typeface="Arial"/>
              </a:defRPr>
            </a:lvl4pPr>
            <a:lvl5pPr algn="ctr">
              <a:defRPr sz="1725" b="0">
                <a:solidFill>
                  <a:srgbClr val="263238"/>
                </a:solidFill>
                <a:latin typeface="Arial"/>
                <a:ea typeface="Arial"/>
                <a:cs typeface="Arial"/>
              </a:defRPr>
            </a:lvl5pPr>
            <a:lvl6pPr algn="ctr">
              <a:defRPr sz="1725" b="0">
                <a:solidFill>
                  <a:srgbClr val="263238"/>
                </a:solidFill>
                <a:latin typeface="Arial"/>
                <a:ea typeface="Arial"/>
                <a:cs typeface="Arial"/>
              </a:defRPr>
            </a:lvl6pPr>
            <a:lvl7pPr algn="ctr">
              <a:defRPr sz="1725" b="0">
                <a:solidFill>
                  <a:srgbClr val="263238"/>
                </a:solidFill>
                <a:latin typeface="Arial"/>
                <a:ea typeface="Arial"/>
                <a:cs typeface="Arial"/>
              </a:defRPr>
            </a:lvl7pPr>
            <a:lvl8pPr algn="ctr">
              <a:defRPr sz="1725" b="0">
                <a:solidFill>
                  <a:srgbClr val="263238"/>
                </a:solidFill>
                <a:latin typeface="Arial"/>
                <a:ea typeface="Arial"/>
                <a:cs typeface="Arial"/>
              </a:defRPr>
            </a:lvl8pPr>
            <a:lvl9pPr algn="ctr">
              <a:defRPr sz="1725" b="0">
                <a:solidFill>
                  <a:srgbClr val="263238"/>
                </a:solidFill>
                <a:latin typeface="Arial"/>
                <a:ea typeface="Arial"/>
                <a:cs typeface="Arial"/>
              </a:defRPr>
            </a:lvl9pPr>
          </a:lstStyle>
          <a:p xmlns:a="http://schemas.openxmlformats.org/drawingml/2006/main">
            <a:pPr algn="ctr">
              <a:defRPr sz="1725" b="0">
                <a:solidFill>
                  <a:srgbClr val="263238"/>
                </a:solidFill>
                <a:latin typeface="Arial"/>
                <a:ea typeface="Arial"/>
                <a:cs typeface="Arial"/>
              </a:defRPr>
            </a:pPr>
            <a:r>
              <a:rPr sz="1725" b="0">
                <a:solidFill>
                  <a:srgbClr val="263238"/>
                </a:solidFill>
                <a:latin typeface="Arial"/>
                <a:ea typeface="Arial"/>
                <a:cs typeface="Arial"/>
              </a:rPr>
              <a:t>Later state</a:t>
            </a:r>
          </a:p>
        </p:txBody>
      </p:sp>
      <p:sp>
        <p:nvSpPr>
          <p:cNvPr id="192" name="At frame 100, 1/2 mark the two largest connected regions with speed below 0.6.">
            <a:extLst xmlns:a="http://schemas.openxmlformats.org/drawingml/2006/main">
              <a:ext uri="{FF2B5EF4-FFF2-40B4-BE49-F238E27FC236}">
                <a16:creationId xmlns:a16="http://schemas.microsoft.com/office/drawing/2014/main" id="{130DE8B5-8418-4D7D-8ADF-52B704E958A9}"/>
              </a:ext>
            </a:extLst>
          </p:cNvPr>
          <p:cNvSpPr>
            <a:spLocks xmlns:a="http://schemas.openxmlformats.org/drawingml/2006/main" noGrp="1"/>
          </p:cNvSpPr>
          <p:nvPr/>
        </p:nvSpPr>
        <p:spPr>
          <a:xfrm xmlns:a="http://schemas.openxmlformats.org/drawingml/2006/main">
            <a:off x="171450" y="7753350"/>
            <a:ext cx="1438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667682"/>
                </a:solidFill>
                <a:latin typeface="Arial"/>
                <a:ea typeface="Arial"/>
                <a:cs typeface="Arial"/>
              </a:defRPr>
            </a:defPPr>
            <a:lvl1pPr algn="l">
              <a:defRPr sz="1425" b="0">
                <a:solidFill>
                  <a:srgbClr val="667682"/>
                </a:solidFill>
                <a:latin typeface="Arial"/>
                <a:ea typeface="Arial"/>
                <a:cs typeface="Arial"/>
              </a:defRPr>
            </a:lvl1pPr>
            <a:lvl2pPr algn="l">
              <a:defRPr sz="1425" b="0">
                <a:solidFill>
                  <a:srgbClr val="667682"/>
                </a:solidFill>
                <a:latin typeface="Arial"/>
                <a:ea typeface="Arial"/>
                <a:cs typeface="Arial"/>
              </a:defRPr>
            </a:lvl2pPr>
            <a:lvl3pPr algn="l">
              <a:defRPr sz="1425" b="0">
                <a:solidFill>
                  <a:srgbClr val="667682"/>
                </a:solidFill>
                <a:latin typeface="Arial"/>
                <a:ea typeface="Arial"/>
                <a:cs typeface="Arial"/>
              </a:defRPr>
            </a:lvl3pPr>
            <a:lvl4pPr algn="l">
              <a:defRPr sz="1425" b="0">
                <a:solidFill>
                  <a:srgbClr val="667682"/>
                </a:solidFill>
                <a:latin typeface="Arial"/>
                <a:ea typeface="Arial"/>
                <a:cs typeface="Arial"/>
              </a:defRPr>
            </a:lvl4pPr>
            <a:lvl5pPr algn="l">
              <a:defRPr sz="1425" b="0">
                <a:solidFill>
                  <a:srgbClr val="667682"/>
                </a:solidFill>
                <a:latin typeface="Arial"/>
                <a:ea typeface="Arial"/>
                <a:cs typeface="Arial"/>
              </a:defRPr>
            </a:lvl5pPr>
            <a:lvl6pPr algn="l">
              <a:defRPr sz="1425" b="0">
                <a:solidFill>
                  <a:srgbClr val="667682"/>
                </a:solidFill>
                <a:latin typeface="Arial"/>
                <a:ea typeface="Arial"/>
                <a:cs typeface="Arial"/>
              </a:defRPr>
            </a:lvl6pPr>
            <a:lvl7pPr algn="l">
              <a:defRPr sz="1425" b="0">
                <a:solidFill>
                  <a:srgbClr val="667682"/>
                </a:solidFill>
                <a:latin typeface="Arial"/>
                <a:ea typeface="Arial"/>
                <a:cs typeface="Arial"/>
              </a:defRPr>
            </a:lvl7pPr>
            <a:lvl8pPr algn="l">
              <a:defRPr sz="1425" b="0">
                <a:solidFill>
                  <a:srgbClr val="667682"/>
                </a:solidFill>
                <a:latin typeface="Arial"/>
                <a:ea typeface="Arial"/>
                <a:cs typeface="Arial"/>
              </a:defRPr>
            </a:lvl8pPr>
            <a:lvl9pPr algn="l">
              <a:defRPr sz="1425" b="0">
                <a:solidFill>
                  <a:srgbClr val="667682"/>
                </a:solidFill>
                <a:latin typeface="Arial"/>
                <a:ea typeface="Arial"/>
                <a:cs typeface="Arial"/>
              </a:defRPr>
            </a:lvl9pPr>
          </a:lstStyle>
          <a:p xmlns:a="http://schemas.openxmlformats.org/drawingml/2006/main">
            <a:pPr algn="l">
              <a:defRPr sz="1425" b="0">
                <a:solidFill>
                  <a:srgbClr val="667682"/>
                </a:solidFill>
                <a:latin typeface="Arial"/>
                <a:ea typeface="Arial"/>
                <a:cs typeface="Arial"/>
              </a:defRPr>
            </a:pPr>
            <a:r>
              <a:rPr sz="1425" b="0">
                <a:solidFill>
                  <a:srgbClr val="667682"/>
                </a:solidFill>
                <a:latin typeface="Arial"/>
                <a:ea typeface="Arial"/>
                <a:cs typeface="Arial"/>
              </a:rPr>
              <a:t>At frame 100, 1/2 mark the two largest connected regions with speed below 0.6.</a:t>
            </a:r>
          </a:p>
        </p:txBody>
      </p:sp>
      <p:sp>
        <p:nvSpPr>
          <p:cNvPr id="193" name="A/B/C in (b) are local extremum matches. RG colors between saved frames use stable-anchor display interpolation.">
            <a:extLst xmlns:a="http://schemas.openxmlformats.org/drawingml/2006/main">
              <a:ext uri="{FF2B5EF4-FFF2-40B4-BE49-F238E27FC236}">
                <a16:creationId xmlns:a16="http://schemas.microsoft.com/office/drawing/2014/main" id="{EA773985-C7E0-4ECE-BFD0-B5A3CDA15223}"/>
              </a:ext>
            </a:extLst>
          </p:cNvPr>
          <p:cNvSpPr>
            <a:spLocks xmlns:a="http://schemas.openxmlformats.org/drawingml/2006/main" noGrp="1"/>
          </p:cNvSpPr>
          <p:nvPr/>
        </p:nvSpPr>
        <p:spPr>
          <a:xfrm xmlns:a="http://schemas.openxmlformats.org/drawingml/2006/main">
            <a:off x="171450" y="8020050"/>
            <a:ext cx="1700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667682"/>
                </a:solidFill>
                <a:latin typeface="Arial"/>
                <a:ea typeface="Arial"/>
                <a:cs typeface="Arial"/>
              </a:defRPr>
            </a:defPPr>
            <a:lvl1pPr algn="l">
              <a:defRPr sz="1350" b="0">
                <a:solidFill>
                  <a:srgbClr val="667682"/>
                </a:solidFill>
                <a:latin typeface="Arial"/>
                <a:ea typeface="Arial"/>
                <a:cs typeface="Arial"/>
              </a:defRPr>
            </a:lvl1pPr>
            <a:lvl2pPr algn="l">
              <a:defRPr sz="1350" b="0">
                <a:solidFill>
                  <a:srgbClr val="667682"/>
                </a:solidFill>
                <a:latin typeface="Arial"/>
                <a:ea typeface="Arial"/>
                <a:cs typeface="Arial"/>
              </a:defRPr>
            </a:lvl2pPr>
            <a:lvl3pPr algn="l">
              <a:defRPr sz="1350" b="0">
                <a:solidFill>
                  <a:srgbClr val="667682"/>
                </a:solidFill>
                <a:latin typeface="Arial"/>
                <a:ea typeface="Arial"/>
                <a:cs typeface="Arial"/>
              </a:defRPr>
            </a:lvl3pPr>
            <a:lvl4pPr algn="l">
              <a:defRPr sz="1350" b="0">
                <a:solidFill>
                  <a:srgbClr val="667682"/>
                </a:solidFill>
                <a:latin typeface="Arial"/>
                <a:ea typeface="Arial"/>
                <a:cs typeface="Arial"/>
              </a:defRPr>
            </a:lvl4pPr>
            <a:lvl5pPr algn="l">
              <a:defRPr sz="1350" b="0">
                <a:solidFill>
                  <a:srgbClr val="667682"/>
                </a:solidFill>
                <a:latin typeface="Arial"/>
                <a:ea typeface="Arial"/>
                <a:cs typeface="Arial"/>
              </a:defRPr>
            </a:lvl5pPr>
            <a:lvl6pPr algn="l">
              <a:defRPr sz="1350" b="0">
                <a:solidFill>
                  <a:srgbClr val="667682"/>
                </a:solidFill>
                <a:latin typeface="Arial"/>
                <a:ea typeface="Arial"/>
                <a:cs typeface="Arial"/>
              </a:defRPr>
            </a:lvl6pPr>
            <a:lvl7pPr algn="l">
              <a:defRPr sz="1350" b="0">
                <a:solidFill>
                  <a:srgbClr val="667682"/>
                </a:solidFill>
                <a:latin typeface="Arial"/>
                <a:ea typeface="Arial"/>
                <a:cs typeface="Arial"/>
              </a:defRPr>
            </a:lvl7pPr>
            <a:lvl8pPr algn="l">
              <a:defRPr sz="1350" b="0">
                <a:solidFill>
                  <a:srgbClr val="667682"/>
                </a:solidFill>
                <a:latin typeface="Arial"/>
                <a:ea typeface="Arial"/>
                <a:cs typeface="Arial"/>
              </a:defRPr>
            </a:lvl8pPr>
            <a:lvl9pPr algn="l">
              <a:defRPr sz="1350" b="0">
                <a:solidFill>
                  <a:srgbClr val="667682"/>
                </a:solidFill>
                <a:latin typeface="Arial"/>
                <a:ea typeface="Arial"/>
                <a:cs typeface="Arial"/>
              </a:defRPr>
            </a:lvl9pPr>
          </a:lstStyle>
          <a:p xmlns:a="http://schemas.openxmlformats.org/drawingml/2006/main">
            <a:pPr algn="l">
              <a:defRPr sz="1350" b="0">
                <a:solidFill>
                  <a:srgbClr val="667682"/>
                </a:solidFill>
                <a:latin typeface="Arial"/>
                <a:ea typeface="Arial"/>
                <a:cs typeface="Arial"/>
              </a:defRPr>
            </a:pPr>
            <a:r>
              <a:rPr sz="1350" b="0">
                <a:solidFill>
                  <a:srgbClr val="667682"/>
                </a:solidFill>
                <a:latin typeface="Arial"/>
                <a:ea typeface="Arial"/>
                <a:cs typeface="Arial"/>
              </a:rPr>
              <a:t>A/B/C in (b) are local extremum matches. RG colors between saved frames use stable-anchor display interpolation.</a:t>
            </a:r>
          </a:p>
        </p:txBody>
      </p:sp>
      <p:pic>
        <p:nvPicPr>
          <p:cNvPr id="194" name="">
            <a:extLst xmlns:a="http://schemas.openxmlformats.org/drawingml/2006/main">
              <a:ext uri="{FF2B5EF4-FFF2-40B4-BE49-F238E27FC236}">
                <a16:creationId xmlns:a16="http://schemas.microsoft.com/office/drawing/2014/main" id="{AB3B6A9E-A4BF-4BCB-AAE5-D95E66F824F4}"/>
              </a:ext>
            </a:extLst>
          </p:cNvPr>
          <p:cNvPicPr>
            <a:picLocks xmlns:a="http://schemas.openxmlformats.org/drawingml/2006/main" noChangeAspect="1"/>
          </p:cNvPicPr>
          <p:nvPr/>
        </p:nvPicPr>
        <p:blipFill>
          <a:blip xmlns:r="http://schemas.openxmlformats.org/officeDocument/2006/relationships" xmlns:a="http://schemas.openxmlformats.org/drawingml/2006/main" r:embed="R618cb52868e0490a"/>
          <a:stretch xmlns:a="http://schemas.openxmlformats.org/drawingml/2006/main"/>
        </p:blipFill>
        <p:spPr>
          <a:xfrm xmlns:a="http://schemas.openxmlformats.org/drawingml/2006/main">
            <a:off x="14859000" y="7706422"/>
            <a:ext cx="2286000" cy="55756"/>
          </a:xfrm>
          <a:prstGeom xmlns:a="http://schemas.openxmlformats.org/drawingml/2006/main" prst="rect">
            <a:avLst/>
          </a:prstGeom>
        </p:spPr>
      </p:pic>
      <p:sp>
        <p:nvSpPr>
          <p:cNvPr id="195" name="0">
            <a:extLst xmlns:a="http://schemas.openxmlformats.org/drawingml/2006/main">
              <a:ext uri="{FF2B5EF4-FFF2-40B4-BE49-F238E27FC236}">
                <a16:creationId xmlns:a16="http://schemas.microsoft.com/office/drawing/2014/main" id="{BFD545D2-48D7-4DA5-A08D-275AEFC9CBB4}"/>
              </a:ext>
            </a:extLst>
          </p:cNvPr>
          <p:cNvSpPr>
            <a:spLocks xmlns:a="http://schemas.openxmlformats.org/drawingml/2006/main" noGrp="1"/>
          </p:cNvSpPr>
          <p:nvPr/>
        </p:nvSpPr>
        <p:spPr>
          <a:xfrm xmlns:a="http://schemas.openxmlformats.org/drawingml/2006/main">
            <a:off x="14763750" y="78295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667682"/>
                </a:solidFill>
                <a:latin typeface="Arial"/>
                <a:ea typeface="Arial"/>
                <a:cs typeface="Arial"/>
              </a:defRPr>
            </a:defPPr>
            <a:lvl1pPr algn="l">
              <a:defRPr sz="1350" b="0">
                <a:solidFill>
                  <a:srgbClr val="667682"/>
                </a:solidFill>
                <a:latin typeface="Arial"/>
                <a:ea typeface="Arial"/>
                <a:cs typeface="Arial"/>
              </a:defRPr>
            </a:lvl1pPr>
            <a:lvl2pPr algn="l">
              <a:defRPr sz="1350" b="0">
                <a:solidFill>
                  <a:srgbClr val="667682"/>
                </a:solidFill>
                <a:latin typeface="Arial"/>
                <a:ea typeface="Arial"/>
                <a:cs typeface="Arial"/>
              </a:defRPr>
            </a:lvl2pPr>
            <a:lvl3pPr algn="l">
              <a:defRPr sz="1350" b="0">
                <a:solidFill>
                  <a:srgbClr val="667682"/>
                </a:solidFill>
                <a:latin typeface="Arial"/>
                <a:ea typeface="Arial"/>
                <a:cs typeface="Arial"/>
              </a:defRPr>
            </a:lvl3pPr>
            <a:lvl4pPr algn="l">
              <a:defRPr sz="1350" b="0">
                <a:solidFill>
                  <a:srgbClr val="667682"/>
                </a:solidFill>
                <a:latin typeface="Arial"/>
                <a:ea typeface="Arial"/>
                <a:cs typeface="Arial"/>
              </a:defRPr>
            </a:lvl4pPr>
            <a:lvl5pPr algn="l">
              <a:defRPr sz="1350" b="0">
                <a:solidFill>
                  <a:srgbClr val="667682"/>
                </a:solidFill>
                <a:latin typeface="Arial"/>
                <a:ea typeface="Arial"/>
                <a:cs typeface="Arial"/>
              </a:defRPr>
            </a:lvl5pPr>
            <a:lvl6pPr algn="l">
              <a:defRPr sz="1350" b="0">
                <a:solidFill>
                  <a:srgbClr val="667682"/>
                </a:solidFill>
                <a:latin typeface="Arial"/>
                <a:ea typeface="Arial"/>
                <a:cs typeface="Arial"/>
              </a:defRPr>
            </a:lvl6pPr>
            <a:lvl7pPr algn="l">
              <a:defRPr sz="1350" b="0">
                <a:solidFill>
                  <a:srgbClr val="667682"/>
                </a:solidFill>
                <a:latin typeface="Arial"/>
                <a:ea typeface="Arial"/>
                <a:cs typeface="Arial"/>
              </a:defRPr>
            </a:lvl7pPr>
            <a:lvl8pPr algn="l">
              <a:defRPr sz="1350" b="0">
                <a:solidFill>
                  <a:srgbClr val="667682"/>
                </a:solidFill>
                <a:latin typeface="Arial"/>
                <a:ea typeface="Arial"/>
                <a:cs typeface="Arial"/>
              </a:defRPr>
            </a:lvl8pPr>
            <a:lvl9pPr algn="l">
              <a:defRPr sz="1350" b="0">
                <a:solidFill>
                  <a:srgbClr val="667682"/>
                </a:solidFill>
                <a:latin typeface="Arial"/>
                <a:ea typeface="Arial"/>
                <a:cs typeface="Arial"/>
              </a:defRPr>
            </a:lvl9pPr>
          </a:lstStyle>
          <a:p xmlns:a="http://schemas.openxmlformats.org/drawingml/2006/main">
            <a:pPr algn="l">
              <a:defRPr sz="1350" b="0">
                <a:solidFill>
                  <a:srgbClr val="667682"/>
                </a:solidFill>
                <a:latin typeface="Arial"/>
                <a:ea typeface="Arial"/>
                <a:cs typeface="Arial"/>
              </a:defRPr>
            </a:pPr>
            <a:r>
              <a:rPr sz="1350" b="0">
                <a:solidFill>
                  <a:srgbClr val="667682"/>
                </a:solidFill>
                <a:latin typeface="Arial"/>
                <a:ea typeface="Arial"/>
                <a:cs typeface="Arial"/>
              </a:rPr>
              <a:t>0</a:t>
            </a:r>
          </a:p>
        </p:txBody>
      </p:sp>
      <p:sp>
        <p:nvSpPr>
          <p:cNvPr id="196" name="2">
            <a:extLst xmlns:a="http://schemas.openxmlformats.org/drawingml/2006/main">
              <a:ext uri="{FF2B5EF4-FFF2-40B4-BE49-F238E27FC236}">
                <a16:creationId xmlns:a16="http://schemas.microsoft.com/office/drawing/2014/main" id="{B089EC59-AE0E-4BD4-8B67-13AE86ADC4A4}"/>
              </a:ext>
            </a:extLst>
          </p:cNvPr>
          <p:cNvSpPr>
            <a:spLocks xmlns:a="http://schemas.openxmlformats.org/drawingml/2006/main" noGrp="1"/>
          </p:cNvSpPr>
          <p:nvPr/>
        </p:nvSpPr>
        <p:spPr>
          <a:xfrm xmlns:a="http://schemas.openxmlformats.org/drawingml/2006/main">
            <a:off x="16859250" y="78295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350" b="0">
                <a:solidFill>
                  <a:srgbClr val="667682"/>
                </a:solidFill>
                <a:latin typeface="Arial"/>
                <a:ea typeface="Arial"/>
                <a:cs typeface="Arial"/>
              </a:defRPr>
            </a:defPPr>
            <a:lvl1pPr algn="r">
              <a:defRPr sz="1350" b="0">
                <a:solidFill>
                  <a:srgbClr val="667682"/>
                </a:solidFill>
                <a:latin typeface="Arial"/>
                <a:ea typeface="Arial"/>
                <a:cs typeface="Arial"/>
              </a:defRPr>
            </a:lvl1pPr>
            <a:lvl2pPr algn="r">
              <a:defRPr sz="1350" b="0">
                <a:solidFill>
                  <a:srgbClr val="667682"/>
                </a:solidFill>
                <a:latin typeface="Arial"/>
                <a:ea typeface="Arial"/>
                <a:cs typeface="Arial"/>
              </a:defRPr>
            </a:lvl2pPr>
            <a:lvl3pPr algn="r">
              <a:defRPr sz="1350" b="0">
                <a:solidFill>
                  <a:srgbClr val="667682"/>
                </a:solidFill>
                <a:latin typeface="Arial"/>
                <a:ea typeface="Arial"/>
                <a:cs typeface="Arial"/>
              </a:defRPr>
            </a:lvl3pPr>
            <a:lvl4pPr algn="r">
              <a:defRPr sz="1350" b="0">
                <a:solidFill>
                  <a:srgbClr val="667682"/>
                </a:solidFill>
                <a:latin typeface="Arial"/>
                <a:ea typeface="Arial"/>
                <a:cs typeface="Arial"/>
              </a:defRPr>
            </a:lvl4pPr>
            <a:lvl5pPr algn="r">
              <a:defRPr sz="1350" b="0">
                <a:solidFill>
                  <a:srgbClr val="667682"/>
                </a:solidFill>
                <a:latin typeface="Arial"/>
                <a:ea typeface="Arial"/>
                <a:cs typeface="Arial"/>
              </a:defRPr>
            </a:lvl5pPr>
            <a:lvl6pPr algn="r">
              <a:defRPr sz="1350" b="0">
                <a:solidFill>
                  <a:srgbClr val="667682"/>
                </a:solidFill>
                <a:latin typeface="Arial"/>
                <a:ea typeface="Arial"/>
                <a:cs typeface="Arial"/>
              </a:defRPr>
            </a:lvl6pPr>
            <a:lvl7pPr algn="r">
              <a:defRPr sz="1350" b="0">
                <a:solidFill>
                  <a:srgbClr val="667682"/>
                </a:solidFill>
                <a:latin typeface="Arial"/>
                <a:ea typeface="Arial"/>
                <a:cs typeface="Arial"/>
              </a:defRPr>
            </a:lvl7pPr>
            <a:lvl8pPr algn="r">
              <a:defRPr sz="1350" b="0">
                <a:solidFill>
                  <a:srgbClr val="667682"/>
                </a:solidFill>
                <a:latin typeface="Arial"/>
                <a:ea typeface="Arial"/>
                <a:cs typeface="Arial"/>
              </a:defRPr>
            </a:lvl8pPr>
            <a:lvl9pPr algn="r">
              <a:defRPr sz="1350" b="0">
                <a:solidFill>
                  <a:srgbClr val="667682"/>
                </a:solidFill>
                <a:latin typeface="Arial"/>
                <a:ea typeface="Arial"/>
                <a:cs typeface="Arial"/>
              </a:defRPr>
            </a:lvl9pPr>
          </a:lstStyle>
          <a:p xmlns:a="http://schemas.openxmlformats.org/drawingml/2006/main">
            <a:pPr algn="r">
              <a:defRPr sz="1350" b="0">
                <a:solidFill>
                  <a:srgbClr val="667682"/>
                </a:solidFill>
                <a:latin typeface="Arial"/>
                <a:ea typeface="Arial"/>
                <a:cs typeface="Arial"/>
              </a:defRPr>
            </a:pPr>
            <a:r>
              <a:rPr sz="1350" b="0">
                <a:solidFill>
                  <a:srgbClr val="667682"/>
                </a:solidFill>
                <a:latin typeface="Arial"/>
                <a:ea typeface="Arial"/>
                <a:cs typeface="Arial"/>
              </a:rPr>
              <a:t>2</a:t>
            </a:r>
          </a:p>
        </p:txBody>
      </p:sp>
      <p:sp>
        <p:nvSpPr>
          <p:cNvPr id="197" name="Speed">
            <a:extLst xmlns:a="http://schemas.openxmlformats.org/drawingml/2006/main">
              <a:ext uri="{FF2B5EF4-FFF2-40B4-BE49-F238E27FC236}">
                <a16:creationId xmlns:a16="http://schemas.microsoft.com/office/drawing/2014/main" id="{D071A133-3A37-448E-8DE5-5C13F37B1A5F}"/>
              </a:ext>
            </a:extLst>
          </p:cNvPr>
          <p:cNvSpPr>
            <a:spLocks xmlns:a="http://schemas.openxmlformats.org/drawingml/2006/main" noGrp="1"/>
          </p:cNvSpPr>
          <p:nvPr/>
        </p:nvSpPr>
        <p:spPr>
          <a:xfrm xmlns:a="http://schemas.openxmlformats.org/drawingml/2006/main">
            <a:off x="15411450" y="78295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667682"/>
                </a:solidFill>
                <a:latin typeface="Arial"/>
                <a:ea typeface="Arial"/>
                <a:cs typeface="Arial"/>
              </a:defRPr>
            </a:defPPr>
            <a:lvl1pPr algn="ctr">
              <a:defRPr sz="1350" b="0">
                <a:solidFill>
                  <a:srgbClr val="667682"/>
                </a:solidFill>
                <a:latin typeface="Arial"/>
                <a:ea typeface="Arial"/>
                <a:cs typeface="Arial"/>
              </a:defRPr>
            </a:lvl1pPr>
            <a:lvl2pPr algn="ctr">
              <a:defRPr sz="1350" b="0">
                <a:solidFill>
                  <a:srgbClr val="667682"/>
                </a:solidFill>
                <a:latin typeface="Arial"/>
                <a:ea typeface="Arial"/>
                <a:cs typeface="Arial"/>
              </a:defRPr>
            </a:lvl2pPr>
            <a:lvl3pPr algn="ctr">
              <a:defRPr sz="1350" b="0">
                <a:solidFill>
                  <a:srgbClr val="667682"/>
                </a:solidFill>
                <a:latin typeface="Arial"/>
                <a:ea typeface="Arial"/>
                <a:cs typeface="Arial"/>
              </a:defRPr>
            </a:lvl3pPr>
            <a:lvl4pPr algn="ctr">
              <a:defRPr sz="1350" b="0">
                <a:solidFill>
                  <a:srgbClr val="667682"/>
                </a:solidFill>
                <a:latin typeface="Arial"/>
                <a:ea typeface="Arial"/>
                <a:cs typeface="Arial"/>
              </a:defRPr>
            </a:lvl4pPr>
            <a:lvl5pPr algn="ctr">
              <a:defRPr sz="1350" b="0">
                <a:solidFill>
                  <a:srgbClr val="667682"/>
                </a:solidFill>
                <a:latin typeface="Arial"/>
                <a:ea typeface="Arial"/>
                <a:cs typeface="Arial"/>
              </a:defRPr>
            </a:lvl5pPr>
            <a:lvl6pPr algn="ctr">
              <a:defRPr sz="1350" b="0">
                <a:solidFill>
                  <a:srgbClr val="667682"/>
                </a:solidFill>
                <a:latin typeface="Arial"/>
                <a:ea typeface="Arial"/>
                <a:cs typeface="Arial"/>
              </a:defRPr>
            </a:lvl6pPr>
            <a:lvl7pPr algn="ctr">
              <a:defRPr sz="1350" b="0">
                <a:solidFill>
                  <a:srgbClr val="667682"/>
                </a:solidFill>
                <a:latin typeface="Arial"/>
                <a:ea typeface="Arial"/>
                <a:cs typeface="Arial"/>
              </a:defRPr>
            </a:lvl7pPr>
            <a:lvl8pPr algn="ctr">
              <a:defRPr sz="1350" b="0">
                <a:solidFill>
                  <a:srgbClr val="667682"/>
                </a:solidFill>
                <a:latin typeface="Arial"/>
                <a:ea typeface="Arial"/>
                <a:cs typeface="Arial"/>
              </a:defRPr>
            </a:lvl8pPr>
            <a:lvl9pPr algn="ctr">
              <a:defRPr sz="1350" b="0">
                <a:solidFill>
                  <a:srgbClr val="667682"/>
                </a:solidFill>
                <a:latin typeface="Arial"/>
                <a:ea typeface="Arial"/>
                <a:cs typeface="Arial"/>
              </a:defRPr>
            </a:lvl9pPr>
          </a:lstStyle>
          <a:p xmlns:a="http://schemas.openxmlformats.org/drawingml/2006/main">
            <a:pPr algn="ctr">
              <a:defRPr sz="1350" b="0">
                <a:solidFill>
                  <a:srgbClr val="667682"/>
                </a:solidFill>
                <a:latin typeface="Arial"/>
                <a:ea typeface="Arial"/>
                <a:cs typeface="Arial"/>
              </a:defRPr>
            </a:pPr>
            <a:r>
              <a:rPr sz="1350" b="0">
                <a:solidFill>
                  <a:srgbClr val="667682"/>
                </a:solidFill>
                <a:latin typeface="Arial"/>
                <a:ea typeface="Arial"/>
                <a:cs typeface="Arial"/>
              </a:rPr>
              <a:t>Speed</a:t>
            </a:r>
          </a:p>
        </p:txBody>
      </p:sp>
    </p:spTree>
    <p:extLst>
      <p:ext uri="{BB962C8B-B14F-4D97-AF65-F5344CB8AC3E}">
        <p14:creationId xmlns:p14="http://schemas.microsoft.com/office/powerpoint/2010/main" val="1465792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2026-10-26T05:45:25.4140000Z</dcterms:created>
  <dcterms:modified xsi:type="dcterms:W3CDTF">2026-10-26T05:45:25.4140000Z</dcterms:modified>
</coreProperties>
</file>