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0538f52c74bdb" /><Relationship Type="http://schemas.openxmlformats.org/officeDocument/2006/relationships/extended-properties" Target="/docProps/app.xml" Id="R71b98a18382a4615" /><Relationship Type="http://schemas.openxmlformats.org/officeDocument/2006/relationships/officeDocument" Target="/ppt/presentation.xml" Id="R45608e9b3122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e86d428b1a4407"/>
  </p:sldMasterIdLst>
  <p:notesMasterIdLst>
    <p:notesMasterId xmlns:r="http://schemas.openxmlformats.org/officeDocument/2006/relationships" r:id="Re908ab3c971e40c6"/>
  </p:notesMasterIdLst>
  <p:sldIdLst>
    <p:sldId xmlns:r="http://schemas.openxmlformats.org/officeDocument/2006/relationships" id="256" r:id="R8cd9423682664e1f"/>
  </p:sldIdLst>
  <p:sldSz cx="178308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ee54625ce49fa" /><Relationship Type="http://schemas.openxmlformats.org/officeDocument/2006/relationships/slideMaster" Target="/ppt/slideMasters/slideMaster1.xml" Id="R1fe86d428b1a4407" /><Relationship Type="http://schemas.openxmlformats.org/officeDocument/2006/relationships/notesMaster" Target="/ppt/notesMasters/notesMaster1.xml" Id="Re908ab3c971e40c6" /><Relationship Type="http://schemas.openxmlformats.org/officeDocument/2006/relationships/presProps" Target="/ppt/presProps.xml" Id="Rcb890b9428a24ad2" /><Relationship Type="http://schemas.openxmlformats.org/officeDocument/2006/relationships/tableStyles" Target="/ppt/tableStyles.xml" Id="Rd5f601a522704be1" /><Relationship Type="http://schemas.openxmlformats.org/officeDocument/2006/relationships/slide" Target="/ppt/slides/slide1.xml" Id="R8cd942368266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d7f6b1354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66b08c57c4ed0" /><Relationship Type="http://schemas.openxmlformats.org/officeDocument/2006/relationships/notesMaster" Target="/ppt/notesMasters/notesMaster1.xml" Id="Rf526f682a7af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Vortex: 90 original 128-cubed normalized scalar volumes. Parameter budgets epsilon 0,2,5,10,20,30 percent; selected frames t=3..8. A/B identify voxel-overlap tracks 75/53. Source extrema project orthogonally in 3D to X-directed reference feet, q=X/127. Label first digit is parameter index 1..6, second digit is time index 1..6; b uses epsilon=0 identities A11..A16 and B11..B16. c retains all six time samples for each budget. d shows complete trees at t=8, with 142 leaves and depths 74,53,48,48,18,18. Diagram height is structural depth, not scalar. 3D volume rendering and 1D/2D scalar profiles share the blue/red scalar RGB transfer function. Source scalar transform display=-2*canonical join scalar. Original physical units and voxel spacing unavailable. Source 2 percent persistence simplification differs from epsilon. Epsilon=30 is solved on all 90 frames using the original frozen method and independently verified. Numerical profiles, position values, budget checks and data hashes: ../vortex_teaser_3d_v4_20261030/evidence.json, ../vortex_teaser_3d_v4_20261030/position_comparison.json, ../vortex_teaser_3d_v4_20261030/epsilon30/vorts/verification.json. Scientific input metadata: ../../../RG-MTM/code/results/volumes20261029/vorts/input_protocol.json.</a:t>
            </a:r>
          </a:p>
          <a:p xmlns:a="http://schemas.openxmlformats.org/drawingml/2006/main">
            <a:r>
              <a:t>Root-aligned display: each complete tree and its A/B leaf labels are translated vertically so the root merge node has a shared top position. Branch connectivity, vertical inter-level spacing, leaf identity, scalar merge values and depth counts are unchanged. Vertical axis now reads Levels below root (0 at the common root).</a:t>
            </a:r>
          </a:p>
          <a:p xmlns:a="http://schemas.openxmlformats.org/drawingml/2006/main">
            <a:r>
              <a:t>Layout revision: b is uniformly reduced to 82 percent and moved left, preserving volume aspect ratio and all point/projection alignment. Its axis label is q and the heading defines q=X/127, the normalized X voxel coordinate on a 128-sample axis. c/d each expand from width .072 to .08283333 of the slide, retaining all 6 parameter columns. Root-aligned topology, scalar values and labels retain their scientific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331931a8f42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b6297625f4d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a40d1808b4c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e286e187943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20b36bf1640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bc8e75e3544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E73BB0-9066-4ABF-B483-6B36A80B2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83080" y="3108960"/>
            <a:ext cx="1426464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7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F6A184-2B82-45CF-9D33-81A5A89055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74620" y="4526280"/>
            <a:ext cx="1248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0A6D1D-598B-4379-AC22-6147A7101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83080" y="3429000"/>
            <a:ext cx="14264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9857B6-6944-428D-9A5B-7BEF03BC8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2983" y="640080"/>
            <a:ext cx="15824835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182688-6185-46CB-B776-7B231FF557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2983" y="2286000"/>
            <a:ext cx="15824835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BA8745-BEC0-4E74-924E-5698F96F8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2983" y="640080"/>
            <a:ext cx="15824835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F5F0D9-1DE6-4ED2-B656-1C1254F44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2983" y="2286000"/>
            <a:ext cx="7355205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8E8BF8-0FF5-4A42-812F-B2CC3A0F6B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72612" y="2286000"/>
            <a:ext cx="7355205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5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F7FF1-20FD-4CDA-B46B-E75C16A4E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2983" y="640080"/>
            <a:ext cx="15824835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D027DB-324A-464E-A6C7-DA90DAC97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2983" y="2286000"/>
            <a:ext cx="7355205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3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400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058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3736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0312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6888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83464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200400" indent="-274320" algn="l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  <a:defRPr sz="27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90130ae8bf4eb8" /><Relationship Type="http://schemas.openxmlformats.org/officeDocument/2006/relationships/slideLayout" Target="/ppt/slideLayouts/slideLayout1.xml" Id="R1ae47fb0f1be48f3" /><Relationship Type="http://schemas.openxmlformats.org/officeDocument/2006/relationships/slideLayout" Target="/ppt/slideLayouts/slideLayout2.xml" Id="Raa4d702374f54af1" /><Relationship Type="http://schemas.openxmlformats.org/officeDocument/2006/relationships/slideLayout" Target="/ppt/slideLayouts/slideLayout3.xml" Id="Rdb1eeffff41f4664" /><Relationship Type="http://schemas.openxmlformats.org/officeDocument/2006/relationships/slideLayout" Target="/ppt/slideLayouts/slideLayout4.xml" Id="Rdd73f1ecceeb4329" /><Relationship Type="http://schemas.openxmlformats.org/officeDocument/2006/relationships/slideLayout" Target="/ppt/slideLayouts/slideLayout5.xml" Id="R446e54067b7846f9" /><Relationship Type="http://schemas.openxmlformats.org/officeDocument/2006/relationships/slideLayout" Target="/ppt/slideLayouts/slideLayout6.xml" Id="Rfc59fb5eae9a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e47fb0f1be48f3"/>
    <p:sldLayoutId xmlns:r="http://schemas.openxmlformats.org/officeDocument/2006/relationships" id="2147483650" r:id="Raa4d702374f54af1"/>
    <p:sldLayoutId xmlns:r="http://schemas.openxmlformats.org/officeDocument/2006/relationships" id="2147483651" r:id="Rdb1eeffff41f4664"/>
    <p:sldLayoutId xmlns:r="http://schemas.openxmlformats.org/officeDocument/2006/relationships" id="2147483652" r:id="Rdd73f1ecceeb4329"/>
    <p:sldLayoutId xmlns:r="http://schemas.openxmlformats.org/officeDocument/2006/relationships" id="2147483653" r:id="R446e54067b7846f9"/>
    <p:sldLayoutId xmlns:r="http://schemas.openxmlformats.org/officeDocument/2006/relationships" id="2147483654" r:id="Rfc59fb5eae9a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3ed131df44560" /><Relationship Type="http://schemas.openxmlformats.org/officeDocument/2006/relationships/image" Target="/ppt/media/image.png" Id="R49d5c35d348048ab" /><Relationship Type="http://schemas.openxmlformats.org/officeDocument/2006/relationships/image" Target="/ppt/media/image2.png" Id="R31656baa31424ab7" /><Relationship Type="http://schemas.openxmlformats.org/officeDocument/2006/relationships/image" Target="/ppt/media/image3.png" Id="R99f6ebd663884207" /><Relationship Type="http://schemas.openxmlformats.org/officeDocument/2006/relationships/image" Target="/ppt/media/image4.png" Id="Ra064f4a180c24c5f" /><Relationship Type="http://schemas.openxmlformats.org/officeDocument/2006/relationships/image" Target="/ppt/media/image5.png" Id="Re8c101a03b1049c7" /><Relationship Type="http://schemas.openxmlformats.org/officeDocument/2006/relationships/image" Target="/ppt/media/image6.png" Id="R84d4bfbea25045db" /><Relationship Type="http://schemas.openxmlformats.org/officeDocument/2006/relationships/image" Target="/ppt/media/image7.png" Id="Re0bc7433b2b4446f" /><Relationship Type="http://schemas.openxmlformats.org/officeDocument/2006/relationships/image" Target="/ppt/media/image8.png" Id="Re4857d83d9ff4df0" /><Relationship Type="http://schemas.openxmlformats.org/officeDocument/2006/relationships/image" Target="/ppt/media/image9.png" Id="R432380f21c864894" /><Relationship Type="http://schemas.openxmlformats.org/officeDocument/2006/relationships/image" Target="/ppt/media/image10.png" Id="R824fd983c0514f90" /><Relationship Type="http://schemas.openxmlformats.org/officeDocument/2006/relationships/image" Target="/ppt/media/image11.png" Id="Rc1396b0d5a9c4f47" /><Relationship Type="http://schemas.openxmlformats.org/officeDocument/2006/relationships/image" Target="/ppt/media/image12.png" Id="Rfa08cd0eaf294336" /><Relationship Type="http://schemas.openxmlformats.org/officeDocument/2006/relationships/image" Target="/ppt/media/image13.png" Id="Re932c2628ae344b5" /><Relationship Type="http://schemas.openxmlformats.org/officeDocument/2006/relationships/image" Target="/ppt/media/image14.png" Id="Rff6a6e79f9ef494a" /><Relationship Type="http://schemas.openxmlformats.org/officeDocument/2006/relationships/image" Target="/ppt/media/image15.png" Id="Rc62a984689b7450a" /><Relationship Type="http://schemas.openxmlformats.org/officeDocument/2006/relationships/image" Target="/ppt/media/image16.png" Id="Rfd7cc4bab48a4b7e" /><Relationship Type="http://schemas.openxmlformats.org/officeDocument/2006/relationships/image" Target="/ppt/media/image17.png" Id="Rdbf4d0931e7d489a" /><Relationship Type="http://schemas.openxmlformats.org/officeDocument/2006/relationships/image" Target="/ppt/media/image18.png" Id="R177f5241403c4ebc" /><Relationship Type="http://schemas.openxmlformats.org/officeDocument/2006/relationships/image" Target="/ppt/media/image19.png" Id="R87e35b737e734401" /><Relationship Type="http://schemas.openxmlformats.org/officeDocument/2006/relationships/image" Target="/ppt/media/image20.png" Id="R889c6266d1ea4fd1" /><Relationship Type="http://schemas.openxmlformats.org/officeDocument/2006/relationships/notesSlide" Target="/ppt/notesSlides/notesSlide1.xml" Id="R5c6a7073154c41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89" name="">
            <a:extLst xmlns:a="http://schemas.openxmlformats.org/drawingml/2006/main">
              <a:ext uri="{FF2B5EF4-FFF2-40B4-BE49-F238E27FC236}">
                <a16:creationId xmlns:a16="http://schemas.microsoft.com/office/drawing/2014/main" id="{C8494ED1-BDBE-4527-93D4-5E4CEBF85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5c35d348048ab"/>
          <a:stretch xmlns:a="http://schemas.openxmlformats.org/drawingml/2006/main"/>
        </p:blipFill>
        <p:spPr>
          <a:xfrm xmlns:a="http://schemas.openxmlformats.org/drawingml/2006/main">
            <a:off x="891540" y="411480"/>
            <a:ext cx="15533370" cy="115339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FE71A-4067-4F0C-B39B-EB6BEAF82E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56baa31424ab7"/>
          <a:stretch xmlns:a="http://schemas.openxmlformats.org/drawingml/2006/main"/>
        </p:blipFill>
        <p:spPr>
          <a:xfrm xmlns:a="http://schemas.openxmlformats.org/drawingml/2006/main">
            <a:off x="16742872" y="411480"/>
            <a:ext cx="162098" cy="115339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804E4-0231-44E5-A744-1083DA9C57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6ebd663884207"/>
          <a:stretch xmlns:a="http://schemas.openxmlformats.org/drawingml/2006/main"/>
        </p:blipFill>
        <p:spPr>
          <a:xfrm xmlns:a="http://schemas.openxmlformats.org/drawingml/2006/main">
            <a:off x="178308" y="2580682"/>
            <a:ext cx="1536254" cy="153881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32AD-2659-430B-8832-B49B4BF03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4f4a180c24c5f"/>
          <a:stretch xmlns:a="http://schemas.openxmlformats.org/drawingml/2006/main"/>
        </p:blipFill>
        <p:spPr>
          <a:xfrm xmlns:a="http://schemas.openxmlformats.org/drawingml/2006/main">
            <a:off x="1727343" y="2519335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5DC17-0900-40F6-8DE8-86EC14FBC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101a03b1049c7"/>
          <a:stretch xmlns:a="http://schemas.openxmlformats.org/drawingml/2006/main"/>
        </p:blipFill>
        <p:spPr>
          <a:xfrm xmlns:a="http://schemas.openxmlformats.org/drawingml/2006/main">
            <a:off x="2164447" y="2580682"/>
            <a:ext cx="1538810" cy="153881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8C74E-4205-4B59-B6EB-65D505F57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4bfbea25045db"/>
          <a:stretch xmlns:a="http://schemas.openxmlformats.org/drawingml/2006/main"/>
        </p:blipFill>
        <p:spPr>
          <a:xfrm xmlns:a="http://schemas.openxmlformats.org/drawingml/2006/main">
            <a:off x="3716038" y="2519335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A72F4-DBEB-4CFC-BF35-2F0332A65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c7433b2b4446f"/>
          <a:stretch xmlns:a="http://schemas.openxmlformats.org/drawingml/2006/main"/>
        </p:blipFill>
        <p:spPr>
          <a:xfrm xmlns:a="http://schemas.openxmlformats.org/drawingml/2006/main">
            <a:off x="4153142" y="2580682"/>
            <a:ext cx="1538810" cy="153881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6CA53-42BA-4976-AB83-A1608B3D0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57d83d9ff4df0"/>
          <a:stretch xmlns:a="http://schemas.openxmlformats.org/drawingml/2006/main"/>
        </p:blipFill>
        <p:spPr>
          <a:xfrm xmlns:a="http://schemas.openxmlformats.org/drawingml/2006/main">
            <a:off x="5704734" y="2519335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376DF-70F4-49B7-8F21-F125500B2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380f21c864894"/>
          <a:stretch xmlns:a="http://schemas.openxmlformats.org/drawingml/2006/main"/>
        </p:blipFill>
        <p:spPr>
          <a:xfrm xmlns:a="http://schemas.openxmlformats.org/drawingml/2006/main">
            <a:off x="178308" y="5065274"/>
            <a:ext cx="1536254" cy="15388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56378-A788-4444-9EFD-2A0219714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fd983c0514f90"/>
          <a:stretch xmlns:a="http://schemas.openxmlformats.org/drawingml/2006/main"/>
        </p:blipFill>
        <p:spPr>
          <a:xfrm xmlns:a="http://schemas.openxmlformats.org/drawingml/2006/main">
            <a:off x="1727343" y="5003926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4CA50-E801-473A-A904-89603AE16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96b0d5a9c4f47"/>
          <a:stretch xmlns:a="http://schemas.openxmlformats.org/drawingml/2006/main"/>
        </p:blipFill>
        <p:spPr>
          <a:xfrm xmlns:a="http://schemas.openxmlformats.org/drawingml/2006/main">
            <a:off x="2164447" y="5065274"/>
            <a:ext cx="1538810" cy="153881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B6DDA-46FC-4F44-B645-43317C26AC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8cd0eaf294336"/>
          <a:stretch xmlns:a="http://schemas.openxmlformats.org/drawingml/2006/main"/>
        </p:blipFill>
        <p:spPr>
          <a:xfrm xmlns:a="http://schemas.openxmlformats.org/drawingml/2006/main">
            <a:off x="3716038" y="5003926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99C40-5FC5-4A74-BB4D-91FF0267F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2c2628ae344b5"/>
          <a:stretch xmlns:a="http://schemas.openxmlformats.org/drawingml/2006/main"/>
        </p:blipFill>
        <p:spPr>
          <a:xfrm xmlns:a="http://schemas.openxmlformats.org/drawingml/2006/main">
            <a:off x="4153142" y="5065274"/>
            <a:ext cx="1538810" cy="153881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010BF-AC96-465C-ADE9-EAED52F57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a6e79f9ef494a"/>
          <a:stretch xmlns:a="http://schemas.openxmlformats.org/drawingml/2006/main"/>
        </p:blipFill>
        <p:spPr>
          <a:xfrm xmlns:a="http://schemas.openxmlformats.org/drawingml/2006/main">
            <a:off x="5704734" y="5003926"/>
            <a:ext cx="132920" cy="1566928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D2B1-EF96-43C9-8796-1B2AA107C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a984689b7450a"/>
          <a:stretch xmlns:a="http://schemas.openxmlformats.org/drawingml/2006/main"/>
        </p:blipFill>
        <p:spPr>
          <a:xfrm xmlns:a="http://schemas.openxmlformats.org/drawingml/2006/main">
            <a:off x="7220039" y="2524991"/>
            <a:ext cx="1481145" cy="2101042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3A5C4-8E4B-4EED-9032-9219F6B000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cc4bab48a4b7e"/>
          <a:stretch xmlns:a="http://schemas.openxmlformats.org/drawingml/2006/main"/>
        </p:blipFill>
        <p:spPr>
          <a:xfrm xmlns:a="http://schemas.openxmlformats.org/drawingml/2006/main">
            <a:off x="8875189" y="2524991"/>
            <a:ext cx="1481145" cy="2101042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843E0-9AA0-41F7-9B6F-E500554B0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4d0931e7d489a"/>
          <a:stretch xmlns:a="http://schemas.openxmlformats.org/drawingml/2006/main"/>
        </p:blipFill>
        <p:spPr>
          <a:xfrm xmlns:a="http://schemas.openxmlformats.org/drawingml/2006/main">
            <a:off x="10530338" y="2524991"/>
            <a:ext cx="1481145" cy="2101042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F534C-B07F-481E-B21E-EF38EB025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f5241403c4ebc"/>
          <a:stretch xmlns:a="http://schemas.openxmlformats.org/drawingml/2006/main"/>
        </p:blipFill>
        <p:spPr>
          <a:xfrm xmlns:a="http://schemas.openxmlformats.org/drawingml/2006/main">
            <a:off x="12185487" y="2524991"/>
            <a:ext cx="1481145" cy="2101042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0B92F-9752-4465-A511-F92BF9281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35b737e734401"/>
          <a:stretch xmlns:a="http://schemas.openxmlformats.org/drawingml/2006/main"/>
        </p:blipFill>
        <p:spPr>
          <a:xfrm xmlns:a="http://schemas.openxmlformats.org/drawingml/2006/main">
            <a:off x="13840636" y="2524991"/>
            <a:ext cx="1481145" cy="2101042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7F3B0-DDDD-4562-935D-4D8616A99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c6266d1ea4fd1"/>
          <a:stretch xmlns:a="http://schemas.openxmlformats.org/drawingml/2006/main"/>
        </p:blipFill>
        <p:spPr>
          <a:xfrm xmlns:a="http://schemas.openxmlformats.org/drawingml/2006/main">
            <a:off x="15495786" y="2524991"/>
            <a:ext cx="1481145" cy="2101042"/>
          </a:xfrm>
          <a:prstGeom xmlns:a="http://schemas.openxmlformats.org/drawingml/2006/main" prst="rect">
            <a:avLst/>
          </a:prstGeom>
        </p:spPr>
      </p:pic>
      <p:sp>
        <p:nvSpPr>
          <p:cNvPr id="21" name="a-overview-path-0008">
            <a:extLst xmlns:a="http://schemas.openxmlformats.org/drawingml/2006/main">
              <a:ext uri="{FF2B5EF4-FFF2-40B4-BE49-F238E27FC236}">
                <a16:creationId xmlns:a16="http://schemas.microsoft.com/office/drawing/2014/main" id="{7F91399D-09DD-4428-AA2E-BE7BE8B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28" y="411480"/>
            <a:ext cx="1035375" cy="1152144"/>
          </a:xfrm>
          <a:custGeom xmlns:a="http://schemas.openxmlformats.org/drawingml/2006/main">
            <a:pathLst>
              <a:path w="1035375" h="1152144">
                <a:moveTo>
                  <a:pt x="0" y="1152144"/>
                </a:moveTo>
                <a:lnTo>
                  <a:pt x="1035375" y="1152144"/>
                </a:lnTo>
                <a:lnTo>
                  <a:pt x="103537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a-overview-path-0009">
            <a:extLst xmlns:a="http://schemas.openxmlformats.org/drawingml/2006/main">
              <a:ext uri="{FF2B5EF4-FFF2-40B4-BE49-F238E27FC236}">
                <a16:creationId xmlns:a16="http://schemas.microsoft.com/office/drawing/2014/main" id="{77A68A7E-A645-4D0C-9FCF-1C257A6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28" y="411480"/>
            <a:ext cx="1035375" cy="1152144"/>
          </a:xfrm>
          <a:custGeom xmlns:a="http://schemas.openxmlformats.org/drawingml/2006/main">
            <a:pathLst>
              <a:path w="1035375" h="1152144">
                <a:moveTo>
                  <a:pt x="0" y="1152144"/>
                </a:moveTo>
                <a:lnTo>
                  <a:pt x="1035375" y="1152144"/>
                </a:lnTo>
                <a:lnTo>
                  <a:pt x="103537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57800"/>
            </a:solidFill>
            <a:prstDash val="solid"/>
          </a:ln>
        </p:spPr>
      </p:sp>
      <p:sp>
        <p:nvSpPr>
          <p:cNvPr id="23" name="a-overview-path-0001 white halo">
            <a:extLst xmlns:a="http://schemas.openxmlformats.org/drawingml/2006/main">
              <a:ext uri="{FF2B5EF4-FFF2-40B4-BE49-F238E27FC236}">
                <a16:creationId xmlns:a16="http://schemas.microsoft.com/office/drawing/2014/main" id="{C102E22E-F72F-4425-A043-AEDB4D0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09" y="434727"/>
            <a:ext cx="862813" cy="81609"/>
          </a:xfrm>
          <a:custGeom xmlns:a="http://schemas.openxmlformats.org/drawingml/2006/main">
            <a:pathLst>
              <a:path w="862813" h="81609">
                <a:moveTo>
                  <a:pt x="0" y="8946"/>
                </a:moveTo>
                <a:lnTo>
                  <a:pt x="172563" y="81609"/>
                </a:lnTo>
                <a:lnTo>
                  <a:pt x="345125" y="17898"/>
                </a:lnTo>
                <a:lnTo>
                  <a:pt x="517688" y="5831"/>
                </a:lnTo>
                <a:lnTo>
                  <a:pt x="690250" y="11767"/>
                </a:lnTo>
                <a:lnTo>
                  <a:pt x="862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a-overview-path-0001">
            <a:extLst xmlns:a="http://schemas.openxmlformats.org/drawingml/2006/main">
              <a:ext uri="{FF2B5EF4-FFF2-40B4-BE49-F238E27FC236}">
                <a16:creationId xmlns:a16="http://schemas.microsoft.com/office/drawing/2014/main" id="{039FF75F-5CE0-44CF-B276-9D5848F7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09" y="434727"/>
            <a:ext cx="862813" cy="81609"/>
          </a:xfrm>
          <a:custGeom xmlns:a="http://schemas.openxmlformats.org/drawingml/2006/main">
            <a:pathLst>
              <a:path w="862813" h="81609">
                <a:moveTo>
                  <a:pt x="0" y="8946"/>
                </a:moveTo>
                <a:lnTo>
                  <a:pt x="172563" y="81609"/>
                </a:lnTo>
                <a:lnTo>
                  <a:pt x="345125" y="17898"/>
                </a:lnTo>
                <a:lnTo>
                  <a:pt x="517688" y="5831"/>
                </a:lnTo>
                <a:lnTo>
                  <a:pt x="690250" y="11767"/>
                </a:lnTo>
                <a:lnTo>
                  <a:pt x="8628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D8300"/>
            </a:solidFill>
            <a:prstDash val="solid"/>
          </a:ln>
        </p:spPr>
      </p:sp>
      <p:sp>
        <p:nvSpPr>
          <p:cNvPr id="25" name="a-overview-path-0003 white halo">
            <a:extLst xmlns:a="http://schemas.openxmlformats.org/drawingml/2006/main">
              <a:ext uri="{FF2B5EF4-FFF2-40B4-BE49-F238E27FC236}">
                <a16:creationId xmlns:a16="http://schemas.microsoft.com/office/drawing/2014/main" id="{4B446FDE-B98A-4B63-AC4E-4B7A7A4C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09" y="1395985"/>
            <a:ext cx="862813" cy="91181"/>
          </a:xfrm>
          <a:custGeom xmlns:a="http://schemas.openxmlformats.org/drawingml/2006/main">
            <a:pathLst>
              <a:path w="862813" h="91181">
                <a:moveTo>
                  <a:pt x="0" y="29053"/>
                </a:moveTo>
                <a:lnTo>
                  <a:pt x="172563" y="0"/>
                </a:lnTo>
                <a:lnTo>
                  <a:pt x="345125" y="33254"/>
                </a:lnTo>
                <a:lnTo>
                  <a:pt x="517688" y="82677"/>
                </a:lnTo>
                <a:lnTo>
                  <a:pt x="690250" y="48406"/>
                </a:lnTo>
                <a:lnTo>
                  <a:pt x="862813" y="9118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" name="a-overview-path-0003">
            <a:extLst xmlns:a="http://schemas.openxmlformats.org/drawingml/2006/main">
              <a:ext uri="{FF2B5EF4-FFF2-40B4-BE49-F238E27FC236}">
                <a16:creationId xmlns:a16="http://schemas.microsoft.com/office/drawing/2014/main" id="{0E01D5AF-0728-4363-9E9A-50F55F3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09" y="1395985"/>
            <a:ext cx="862813" cy="91181"/>
          </a:xfrm>
          <a:custGeom xmlns:a="http://schemas.openxmlformats.org/drawingml/2006/main">
            <a:pathLst>
              <a:path w="862813" h="91181">
                <a:moveTo>
                  <a:pt x="0" y="29053"/>
                </a:moveTo>
                <a:lnTo>
                  <a:pt x="172563" y="0"/>
                </a:lnTo>
                <a:lnTo>
                  <a:pt x="345125" y="33254"/>
                </a:lnTo>
                <a:lnTo>
                  <a:pt x="517688" y="82677"/>
                </a:lnTo>
                <a:lnTo>
                  <a:pt x="690250" y="48406"/>
                </a:lnTo>
                <a:lnTo>
                  <a:pt x="862813" y="9118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2C87"/>
            </a:solidFill>
            <a:prstDash val="solid"/>
          </a:ln>
        </p:spPr>
      </p:sp>
      <p:sp>
        <p:nvSpPr>
          <p:cNvPr id="27" name="a-overview-marker-0002">
            <a:extLst xmlns:a="http://schemas.openxmlformats.org/drawingml/2006/main">
              <a:ext uri="{FF2B5EF4-FFF2-40B4-BE49-F238E27FC236}">
                <a16:creationId xmlns:a16="http://schemas.microsoft.com/office/drawing/2014/main" id="{208FC8B6-CB7F-4756-9DD1-2785535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746" y="40615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a-overview-marker-0004">
            <a:extLst xmlns:a="http://schemas.openxmlformats.org/drawingml/2006/main">
              <a:ext uri="{FF2B5EF4-FFF2-40B4-BE49-F238E27FC236}">
                <a16:creationId xmlns:a16="http://schemas.microsoft.com/office/drawing/2014/main" id="{74D38FFA-829D-452F-B6D7-9DEDC5D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746" y="145859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a-overview-path-0012">
            <a:extLst xmlns:a="http://schemas.openxmlformats.org/drawingml/2006/main">
              <a:ext uri="{FF2B5EF4-FFF2-40B4-BE49-F238E27FC236}">
                <a16:creationId xmlns:a16="http://schemas.microsoft.com/office/drawing/2014/main" id="{0C7D46EB-14B9-4FC3-B392-69D78AC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1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" name="a-overview-path-0014">
            <a:extLst xmlns:a="http://schemas.openxmlformats.org/drawingml/2006/main">
              <a:ext uri="{FF2B5EF4-FFF2-40B4-BE49-F238E27FC236}">
                <a16:creationId xmlns:a16="http://schemas.microsoft.com/office/drawing/2014/main" id="{DCA1F6F9-5E32-49E7-A1FE-6A29D9FD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259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1" name="a-overview-path-0016">
            <a:extLst xmlns:a="http://schemas.openxmlformats.org/drawingml/2006/main">
              <a:ext uri="{FF2B5EF4-FFF2-40B4-BE49-F238E27FC236}">
                <a16:creationId xmlns:a16="http://schemas.microsoft.com/office/drawing/2014/main" id="{BBA9DBB8-8026-4CB8-9CBA-88C7AA1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697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2" name="a-overview-path-0018">
            <a:extLst xmlns:a="http://schemas.openxmlformats.org/drawingml/2006/main">
              <a:ext uri="{FF2B5EF4-FFF2-40B4-BE49-F238E27FC236}">
                <a16:creationId xmlns:a16="http://schemas.microsoft.com/office/drawing/2014/main" id="{8404652A-D2F4-4A35-8E1F-44F70988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135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3" name="a-overview-path-0020">
            <a:extLst xmlns:a="http://schemas.openxmlformats.org/drawingml/2006/main">
              <a:ext uri="{FF2B5EF4-FFF2-40B4-BE49-F238E27FC236}">
                <a16:creationId xmlns:a16="http://schemas.microsoft.com/office/drawing/2014/main" id="{9A1350BE-E776-4713-9D30-3D8D55D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572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4" name="a-overview-path-0022">
            <a:extLst xmlns:a="http://schemas.openxmlformats.org/drawingml/2006/main">
              <a:ext uri="{FF2B5EF4-FFF2-40B4-BE49-F238E27FC236}">
                <a16:creationId xmlns:a16="http://schemas.microsoft.com/office/drawing/2014/main" id="{088F5158-C465-4208-A954-B6F77B1C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0010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5" name="a-overview-path-0024">
            <a:extLst xmlns:a="http://schemas.openxmlformats.org/drawingml/2006/main">
              <a:ext uri="{FF2B5EF4-FFF2-40B4-BE49-F238E27FC236}">
                <a16:creationId xmlns:a16="http://schemas.microsoft.com/office/drawing/2014/main" id="{E565335F-162F-4E3F-BE74-CB5FA3F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886" y="1563624"/>
            <a:ext cx="476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6" name="a-overview-path-0027">
            <a:extLst xmlns:a="http://schemas.openxmlformats.org/drawingml/2006/main">
              <a:ext uri="{FF2B5EF4-FFF2-40B4-BE49-F238E27FC236}">
                <a16:creationId xmlns:a16="http://schemas.microsoft.com/office/drawing/2014/main" id="{0A0A1D00-E09A-4919-9123-9B096260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" y="1563624"/>
            <a:ext cx="28575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7" name="a-overview-path-0029">
            <a:extLst xmlns:a="http://schemas.openxmlformats.org/drawingml/2006/main">
              <a:ext uri="{FF2B5EF4-FFF2-40B4-BE49-F238E27FC236}">
                <a16:creationId xmlns:a16="http://schemas.microsoft.com/office/drawing/2014/main" id="{D3B7DDAF-93F5-45CD-8983-8A2881E9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" y="987552"/>
            <a:ext cx="28575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8" name="a-overview-path-0031">
            <a:extLst xmlns:a="http://schemas.openxmlformats.org/drawingml/2006/main">
              <a:ext uri="{FF2B5EF4-FFF2-40B4-BE49-F238E27FC236}">
                <a16:creationId xmlns:a16="http://schemas.microsoft.com/office/drawing/2014/main" id="{9A1E18AA-68A5-49F8-9611-19ED5B27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" y="411480"/>
            <a:ext cx="28575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9" name="a-overview-path-0010">
            <a:extLst xmlns:a="http://schemas.openxmlformats.org/drawingml/2006/main">
              <a:ext uri="{FF2B5EF4-FFF2-40B4-BE49-F238E27FC236}">
                <a16:creationId xmlns:a16="http://schemas.microsoft.com/office/drawing/2014/main" id="{7378B143-F609-4EF6-877B-5694D77C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" y="411480"/>
            <a:ext cx="476" cy="1152144"/>
          </a:xfrm>
          <a:custGeom xmlns:a="http://schemas.openxmlformats.org/drawingml/2006/main">
            <a:pathLst>
              <a:path w="476" h="1152144">
                <a:moveTo>
                  <a:pt x="0" y="11521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40" name="a-overview-path-0011">
            <a:extLst xmlns:a="http://schemas.openxmlformats.org/drawingml/2006/main">
              <a:ext uri="{FF2B5EF4-FFF2-40B4-BE49-F238E27FC236}">
                <a16:creationId xmlns:a16="http://schemas.microsoft.com/office/drawing/2014/main" id="{1E623B7F-F18B-47A3-BC14-6A23D3A6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" y="1563624"/>
            <a:ext cx="15530627" cy="476"/>
          </a:xfrm>
          <a:custGeom xmlns:a="http://schemas.openxmlformats.org/drawingml/2006/main">
            <a:pathLst>
              <a:path w="15530627" h="476">
                <a:moveTo>
                  <a:pt x="0" y="0"/>
                </a:moveTo>
                <a:lnTo>
                  <a:pt x="15530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41" name="a-overview-rect-0005">
            <a:extLst xmlns:a="http://schemas.openxmlformats.org/drawingml/2006/main">
              <a:ext uri="{FF2B5EF4-FFF2-40B4-BE49-F238E27FC236}">
                <a16:creationId xmlns:a16="http://schemas.microsoft.com/office/drawing/2014/main" id="{A22F34B0-5BFA-477F-9847-72A8AC4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400" y="1222314"/>
            <a:ext cx="1608824" cy="230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1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a-overview-path-0007">
            <a:extLst xmlns:a="http://schemas.openxmlformats.org/drawingml/2006/main">
              <a:ext uri="{FF2B5EF4-FFF2-40B4-BE49-F238E27FC236}">
                <a16:creationId xmlns:a16="http://schemas.microsoft.com/office/drawing/2014/main" id="{466588B7-7D4F-45A6-9337-3212718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645" y="1360689"/>
            <a:ext cx="1064712" cy="29584"/>
          </a:xfrm>
          <a:custGeom xmlns:a="http://schemas.openxmlformats.org/drawingml/2006/main">
            <a:pathLst>
              <a:path w="1064712" h="29584">
                <a:moveTo>
                  <a:pt x="1064712" y="0"/>
                </a:moveTo>
                <a:quadBezTo>
                  <a:pt x="532356" y="14792"/>
                  <a:pt x="0" y="29584"/>
                </a:quad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B57800"/>
            </a:solidFill>
            <a:prstDash val="solid"/>
          </a:ln>
        </p:spPr>
      </p:sp>
      <p:sp>
        <p:nvSpPr>
          <p:cNvPr id="43" name="a-overview Selected window">
            <a:extLst xmlns:a="http://schemas.openxmlformats.org/drawingml/2006/main">
              <a:ext uri="{FF2B5EF4-FFF2-40B4-BE49-F238E27FC236}">
                <a16:creationId xmlns:a16="http://schemas.microsoft.com/office/drawing/2014/main" id="{A3C1B9F4-00D4-4082-9999-38C0A1E4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734" y="1231648"/>
            <a:ext cx="161873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B57800"/>
                </a:solidFill>
                <a:latin typeface="Helvetica"/>
                <a:ea typeface="Helvetica"/>
                <a:cs typeface="Helvetica"/>
              </a:rPr>
              <a:t>Selected window</a:t>
            </a:r>
          </a:p>
        </p:txBody>
      </p:sp>
      <p:sp>
        <p:nvSpPr>
          <p:cNvPr id="44" name="a-overview 0">
            <a:extLst xmlns:a="http://schemas.openxmlformats.org/drawingml/2006/main">
              <a:ext uri="{FF2B5EF4-FFF2-40B4-BE49-F238E27FC236}">
                <a16:creationId xmlns:a16="http://schemas.microsoft.com/office/drawing/2014/main" id="{756D6CD5-7497-4C7E-B9B2-D01CBDD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042" y="1620774"/>
            <a:ext cx="16413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</a:t>
            </a:r>
          </a:p>
        </p:txBody>
      </p:sp>
      <p:sp>
        <p:nvSpPr>
          <p:cNvPr id="45" name="a-overview 15">
            <a:extLst xmlns:a="http://schemas.openxmlformats.org/drawingml/2006/main">
              <a:ext uri="{FF2B5EF4-FFF2-40B4-BE49-F238E27FC236}">
                <a16:creationId xmlns:a16="http://schemas.microsoft.com/office/drawing/2014/main" id="{C7ED2FF5-F980-4A34-8EFA-AE744D9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226" y="1620774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15</a:t>
            </a:r>
          </a:p>
        </p:txBody>
      </p:sp>
      <p:sp>
        <p:nvSpPr>
          <p:cNvPr id="46" name="a-overview 30">
            <a:extLst xmlns:a="http://schemas.openxmlformats.org/drawingml/2006/main">
              <a:ext uri="{FF2B5EF4-FFF2-40B4-BE49-F238E27FC236}">
                <a16:creationId xmlns:a16="http://schemas.microsoft.com/office/drawing/2014/main" id="{1108E504-0257-4A42-91FC-400A59E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8859" y="1620774"/>
            <a:ext cx="28025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30</a:t>
            </a:r>
          </a:p>
        </p:txBody>
      </p:sp>
      <p:sp>
        <p:nvSpPr>
          <p:cNvPr id="47" name="a-overview 45">
            <a:extLst xmlns:a="http://schemas.openxmlformats.org/drawingml/2006/main">
              <a:ext uri="{FF2B5EF4-FFF2-40B4-BE49-F238E27FC236}">
                <a16:creationId xmlns:a16="http://schemas.microsoft.com/office/drawing/2014/main" id="{AF94932E-9A14-4A71-9FEC-1457545F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7102" y="1620774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45</a:t>
            </a:r>
          </a:p>
        </p:txBody>
      </p:sp>
      <p:sp>
        <p:nvSpPr>
          <p:cNvPr id="48" name="a-overview 60">
            <a:extLst xmlns:a="http://schemas.openxmlformats.org/drawingml/2006/main">
              <a:ext uri="{FF2B5EF4-FFF2-40B4-BE49-F238E27FC236}">
                <a16:creationId xmlns:a16="http://schemas.microsoft.com/office/drawing/2014/main" id="{3FC85FAD-E2EC-474E-ACE9-F03A25B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5539" y="1620774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60</a:t>
            </a:r>
          </a:p>
        </p:txBody>
      </p:sp>
      <p:sp>
        <p:nvSpPr>
          <p:cNvPr id="49" name="a-overview 75">
            <a:extLst xmlns:a="http://schemas.openxmlformats.org/drawingml/2006/main">
              <a:ext uri="{FF2B5EF4-FFF2-40B4-BE49-F238E27FC236}">
                <a16:creationId xmlns:a16="http://schemas.microsoft.com/office/drawing/2014/main" id="{6BAD08A4-5EF2-43D1-A8EC-ED40242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3782" y="1620774"/>
            <a:ext cx="28103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75</a:t>
            </a:r>
          </a:p>
        </p:txBody>
      </p:sp>
      <p:sp>
        <p:nvSpPr>
          <p:cNvPr id="50" name="a-overview 89">
            <a:extLst xmlns:a="http://schemas.openxmlformats.org/drawingml/2006/main">
              <a:ext uri="{FF2B5EF4-FFF2-40B4-BE49-F238E27FC236}">
                <a16:creationId xmlns:a16="http://schemas.microsoft.com/office/drawing/2014/main" id="{D85AA8EA-BC82-4F0B-8CF2-BD43E74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0047" y="1620774"/>
            <a:ext cx="28025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89</a:t>
            </a:r>
          </a:p>
        </p:txBody>
      </p:sp>
      <p:sp>
        <p:nvSpPr>
          <p:cNvPr id="51" name="a-overview Mapped position">
            <a:extLst xmlns:a="http://schemas.openxmlformats.org/drawingml/2006/main">
              <a:ext uri="{FF2B5EF4-FFF2-40B4-BE49-F238E27FC236}">
                <a16:creationId xmlns:a16="http://schemas.microsoft.com/office/drawing/2014/main" id="{A496C996-7C76-4C1B-BA27-1DEE65B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379463" y="881392"/>
            <a:ext cx="158483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Mapped position</a:t>
            </a:r>
          </a:p>
        </p:txBody>
      </p:sp>
      <p:sp>
        <p:nvSpPr>
          <p:cNvPr id="52" name="a-overview 0.0">
            <a:extLst xmlns:a="http://schemas.openxmlformats.org/drawingml/2006/main">
              <a:ext uri="{FF2B5EF4-FFF2-40B4-BE49-F238E27FC236}">
                <a16:creationId xmlns:a16="http://schemas.microsoft.com/office/drawing/2014/main" id="{3ED23AC2-BD6C-4EA7-A99E-CE514F1B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479284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0.0</a:t>
            </a:r>
          </a:p>
        </p:txBody>
      </p:sp>
      <p:sp>
        <p:nvSpPr>
          <p:cNvPr id="53" name="a-overview 0.5">
            <a:extLst xmlns:a="http://schemas.openxmlformats.org/drawingml/2006/main">
              <a:ext uri="{FF2B5EF4-FFF2-40B4-BE49-F238E27FC236}">
                <a16:creationId xmlns:a16="http://schemas.microsoft.com/office/drawing/2014/main" id="{95B64030-85AC-43BA-BD47-0CC1A2E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903212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0.5</a:t>
            </a:r>
          </a:p>
        </p:txBody>
      </p:sp>
      <p:sp>
        <p:nvSpPr>
          <p:cNvPr id="54" name="a-overview 1.0">
            <a:extLst xmlns:a="http://schemas.openxmlformats.org/drawingml/2006/main">
              <a:ext uri="{FF2B5EF4-FFF2-40B4-BE49-F238E27FC236}">
                <a16:creationId xmlns:a16="http://schemas.microsoft.com/office/drawing/2014/main" id="{DC310FE1-9025-49C0-98CB-4B928F57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27140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1.0</a:t>
            </a:r>
          </a:p>
        </p:txBody>
      </p:sp>
      <p:sp>
        <p:nvSpPr>
          <p:cNvPr id="55" name="a-colorbar-path-0035">
            <a:extLst xmlns:a="http://schemas.openxmlformats.org/drawingml/2006/main">
              <a:ext uri="{FF2B5EF4-FFF2-40B4-BE49-F238E27FC236}">
                <a16:creationId xmlns:a16="http://schemas.microsoft.com/office/drawing/2014/main" id="{8BFB9A84-298C-4E10-B3E2-8A967032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3598" y="1333195"/>
            <a:ext cx="33338" cy="476"/>
          </a:xfrm>
          <a:custGeom xmlns:a="http://schemas.openxmlformats.org/drawingml/2006/main">
            <a:pathLst>
              <a:path w="33338" h="476">
                <a:moveTo>
                  <a:pt x="0" y="0"/>
                </a:moveTo>
                <a:lnTo>
                  <a:pt x="333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56" name="a-colorbar-path-0037">
            <a:extLst xmlns:a="http://schemas.openxmlformats.org/drawingml/2006/main">
              <a:ext uri="{FF2B5EF4-FFF2-40B4-BE49-F238E27FC236}">
                <a16:creationId xmlns:a16="http://schemas.microsoft.com/office/drawing/2014/main" id="{51ACE605-E2FE-4B0D-82D5-FD010C01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3598" y="872338"/>
            <a:ext cx="33338" cy="476"/>
          </a:xfrm>
          <a:custGeom xmlns:a="http://schemas.openxmlformats.org/drawingml/2006/main">
            <a:pathLst>
              <a:path w="33338" h="476">
                <a:moveTo>
                  <a:pt x="0" y="0"/>
                </a:moveTo>
                <a:lnTo>
                  <a:pt x="333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57" name="a-colorbar-path-0039">
            <a:extLst xmlns:a="http://schemas.openxmlformats.org/drawingml/2006/main">
              <a:ext uri="{FF2B5EF4-FFF2-40B4-BE49-F238E27FC236}">
                <a16:creationId xmlns:a16="http://schemas.microsoft.com/office/drawing/2014/main" id="{930E3747-463F-4FB7-84E7-275BFD56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3598" y="411480"/>
            <a:ext cx="33338" cy="476"/>
          </a:xfrm>
          <a:custGeom xmlns:a="http://schemas.openxmlformats.org/drawingml/2006/main">
            <a:pathLst>
              <a:path w="33338" h="476">
                <a:moveTo>
                  <a:pt x="0" y="0"/>
                </a:moveTo>
                <a:lnTo>
                  <a:pt x="333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58" name="a-colorbar-path-0033">
            <a:extLst xmlns:a="http://schemas.openxmlformats.org/drawingml/2006/main">
              <a:ext uri="{FF2B5EF4-FFF2-40B4-BE49-F238E27FC236}">
                <a16:creationId xmlns:a16="http://schemas.microsoft.com/office/drawing/2014/main" id="{4690822C-3194-486E-B67A-0F5D13E9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3121" y="411480"/>
            <a:ext cx="160477" cy="1152144"/>
          </a:xfrm>
          <a:custGeom xmlns:a="http://schemas.openxmlformats.org/drawingml/2006/main">
            <a:pathLst>
              <a:path w="160477" h="1152144">
                <a:moveTo>
                  <a:pt x="0" y="1152144"/>
                </a:moveTo>
                <a:lnTo>
                  <a:pt x="80239" y="1152144"/>
                </a:lnTo>
                <a:lnTo>
                  <a:pt x="160477" y="1152144"/>
                </a:lnTo>
                <a:lnTo>
                  <a:pt x="160477" y="0"/>
                </a:lnTo>
                <a:lnTo>
                  <a:pt x="80239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59" name="a-colorbar Normalized scalar">
            <a:extLst xmlns:a="http://schemas.openxmlformats.org/drawingml/2006/main">
              <a:ext uri="{FF2B5EF4-FFF2-40B4-BE49-F238E27FC236}">
                <a16:creationId xmlns:a16="http://schemas.microsoft.com/office/drawing/2014/main" id="{57950B4C-ACAF-4575-BCF4-5303187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6534288" y="881392"/>
            <a:ext cx="1723938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Normalized scalar</a:t>
            </a:r>
          </a:p>
        </p:txBody>
      </p:sp>
      <p:sp>
        <p:nvSpPr>
          <p:cNvPr id="60" name="a-colorbar −1">
            <a:extLst xmlns:a="http://schemas.openxmlformats.org/drawingml/2006/main">
              <a:ext uri="{FF2B5EF4-FFF2-40B4-BE49-F238E27FC236}">
                <a16:creationId xmlns:a16="http://schemas.microsoft.com/office/drawing/2014/main" id="{3A46F590-1CD4-420B-96C2-127FB3A1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0748" y="1248856"/>
            <a:ext cx="286486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−1</a:t>
            </a:r>
          </a:p>
        </p:txBody>
      </p:sp>
      <p:sp>
        <p:nvSpPr>
          <p:cNvPr id="61" name="a-colorbar 0">
            <a:extLst xmlns:a="http://schemas.openxmlformats.org/drawingml/2006/main">
              <a:ext uri="{FF2B5EF4-FFF2-40B4-BE49-F238E27FC236}">
                <a16:creationId xmlns:a16="http://schemas.microsoft.com/office/drawing/2014/main" id="{86D2AC38-AC7D-44BD-AE30-A061B19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0748" y="787998"/>
            <a:ext cx="16413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</a:t>
            </a:r>
          </a:p>
        </p:txBody>
      </p:sp>
      <p:sp>
        <p:nvSpPr>
          <p:cNvPr id="62" name="a-colorbar 1">
            <a:extLst xmlns:a="http://schemas.openxmlformats.org/drawingml/2006/main">
              <a:ext uri="{FF2B5EF4-FFF2-40B4-BE49-F238E27FC236}">
                <a16:creationId xmlns:a16="http://schemas.microsoft.com/office/drawing/2014/main" id="{4BEFCB0F-A9B6-486A-99F7-510213FB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0748" y="327140"/>
            <a:ext cx="16413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3" name="b-frame-3-volume-path-0041">
            <a:extLst xmlns:a="http://schemas.openxmlformats.org/drawingml/2006/main">
              <a:ext uri="{FF2B5EF4-FFF2-40B4-BE49-F238E27FC236}">
                <a16:creationId xmlns:a16="http://schemas.microsoft.com/office/drawing/2014/main" id="{F69120CC-941E-4E3A-9606-60A83190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289975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4" name="b-frame-3-volume-path-0042">
            <a:extLst xmlns:a="http://schemas.openxmlformats.org/drawingml/2006/main">
              <a:ext uri="{FF2B5EF4-FFF2-40B4-BE49-F238E27FC236}">
                <a16:creationId xmlns:a16="http://schemas.microsoft.com/office/drawing/2014/main" id="{8C74DE5B-58F4-43B0-A889-E56E736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349358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5" name="b-frame-3-volume-path-0043">
            <a:extLst xmlns:a="http://schemas.openxmlformats.org/drawingml/2006/main">
              <a:ext uri="{FF2B5EF4-FFF2-40B4-BE49-F238E27FC236}">
                <a16:creationId xmlns:a16="http://schemas.microsoft.com/office/drawing/2014/main" id="{D30D4B1B-D0C1-4925-A224-E1A060B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3746978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6" name="b-frame-3-volume-path-0044">
            <a:extLst xmlns:a="http://schemas.openxmlformats.org/drawingml/2006/main">
              <a:ext uri="{FF2B5EF4-FFF2-40B4-BE49-F238E27FC236}">
                <a16:creationId xmlns:a16="http://schemas.microsoft.com/office/drawing/2014/main" id="{28295E48-C470-4C52-B391-29113FC4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264636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7" name="b-frame-3-volume-path-0045">
            <a:extLst xmlns:a="http://schemas.openxmlformats.org/drawingml/2006/main">
              <a:ext uri="{FF2B5EF4-FFF2-40B4-BE49-F238E27FC236}">
                <a16:creationId xmlns:a16="http://schemas.microsoft.com/office/drawing/2014/main" id="{D17FFFA7-CDA0-491D-A932-C04DACD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289975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8" name="b-frame-3-volume-path-0046">
            <a:extLst xmlns:a="http://schemas.openxmlformats.org/drawingml/2006/main">
              <a:ext uri="{FF2B5EF4-FFF2-40B4-BE49-F238E27FC236}">
                <a16:creationId xmlns:a16="http://schemas.microsoft.com/office/drawing/2014/main" id="{EF88ABE2-C740-4500-ACF8-C07E537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264636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69" name="b-frame-3-volume-path-0047">
            <a:extLst xmlns:a="http://schemas.openxmlformats.org/drawingml/2006/main">
              <a:ext uri="{FF2B5EF4-FFF2-40B4-BE49-F238E27FC236}">
                <a16:creationId xmlns:a16="http://schemas.microsoft.com/office/drawing/2014/main" id="{87493692-247A-41D5-8434-B044152D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3493583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0" name="b-frame-3-volume-path-0048">
            <a:extLst xmlns:a="http://schemas.openxmlformats.org/drawingml/2006/main">
              <a:ext uri="{FF2B5EF4-FFF2-40B4-BE49-F238E27FC236}">
                <a16:creationId xmlns:a16="http://schemas.microsoft.com/office/drawing/2014/main" id="{1DEAB3C4-CB88-48A0-A59C-982179E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264636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1" name="b-frame-3-volume-path-0049">
            <a:extLst xmlns:a="http://schemas.openxmlformats.org/drawingml/2006/main">
              <a:ext uri="{FF2B5EF4-FFF2-40B4-BE49-F238E27FC236}">
                <a16:creationId xmlns:a16="http://schemas.microsoft.com/office/drawing/2014/main" id="{A8E50C2B-F1E5-4DCC-8966-71C15CC4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300731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2" name="b-frame-3-volume-path-0050">
            <a:extLst xmlns:a="http://schemas.openxmlformats.org/drawingml/2006/main">
              <a:ext uri="{FF2B5EF4-FFF2-40B4-BE49-F238E27FC236}">
                <a16:creationId xmlns:a16="http://schemas.microsoft.com/office/drawing/2014/main" id="{505690BA-D3F2-4F21-B9A1-DC31CAB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360114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3" name="b-frame-3-volume-path-0051">
            <a:extLst xmlns:a="http://schemas.openxmlformats.org/drawingml/2006/main">
              <a:ext uri="{FF2B5EF4-FFF2-40B4-BE49-F238E27FC236}">
                <a16:creationId xmlns:a16="http://schemas.microsoft.com/office/drawing/2014/main" id="{CB89FC18-D6E1-46C2-84AC-1AFB61C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275392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4" name="b-frame-3-volume-path-0052">
            <a:extLst xmlns:a="http://schemas.openxmlformats.org/drawingml/2006/main">
              <a:ext uri="{FF2B5EF4-FFF2-40B4-BE49-F238E27FC236}">
                <a16:creationId xmlns:a16="http://schemas.microsoft.com/office/drawing/2014/main" id="{5859F8B7-9D3D-4F16-B592-B03963C3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30" y="27539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75" name="b-frame-3-volume X / q">
            <a:extLst xmlns:a="http://schemas.openxmlformats.org/drawingml/2006/main">
              <a:ext uri="{FF2B5EF4-FFF2-40B4-BE49-F238E27FC236}">
                <a16:creationId xmlns:a16="http://schemas.microsoft.com/office/drawing/2014/main" id="{C485E134-558C-4427-B74C-1BC22F5E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102" y="3959667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76" name="b-frame-3-volume t = 3">
            <a:extLst xmlns:a="http://schemas.openxmlformats.org/drawingml/2006/main">
              <a:ext uri="{FF2B5EF4-FFF2-40B4-BE49-F238E27FC236}">
                <a16:creationId xmlns:a16="http://schemas.microsoft.com/office/drawing/2014/main" id="{DC54F637-A5B0-4A94-90EE-7FC468A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58" y="2617146"/>
            <a:ext cx="40494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3</a:t>
            </a:r>
          </a:p>
        </p:txBody>
      </p:sp>
      <p:sp>
        <p:nvSpPr>
          <p:cNvPr id="77" name="b-frame-3-volume-path-0053">
            <a:extLst xmlns:a="http://schemas.openxmlformats.org/drawingml/2006/main">
              <a:ext uri="{FF2B5EF4-FFF2-40B4-BE49-F238E27FC236}">
                <a16:creationId xmlns:a16="http://schemas.microsoft.com/office/drawing/2014/main" id="{46550877-3754-4FB3-864E-002784E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8" y="3936265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78" name="b-frame-3-volume-path-0054">
            <a:extLst xmlns:a="http://schemas.openxmlformats.org/drawingml/2006/main">
              <a:ext uri="{FF2B5EF4-FFF2-40B4-BE49-F238E27FC236}">
                <a16:creationId xmlns:a16="http://schemas.microsoft.com/office/drawing/2014/main" id="{AE199B5D-4A84-4458-9D2A-EC23CD72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67" y="3093174"/>
            <a:ext cx="334366" cy="943875"/>
          </a:xfrm>
          <a:custGeom xmlns:a="http://schemas.openxmlformats.org/drawingml/2006/main">
            <a:pathLst>
              <a:path w="407764" h="1151067">
                <a:moveTo>
                  <a:pt x="407764" y="0"/>
                </a:moveTo>
                <a:lnTo>
                  <a:pt x="0" y="115106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79" name="b-frame-3-volume-path-0057">
            <a:extLst xmlns:a="http://schemas.openxmlformats.org/drawingml/2006/main">
              <a:ext uri="{FF2B5EF4-FFF2-40B4-BE49-F238E27FC236}">
                <a16:creationId xmlns:a16="http://schemas.microsoft.com/office/drawing/2014/main" id="{A0F6781B-C16E-433E-A854-793BD119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11" y="3239484"/>
            <a:ext cx="221998" cy="708637"/>
          </a:xfrm>
          <a:custGeom xmlns:a="http://schemas.openxmlformats.org/drawingml/2006/main">
            <a:pathLst>
              <a:path w="270729" h="864191">
                <a:moveTo>
                  <a:pt x="270729" y="0"/>
                </a:moveTo>
                <a:lnTo>
                  <a:pt x="0" y="86419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80" name="b-frame-3-volume-marker-0055">
            <a:extLst xmlns:a="http://schemas.openxmlformats.org/drawingml/2006/main">
              <a:ext uri="{FF2B5EF4-FFF2-40B4-BE49-F238E27FC236}">
                <a16:creationId xmlns:a16="http://schemas.microsoft.com/office/drawing/2014/main" id="{17485689-E599-4DF2-B6F3-9CFADF4B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77" y="3062217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b-frame-3-volume-marker-0056">
            <a:extLst xmlns:a="http://schemas.openxmlformats.org/drawingml/2006/main">
              <a:ext uri="{FF2B5EF4-FFF2-40B4-BE49-F238E27FC236}">
                <a16:creationId xmlns:a16="http://schemas.microsoft.com/office/drawing/2014/main" id="{F998557B-A35C-4D75-92A6-678A8F4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91" y="4003372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82" name="b-frame-3-volume-marker-0058">
            <a:extLst xmlns:a="http://schemas.openxmlformats.org/drawingml/2006/main">
              <a:ext uri="{FF2B5EF4-FFF2-40B4-BE49-F238E27FC236}">
                <a16:creationId xmlns:a16="http://schemas.microsoft.com/office/drawing/2014/main" id="{16E389F5-04EA-4C3D-9913-9734D038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53" y="320852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b-frame-3-volume-marker-0059">
            <a:extLst xmlns:a="http://schemas.openxmlformats.org/drawingml/2006/main">
              <a:ext uri="{FF2B5EF4-FFF2-40B4-BE49-F238E27FC236}">
                <a16:creationId xmlns:a16="http://schemas.microsoft.com/office/drawing/2014/main" id="{5E459824-CB1F-4958-9303-0F8DA467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5" y="391444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84" name="b-frame-3-volume A11">
            <a:extLst xmlns:a="http://schemas.openxmlformats.org/drawingml/2006/main">
              <a:ext uri="{FF2B5EF4-FFF2-40B4-BE49-F238E27FC236}">
                <a16:creationId xmlns:a16="http://schemas.microsoft.com/office/drawing/2014/main" id="{E95A9256-6EBA-4792-AEF6-7147BBB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773" y="2919516"/>
            <a:ext cx="37026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A11</a:t>
            </a:r>
          </a:p>
        </p:txBody>
      </p:sp>
      <p:sp>
        <p:nvSpPr>
          <p:cNvPr id="85" name="b-frame-3-volume B11">
            <a:extLst xmlns:a="http://schemas.openxmlformats.org/drawingml/2006/main">
              <a:ext uri="{FF2B5EF4-FFF2-40B4-BE49-F238E27FC236}">
                <a16:creationId xmlns:a16="http://schemas.microsoft.com/office/drawing/2014/main" id="{88E9715D-1CF9-4029-908F-8EFEA6E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448" y="3065827"/>
            <a:ext cx="37026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B11</a:t>
            </a:r>
          </a:p>
        </p:txBody>
      </p:sp>
      <p:sp>
        <p:nvSpPr>
          <p:cNvPr id="86" name="b-frame-3-strip-path-0064 white halo">
            <a:extLst xmlns:a="http://schemas.openxmlformats.org/drawingml/2006/main">
              <a:ext uri="{FF2B5EF4-FFF2-40B4-BE49-F238E27FC236}">
                <a16:creationId xmlns:a16="http://schemas.microsoft.com/office/drawing/2014/main" id="{869691E1-5A38-49EC-98CA-0A1270C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2619182"/>
            <a:ext cx="390" cy="674977"/>
          </a:xfrm>
          <a:custGeom xmlns:a="http://schemas.openxmlformats.org/drawingml/2006/main">
            <a:pathLst>
              <a:path w="476" h="823143">
                <a:moveTo>
                  <a:pt x="0" y="823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7" name="b-frame-3-strip-path-0064">
            <a:extLst xmlns:a="http://schemas.openxmlformats.org/drawingml/2006/main">
              <a:ext uri="{FF2B5EF4-FFF2-40B4-BE49-F238E27FC236}">
                <a16:creationId xmlns:a16="http://schemas.microsoft.com/office/drawing/2014/main" id="{BCB37D53-3A33-4137-8600-3F6A9ED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2619182"/>
            <a:ext cx="390" cy="674977"/>
          </a:xfrm>
          <a:custGeom xmlns:a="http://schemas.openxmlformats.org/drawingml/2006/main">
            <a:pathLst>
              <a:path w="476" h="823143">
                <a:moveTo>
                  <a:pt x="0" y="823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88" name="b-frame-3-strip-path-0067 white halo">
            <a:extLst xmlns:a="http://schemas.openxmlformats.org/drawingml/2006/main">
              <a:ext uri="{FF2B5EF4-FFF2-40B4-BE49-F238E27FC236}">
                <a16:creationId xmlns:a16="http://schemas.microsoft.com/office/drawing/2014/main" id="{0DE83AD8-FB53-4254-87CF-B08E5A51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3913575"/>
            <a:ext cx="390" cy="19736"/>
          </a:xfrm>
          <a:custGeom xmlns:a="http://schemas.openxmlformats.org/drawingml/2006/main">
            <a:pathLst>
              <a:path w="476" h="24068">
                <a:moveTo>
                  <a:pt x="0" y="240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9" name="b-frame-3-strip-path-0067">
            <a:extLst xmlns:a="http://schemas.openxmlformats.org/drawingml/2006/main">
              <a:ext uri="{FF2B5EF4-FFF2-40B4-BE49-F238E27FC236}">
                <a16:creationId xmlns:a16="http://schemas.microsoft.com/office/drawing/2014/main" id="{B19AC7F0-BDC6-44BB-996C-DE546F73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3913575"/>
            <a:ext cx="390" cy="19736"/>
          </a:xfrm>
          <a:custGeom xmlns:a="http://schemas.openxmlformats.org/drawingml/2006/main">
            <a:pathLst>
              <a:path w="476" h="24068">
                <a:moveTo>
                  <a:pt x="0" y="240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90" name="b-frame-3-strip-marker-0065">
            <a:extLst xmlns:a="http://schemas.openxmlformats.org/drawingml/2006/main">
              <a:ext uri="{FF2B5EF4-FFF2-40B4-BE49-F238E27FC236}">
                <a16:creationId xmlns:a16="http://schemas.microsoft.com/office/drawing/2014/main" id="{4E633BB5-4E52-4E36-ACCF-C4A9F5B7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80" y="258550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91" name="b-frame-3-strip-marker-0066">
            <a:extLst xmlns:a="http://schemas.openxmlformats.org/drawingml/2006/main">
              <a:ext uri="{FF2B5EF4-FFF2-40B4-BE49-F238E27FC236}">
                <a16:creationId xmlns:a16="http://schemas.microsoft.com/office/drawing/2014/main" id="{98DA1788-0528-4A22-82BD-26EF8AB4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81" y="32655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b-frame-3-strip-marker-0068">
            <a:extLst xmlns:a="http://schemas.openxmlformats.org/drawingml/2006/main">
              <a:ext uri="{FF2B5EF4-FFF2-40B4-BE49-F238E27FC236}">
                <a16:creationId xmlns:a16="http://schemas.microsoft.com/office/drawing/2014/main" id="{F155F434-0833-4286-9E24-0819AC74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80" y="3879899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93" name="b-frame-3-strip-marker-0069">
            <a:extLst xmlns:a="http://schemas.openxmlformats.org/drawingml/2006/main">
              <a:ext uri="{FF2B5EF4-FFF2-40B4-BE49-F238E27FC236}">
                <a16:creationId xmlns:a16="http://schemas.microsoft.com/office/drawing/2014/main" id="{0409370B-8807-4CAE-99B6-62FB9BD5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81" y="39047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b-frame-3-strip-path-0073">
            <a:extLst xmlns:a="http://schemas.openxmlformats.org/drawingml/2006/main">
              <a:ext uri="{FF2B5EF4-FFF2-40B4-BE49-F238E27FC236}">
                <a16:creationId xmlns:a16="http://schemas.microsoft.com/office/drawing/2014/main" id="{29477D00-7166-4E19-BBE2-94D15073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61" y="2520562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95" name="b-frame-3-strip-path-0074">
            <a:extLst xmlns:a="http://schemas.openxmlformats.org/drawingml/2006/main">
              <a:ext uri="{FF2B5EF4-FFF2-40B4-BE49-F238E27FC236}">
                <a16:creationId xmlns:a16="http://schemas.microsoft.com/office/drawing/2014/main" id="{C24EC599-FE73-4F74-BB9B-46400ED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61" y="4086161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96" name="b-frame-3-strip A11">
            <a:extLst xmlns:a="http://schemas.openxmlformats.org/drawingml/2006/main">
              <a:ext uri="{FF2B5EF4-FFF2-40B4-BE49-F238E27FC236}">
                <a16:creationId xmlns:a16="http://schemas.microsoft.com/office/drawing/2014/main" id="{D179A44B-1228-4CF5-AB74-FFF01B3D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711" y="3156540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A11</a:t>
            </a:r>
          </a:p>
        </p:txBody>
      </p:sp>
      <p:sp>
        <p:nvSpPr>
          <p:cNvPr id="97" name="b-frame-3-strip B11">
            <a:extLst xmlns:a="http://schemas.openxmlformats.org/drawingml/2006/main">
              <a:ext uri="{FF2B5EF4-FFF2-40B4-BE49-F238E27FC236}">
                <a16:creationId xmlns:a16="http://schemas.microsoft.com/office/drawing/2014/main" id="{2CCE0D13-A6B0-4F97-84DE-1DB54DB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711" y="3795693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B11</a:t>
            </a:r>
          </a:p>
        </p:txBody>
      </p:sp>
      <p:sp>
        <p:nvSpPr>
          <p:cNvPr id="98" name="b-frame-3-strip 0%">
            <a:extLst xmlns:a="http://schemas.openxmlformats.org/drawingml/2006/main">
              <a:ext uri="{FF2B5EF4-FFF2-40B4-BE49-F238E27FC236}">
                <a16:creationId xmlns:a16="http://schemas.microsoft.com/office/drawing/2014/main" id="{78A7A206-FA59-4D6C-B221-3E19376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601" y="2362348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99" name="b-frame-4-volume-path-0075">
            <a:extLst xmlns:a="http://schemas.openxmlformats.org/drawingml/2006/main">
              <a:ext uri="{FF2B5EF4-FFF2-40B4-BE49-F238E27FC236}">
                <a16:creationId xmlns:a16="http://schemas.microsoft.com/office/drawing/2014/main" id="{F4C04A1E-51C0-43FC-99E3-7F99C21C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289975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0" name="b-frame-4-volume-path-0076">
            <a:extLst xmlns:a="http://schemas.openxmlformats.org/drawingml/2006/main">
              <a:ext uri="{FF2B5EF4-FFF2-40B4-BE49-F238E27FC236}">
                <a16:creationId xmlns:a16="http://schemas.microsoft.com/office/drawing/2014/main" id="{A19446AD-7043-4A3A-BE4A-AFD9221E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349358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1" name="b-frame-4-volume-path-0077">
            <a:extLst xmlns:a="http://schemas.openxmlformats.org/drawingml/2006/main">
              <a:ext uri="{FF2B5EF4-FFF2-40B4-BE49-F238E27FC236}">
                <a16:creationId xmlns:a16="http://schemas.microsoft.com/office/drawing/2014/main" id="{50B3C98C-0FA8-4328-9232-5A85398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3746978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2" name="b-frame-4-volume-path-0078">
            <a:extLst xmlns:a="http://schemas.openxmlformats.org/drawingml/2006/main">
              <a:ext uri="{FF2B5EF4-FFF2-40B4-BE49-F238E27FC236}">
                <a16:creationId xmlns:a16="http://schemas.microsoft.com/office/drawing/2014/main" id="{BFD0D61D-9A2A-4DFB-828D-9753613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264636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3" name="b-frame-4-volume-path-0079">
            <a:extLst xmlns:a="http://schemas.openxmlformats.org/drawingml/2006/main">
              <a:ext uri="{FF2B5EF4-FFF2-40B4-BE49-F238E27FC236}">
                <a16:creationId xmlns:a16="http://schemas.microsoft.com/office/drawing/2014/main" id="{AF0FEC0F-9976-484B-82D3-B223D52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289975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4" name="b-frame-4-volume-path-0080">
            <a:extLst xmlns:a="http://schemas.openxmlformats.org/drawingml/2006/main">
              <a:ext uri="{FF2B5EF4-FFF2-40B4-BE49-F238E27FC236}">
                <a16:creationId xmlns:a16="http://schemas.microsoft.com/office/drawing/2014/main" id="{F8C533A5-2C4B-46A6-923E-0F87387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264636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5" name="b-frame-4-volume-path-0081">
            <a:extLst xmlns:a="http://schemas.openxmlformats.org/drawingml/2006/main">
              <a:ext uri="{FF2B5EF4-FFF2-40B4-BE49-F238E27FC236}">
                <a16:creationId xmlns:a16="http://schemas.microsoft.com/office/drawing/2014/main" id="{8868047C-F50C-4936-93D5-B1AC3D64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3493583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6" name="b-frame-4-volume-path-0082">
            <a:extLst xmlns:a="http://schemas.openxmlformats.org/drawingml/2006/main">
              <a:ext uri="{FF2B5EF4-FFF2-40B4-BE49-F238E27FC236}">
                <a16:creationId xmlns:a16="http://schemas.microsoft.com/office/drawing/2014/main" id="{A18AB142-AA53-4EF3-B21B-CF4C09D4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264636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7" name="b-frame-4-volume-path-0083">
            <a:extLst xmlns:a="http://schemas.openxmlformats.org/drawingml/2006/main">
              <a:ext uri="{FF2B5EF4-FFF2-40B4-BE49-F238E27FC236}">
                <a16:creationId xmlns:a16="http://schemas.microsoft.com/office/drawing/2014/main" id="{1FC11FE0-AE2B-4E6D-A130-D3616B7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300731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8" name="b-frame-4-volume-path-0084">
            <a:extLst xmlns:a="http://schemas.openxmlformats.org/drawingml/2006/main">
              <a:ext uri="{FF2B5EF4-FFF2-40B4-BE49-F238E27FC236}">
                <a16:creationId xmlns:a16="http://schemas.microsoft.com/office/drawing/2014/main" id="{DA9361CB-BDE9-4BE3-A6DF-8D82C3AA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360114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09" name="b-frame-4-volume-path-0085">
            <a:extLst xmlns:a="http://schemas.openxmlformats.org/drawingml/2006/main">
              <a:ext uri="{FF2B5EF4-FFF2-40B4-BE49-F238E27FC236}">
                <a16:creationId xmlns:a16="http://schemas.microsoft.com/office/drawing/2014/main" id="{3F32369C-5D8A-4EDE-81E1-5867430B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275392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10" name="b-frame-4-volume-path-0086">
            <a:extLst xmlns:a="http://schemas.openxmlformats.org/drawingml/2006/main">
              <a:ext uri="{FF2B5EF4-FFF2-40B4-BE49-F238E27FC236}">
                <a16:creationId xmlns:a16="http://schemas.microsoft.com/office/drawing/2014/main" id="{11476EF1-FEEC-4F17-AA3A-9DE6AE0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821" y="27539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11" name="b-frame-4-volume X / q">
            <a:extLst xmlns:a="http://schemas.openxmlformats.org/drawingml/2006/main">
              <a:ext uri="{FF2B5EF4-FFF2-40B4-BE49-F238E27FC236}">
                <a16:creationId xmlns:a16="http://schemas.microsoft.com/office/drawing/2014/main" id="{1D36F36A-54A7-4276-8049-828263ED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593" y="3959667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112" name="b-frame-4-volume t = 4">
            <a:extLst xmlns:a="http://schemas.openxmlformats.org/drawingml/2006/main">
              <a:ext uri="{FF2B5EF4-FFF2-40B4-BE49-F238E27FC236}">
                <a16:creationId xmlns:a16="http://schemas.microsoft.com/office/drawing/2014/main" id="{734BD25B-E9C8-4B6D-8E05-975101BB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3248" y="2617146"/>
            <a:ext cx="40494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4</a:t>
            </a:r>
          </a:p>
        </p:txBody>
      </p:sp>
      <p:sp>
        <p:nvSpPr>
          <p:cNvPr id="113" name="b-frame-4-volume-path-0087">
            <a:extLst xmlns:a="http://schemas.openxmlformats.org/drawingml/2006/main">
              <a:ext uri="{FF2B5EF4-FFF2-40B4-BE49-F238E27FC236}">
                <a16:creationId xmlns:a16="http://schemas.microsoft.com/office/drawing/2014/main" id="{D4BAF576-32AA-42DF-83F2-D4E9307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009" y="3936265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114" name="b-frame-4-volume-path-0088">
            <a:extLst xmlns:a="http://schemas.openxmlformats.org/drawingml/2006/main">
              <a:ext uri="{FF2B5EF4-FFF2-40B4-BE49-F238E27FC236}">
                <a16:creationId xmlns:a16="http://schemas.microsoft.com/office/drawing/2014/main" id="{F46C187D-3467-4568-9447-CEB99739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00" y="3098998"/>
            <a:ext cx="334366" cy="937203"/>
          </a:xfrm>
          <a:custGeom xmlns:a="http://schemas.openxmlformats.org/drawingml/2006/main">
            <a:pathLst>
              <a:path w="407764" h="1142931">
                <a:moveTo>
                  <a:pt x="407764" y="0"/>
                </a:moveTo>
                <a:lnTo>
                  <a:pt x="0" y="1142931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115" name="b-frame-4-volume-path-0091">
            <a:extLst xmlns:a="http://schemas.openxmlformats.org/drawingml/2006/main">
              <a:ext uri="{FF2B5EF4-FFF2-40B4-BE49-F238E27FC236}">
                <a16:creationId xmlns:a16="http://schemas.microsoft.com/office/drawing/2014/main" id="{1EB76864-2979-4788-AE67-B619B6B1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46" y="3240633"/>
            <a:ext cx="219257" cy="706642"/>
          </a:xfrm>
          <a:custGeom xmlns:a="http://schemas.openxmlformats.org/drawingml/2006/main">
            <a:pathLst>
              <a:path w="267387" h="861758">
                <a:moveTo>
                  <a:pt x="267387" y="0"/>
                </a:moveTo>
                <a:lnTo>
                  <a:pt x="0" y="86175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116" name="b-frame-4-volume-marker-0089">
            <a:extLst xmlns:a="http://schemas.openxmlformats.org/drawingml/2006/main">
              <a:ext uri="{FF2B5EF4-FFF2-40B4-BE49-F238E27FC236}">
                <a16:creationId xmlns:a16="http://schemas.microsoft.com/office/drawing/2014/main" id="{9410F42B-FC83-4F89-B1B2-AEC942EF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311" y="3068042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7" name="b-frame-4-volume-marker-0090">
            <a:extLst xmlns:a="http://schemas.openxmlformats.org/drawingml/2006/main">
              <a:ext uri="{FF2B5EF4-FFF2-40B4-BE49-F238E27FC236}">
                <a16:creationId xmlns:a16="http://schemas.microsoft.com/office/drawing/2014/main" id="{85C43BE1-8D43-4F6D-8C1F-2DC798C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224" y="400252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118" name="b-frame-4-volume-marker-0092">
            <a:extLst xmlns:a="http://schemas.openxmlformats.org/drawingml/2006/main">
              <a:ext uri="{FF2B5EF4-FFF2-40B4-BE49-F238E27FC236}">
                <a16:creationId xmlns:a16="http://schemas.microsoft.com/office/drawing/2014/main" id="{FF41C14A-6237-4612-869B-61323416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246" y="320967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9" name="b-frame-4-volume-marker-0093">
            <a:extLst xmlns:a="http://schemas.openxmlformats.org/drawingml/2006/main">
              <a:ext uri="{FF2B5EF4-FFF2-40B4-BE49-F238E27FC236}">
                <a16:creationId xmlns:a16="http://schemas.microsoft.com/office/drawing/2014/main" id="{8519462E-1D83-444A-A865-555E361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70" y="3913599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120" name="b-frame-4-volume A12">
            <a:extLst xmlns:a="http://schemas.openxmlformats.org/drawingml/2006/main">
              <a:ext uri="{FF2B5EF4-FFF2-40B4-BE49-F238E27FC236}">
                <a16:creationId xmlns:a16="http://schemas.microsoft.com/office/drawing/2014/main" id="{DB554CC5-6D2B-4A4A-9479-ABB5236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1842" y="2925340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A12</a:t>
            </a:r>
          </a:p>
        </p:txBody>
      </p:sp>
      <p:sp>
        <p:nvSpPr>
          <p:cNvPr id="121" name="b-frame-4-volume B12">
            <a:extLst xmlns:a="http://schemas.openxmlformats.org/drawingml/2006/main">
              <a:ext uri="{FF2B5EF4-FFF2-40B4-BE49-F238E27FC236}">
                <a16:creationId xmlns:a16="http://schemas.microsoft.com/office/drawing/2014/main" id="{8568C3C0-F5D3-4937-9A8A-140354C7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777" y="3066975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B12</a:t>
            </a:r>
          </a:p>
        </p:txBody>
      </p:sp>
      <p:sp>
        <p:nvSpPr>
          <p:cNvPr id="122" name="b-frame-4-strip-path-0098 white halo">
            <a:extLst xmlns:a="http://schemas.openxmlformats.org/drawingml/2006/main">
              <a:ext uri="{FF2B5EF4-FFF2-40B4-BE49-F238E27FC236}">
                <a16:creationId xmlns:a16="http://schemas.microsoft.com/office/drawing/2014/main" id="{739644B6-84F1-4829-BD66-51352CFF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2631510"/>
            <a:ext cx="390" cy="684937"/>
          </a:xfrm>
          <a:custGeom xmlns:a="http://schemas.openxmlformats.org/drawingml/2006/main">
            <a:pathLst>
              <a:path w="476" h="835289">
                <a:moveTo>
                  <a:pt x="0" y="8352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3" name="b-frame-4-strip-path-0098">
            <a:extLst xmlns:a="http://schemas.openxmlformats.org/drawingml/2006/main">
              <a:ext uri="{FF2B5EF4-FFF2-40B4-BE49-F238E27FC236}">
                <a16:creationId xmlns:a16="http://schemas.microsoft.com/office/drawing/2014/main" id="{01852228-C3F6-4F20-94A2-A9A9C305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2631510"/>
            <a:ext cx="390" cy="684937"/>
          </a:xfrm>
          <a:custGeom xmlns:a="http://schemas.openxmlformats.org/drawingml/2006/main">
            <a:pathLst>
              <a:path w="476" h="835289">
                <a:moveTo>
                  <a:pt x="0" y="8352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124" name="b-frame-4-strip-path-0101 white halo">
            <a:extLst xmlns:a="http://schemas.openxmlformats.org/drawingml/2006/main">
              <a:ext uri="{FF2B5EF4-FFF2-40B4-BE49-F238E27FC236}">
                <a16:creationId xmlns:a16="http://schemas.microsoft.com/office/drawing/2014/main" id="{0C4D5542-97A0-4928-A956-E7A25C41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3925903"/>
            <a:ext cx="390" cy="9537"/>
          </a:xfrm>
          <a:custGeom xmlns:a="http://schemas.openxmlformats.org/drawingml/2006/main">
            <a:pathLst>
              <a:path w="476" h="11630">
                <a:moveTo>
                  <a:pt x="0" y="116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5" name="b-frame-4-strip-path-0101">
            <a:extLst xmlns:a="http://schemas.openxmlformats.org/drawingml/2006/main">
              <a:ext uri="{FF2B5EF4-FFF2-40B4-BE49-F238E27FC236}">
                <a16:creationId xmlns:a16="http://schemas.microsoft.com/office/drawing/2014/main" id="{9A83C538-28C9-451F-AAC1-F359883C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3925903"/>
            <a:ext cx="390" cy="9537"/>
          </a:xfrm>
          <a:custGeom xmlns:a="http://schemas.openxmlformats.org/drawingml/2006/main">
            <a:pathLst>
              <a:path w="476" h="11630">
                <a:moveTo>
                  <a:pt x="0" y="116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126" name="b-frame-4-strip-marker-0099">
            <a:extLst xmlns:a="http://schemas.openxmlformats.org/drawingml/2006/main">
              <a:ext uri="{FF2B5EF4-FFF2-40B4-BE49-F238E27FC236}">
                <a16:creationId xmlns:a16="http://schemas.microsoft.com/office/drawing/2014/main" id="{E7D99ECE-EC42-4341-8194-D280C408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71" y="2597834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27" name="b-frame-4-strip-marker-0100">
            <a:extLst xmlns:a="http://schemas.openxmlformats.org/drawingml/2006/main">
              <a:ext uri="{FF2B5EF4-FFF2-40B4-BE49-F238E27FC236}">
                <a16:creationId xmlns:a16="http://schemas.microsoft.com/office/drawing/2014/main" id="{CEF4B505-7F98-4D40-8DAB-B464B5E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72" y="328787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8" name="b-frame-4-strip-marker-0102">
            <a:extLst xmlns:a="http://schemas.openxmlformats.org/drawingml/2006/main">
              <a:ext uri="{FF2B5EF4-FFF2-40B4-BE49-F238E27FC236}">
                <a16:creationId xmlns:a16="http://schemas.microsoft.com/office/drawing/2014/main" id="{B40EAD94-6552-4B6B-81BD-043893CC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71" y="3892227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29" name="b-frame-4-strip-marker-0103">
            <a:extLst xmlns:a="http://schemas.openxmlformats.org/drawingml/2006/main">
              <a:ext uri="{FF2B5EF4-FFF2-40B4-BE49-F238E27FC236}">
                <a16:creationId xmlns:a16="http://schemas.microsoft.com/office/drawing/2014/main" id="{00CCAC89-55F6-4F9D-B7D4-C30146F1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72" y="39068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0" name="b-frame-4-strip-path-0107">
            <a:extLst xmlns:a="http://schemas.openxmlformats.org/drawingml/2006/main">
              <a:ext uri="{FF2B5EF4-FFF2-40B4-BE49-F238E27FC236}">
                <a16:creationId xmlns:a16="http://schemas.microsoft.com/office/drawing/2014/main" id="{33810FE0-F45F-4F33-9AB9-E29C6EE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2" y="2520562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31" name="b-frame-4-strip-path-0108">
            <a:extLst xmlns:a="http://schemas.openxmlformats.org/drawingml/2006/main">
              <a:ext uri="{FF2B5EF4-FFF2-40B4-BE49-F238E27FC236}">
                <a16:creationId xmlns:a16="http://schemas.microsoft.com/office/drawing/2014/main" id="{C9A32D6A-1728-42BE-A9E7-FAC40F50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2" y="4086161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32" name="b-frame-4-strip A12">
            <a:extLst xmlns:a="http://schemas.openxmlformats.org/drawingml/2006/main">
              <a:ext uri="{FF2B5EF4-FFF2-40B4-BE49-F238E27FC236}">
                <a16:creationId xmlns:a16="http://schemas.microsoft.com/office/drawing/2014/main" id="{BB0DF98E-53E5-4ABD-8EDC-300A58F7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6237" y="3178828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A12</a:t>
            </a:r>
          </a:p>
        </p:txBody>
      </p:sp>
      <p:sp>
        <p:nvSpPr>
          <p:cNvPr id="133" name="b-frame-4-strip B12">
            <a:extLst xmlns:a="http://schemas.openxmlformats.org/drawingml/2006/main">
              <a:ext uri="{FF2B5EF4-FFF2-40B4-BE49-F238E27FC236}">
                <a16:creationId xmlns:a16="http://schemas.microsoft.com/office/drawing/2014/main" id="{36E0F33E-A6B0-49D7-B768-72A96B6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6237" y="3797820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B12</a:t>
            </a:r>
          </a:p>
        </p:txBody>
      </p:sp>
      <p:sp>
        <p:nvSpPr>
          <p:cNvPr id="134" name="b-frame-4-strip 0%">
            <a:extLst xmlns:a="http://schemas.openxmlformats.org/drawingml/2006/main">
              <a:ext uri="{FF2B5EF4-FFF2-40B4-BE49-F238E27FC236}">
                <a16:creationId xmlns:a16="http://schemas.microsoft.com/office/drawing/2014/main" id="{B32C76E7-A5E6-4F6E-8883-7179F992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092" y="2362348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135" name="b-frame-5-volume-path-0109">
            <a:extLst xmlns:a="http://schemas.openxmlformats.org/drawingml/2006/main">
              <a:ext uri="{FF2B5EF4-FFF2-40B4-BE49-F238E27FC236}">
                <a16:creationId xmlns:a16="http://schemas.microsoft.com/office/drawing/2014/main" id="{121414E8-6193-4138-AF9A-5115BD78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289975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36" name="b-frame-5-volume-path-0110">
            <a:extLst xmlns:a="http://schemas.openxmlformats.org/drawingml/2006/main">
              <a:ext uri="{FF2B5EF4-FFF2-40B4-BE49-F238E27FC236}">
                <a16:creationId xmlns:a16="http://schemas.microsoft.com/office/drawing/2014/main" id="{24AB6D56-B8A5-4AC9-A7FB-9A936EC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349358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37" name="b-frame-5-volume-path-0111">
            <a:extLst xmlns:a="http://schemas.openxmlformats.org/drawingml/2006/main">
              <a:ext uri="{FF2B5EF4-FFF2-40B4-BE49-F238E27FC236}">
                <a16:creationId xmlns:a16="http://schemas.microsoft.com/office/drawing/2014/main" id="{92A7CD56-1023-4632-9EF7-76FF5E3E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3746978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38" name="b-frame-5-volume-path-0112">
            <a:extLst xmlns:a="http://schemas.openxmlformats.org/drawingml/2006/main">
              <a:ext uri="{FF2B5EF4-FFF2-40B4-BE49-F238E27FC236}">
                <a16:creationId xmlns:a16="http://schemas.microsoft.com/office/drawing/2014/main" id="{2DC9D8BA-9BBF-4C06-8ACB-710E5CC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264636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39" name="b-frame-5-volume-path-0113">
            <a:extLst xmlns:a="http://schemas.openxmlformats.org/drawingml/2006/main">
              <a:ext uri="{FF2B5EF4-FFF2-40B4-BE49-F238E27FC236}">
                <a16:creationId xmlns:a16="http://schemas.microsoft.com/office/drawing/2014/main" id="{49DA9197-0E04-43FC-B3D3-67D2E35E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289975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0" name="b-frame-5-volume-path-0114">
            <a:extLst xmlns:a="http://schemas.openxmlformats.org/drawingml/2006/main">
              <a:ext uri="{FF2B5EF4-FFF2-40B4-BE49-F238E27FC236}">
                <a16:creationId xmlns:a16="http://schemas.microsoft.com/office/drawing/2014/main" id="{A3189C9A-F3A7-4A5D-9A1F-8096CE97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264636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1" name="b-frame-5-volume-path-0115">
            <a:extLst xmlns:a="http://schemas.openxmlformats.org/drawingml/2006/main">
              <a:ext uri="{FF2B5EF4-FFF2-40B4-BE49-F238E27FC236}">
                <a16:creationId xmlns:a16="http://schemas.microsoft.com/office/drawing/2014/main" id="{29FCA47D-D5D2-41BB-A61F-20F64CD5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3493583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2" name="b-frame-5-volume-path-0116">
            <a:extLst xmlns:a="http://schemas.openxmlformats.org/drawingml/2006/main">
              <a:ext uri="{FF2B5EF4-FFF2-40B4-BE49-F238E27FC236}">
                <a16:creationId xmlns:a16="http://schemas.microsoft.com/office/drawing/2014/main" id="{B1B94A8D-CACB-4F8C-B5FD-304CF9EF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264636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3" name="b-frame-5-volume-path-0117">
            <a:extLst xmlns:a="http://schemas.openxmlformats.org/drawingml/2006/main">
              <a:ext uri="{FF2B5EF4-FFF2-40B4-BE49-F238E27FC236}">
                <a16:creationId xmlns:a16="http://schemas.microsoft.com/office/drawing/2014/main" id="{10D78D49-9225-410D-8012-319A938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300731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4" name="b-frame-5-volume-path-0118">
            <a:extLst xmlns:a="http://schemas.openxmlformats.org/drawingml/2006/main">
              <a:ext uri="{FF2B5EF4-FFF2-40B4-BE49-F238E27FC236}">
                <a16:creationId xmlns:a16="http://schemas.microsoft.com/office/drawing/2014/main" id="{351FEA68-1C90-4AC3-B8B9-9EB66CBC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3601143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5" name="b-frame-5-volume-path-0119">
            <a:extLst xmlns:a="http://schemas.openxmlformats.org/drawingml/2006/main">
              <a:ext uri="{FF2B5EF4-FFF2-40B4-BE49-F238E27FC236}">
                <a16:creationId xmlns:a16="http://schemas.microsoft.com/office/drawing/2014/main" id="{4B70CED7-AD26-4882-ACD5-527A33AF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2753924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6" name="b-frame-5-volume-path-0120">
            <a:extLst xmlns:a="http://schemas.openxmlformats.org/drawingml/2006/main">
              <a:ext uri="{FF2B5EF4-FFF2-40B4-BE49-F238E27FC236}">
                <a16:creationId xmlns:a16="http://schemas.microsoft.com/office/drawing/2014/main" id="{7EC4B69C-94CA-4BCB-AC4B-953F51A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312" y="27539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47" name="b-frame-5-volume X / q">
            <a:extLst xmlns:a="http://schemas.openxmlformats.org/drawingml/2006/main">
              <a:ext uri="{FF2B5EF4-FFF2-40B4-BE49-F238E27FC236}">
                <a16:creationId xmlns:a16="http://schemas.microsoft.com/office/drawing/2014/main" id="{9EB6B995-ECAF-4387-A96C-1C847526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084" y="3959667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148" name="b-frame-5-volume t = 5">
            <a:extLst xmlns:a="http://schemas.openxmlformats.org/drawingml/2006/main">
              <a:ext uri="{FF2B5EF4-FFF2-40B4-BE49-F238E27FC236}">
                <a16:creationId xmlns:a16="http://schemas.microsoft.com/office/drawing/2014/main" id="{AC28F976-2104-4946-85C4-795A2FEE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1704" y="2617146"/>
            <a:ext cx="40533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5</a:t>
            </a:r>
          </a:p>
        </p:txBody>
      </p:sp>
      <p:sp>
        <p:nvSpPr>
          <p:cNvPr id="149" name="b-frame-5-volume-path-0121">
            <a:extLst xmlns:a="http://schemas.openxmlformats.org/drawingml/2006/main">
              <a:ext uri="{FF2B5EF4-FFF2-40B4-BE49-F238E27FC236}">
                <a16:creationId xmlns:a16="http://schemas.microsoft.com/office/drawing/2014/main" id="{742F0836-9FC4-4C47-B791-444346F9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499" y="3936265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150" name="b-frame-5-volume-path-0122">
            <a:extLst xmlns:a="http://schemas.openxmlformats.org/drawingml/2006/main">
              <a:ext uri="{FF2B5EF4-FFF2-40B4-BE49-F238E27FC236}">
                <a16:creationId xmlns:a16="http://schemas.microsoft.com/office/drawing/2014/main" id="{C674326C-FB90-4DEB-B17D-DF57B87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35" y="3113488"/>
            <a:ext cx="331626" cy="921866"/>
          </a:xfrm>
          <a:custGeom xmlns:a="http://schemas.openxmlformats.org/drawingml/2006/main">
            <a:pathLst>
              <a:path w="404422" h="1124227">
                <a:moveTo>
                  <a:pt x="404422" y="0"/>
                </a:moveTo>
                <a:lnTo>
                  <a:pt x="0" y="112422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151" name="b-frame-5-volume-path-0125">
            <a:extLst xmlns:a="http://schemas.openxmlformats.org/drawingml/2006/main">
              <a:ext uri="{FF2B5EF4-FFF2-40B4-BE49-F238E27FC236}">
                <a16:creationId xmlns:a16="http://schemas.microsoft.com/office/drawing/2014/main" id="{111F78F9-C984-41A2-90A8-4A77D488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893" y="3234809"/>
            <a:ext cx="219257" cy="713312"/>
          </a:xfrm>
          <a:custGeom xmlns:a="http://schemas.openxmlformats.org/drawingml/2006/main">
            <a:pathLst>
              <a:path w="267387" h="869893">
                <a:moveTo>
                  <a:pt x="267387" y="0"/>
                </a:moveTo>
                <a:lnTo>
                  <a:pt x="0" y="869893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152" name="b-frame-5-volume-marker-0123">
            <a:extLst xmlns:a="http://schemas.openxmlformats.org/drawingml/2006/main">
              <a:ext uri="{FF2B5EF4-FFF2-40B4-BE49-F238E27FC236}">
                <a16:creationId xmlns:a16="http://schemas.microsoft.com/office/drawing/2014/main" id="{FA814E65-16ED-4C37-904C-78D3541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604" y="3082532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3" name="b-frame-5-volume-marker-0124">
            <a:extLst xmlns:a="http://schemas.openxmlformats.org/drawingml/2006/main">
              <a:ext uri="{FF2B5EF4-FFF2-40B4-BE49-F238E27FC236}">
                <a16:creationId xmlns:a16="http://schemas.microsoft.com/office/drawing/2014/main" id="{CF067C6B-643D-433B-A3BD-F72395A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259" y="4001679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154" name="b-frame-5-volume-marker-0126">
            <a:extLst xmlns:a="http://schemas.openxmlformats.org/drawingml/2006/main">
              <a:ext uri="{FF2B5EF4-FFF2-40B4-BE49-F238E27FC236}">
                <a16:creationId xmlns:a16="http://schemas.microsoft.com/office/drawing/2014/main" id="{7FC8D4E7-0E8E-45C5-8D44-506E7D8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194" y="3203853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5" name="b-frame-5-volume-marker-0127">
            <a:extLst xmlns:a="http://schemas.openxmlformats.org/drawingml/2006/main">
              <a:ext uri="{FF2B5EF4-FFF2-40B4-BE49-F238E27FC236}">
                <a16:creationId xmlns:a16="http://schemas.microsoft.com/office/drawing/2014/main" id="{2A46F0CF-1093-4B19-BACC-65C6C1E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217" y="391444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156" name="b-frame-5-volume A13">
            <a:extLst xmlns:a="http://schemas.openxmlformats.org/drawingml/2006/main">
              <a:ext uri="{FF2B5EF4-FFF2-40B4-BE49-F238E27FC236}">
                <a16:creationId xmlns:a16="http://schemas.microsoft.com/office/drawing/2014/main" id="{28DB6E30-CC51-4127-90E4-F5153961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135" y="2939830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A13</a:t>
            </a:r>
          </a:p>
        </p:txBody>
      </p:sp>
      <p:sp>
        <p:nvSpPr>
          <p:cNvPr id="157" name="b-frame-5-volume B13">
            <a:extLst xmlns:a="http://schemas.openxmlformats.org/drawingml/2006/main">
              <a:ext uri="{FF2B5EF4-FFF2-40B4-BE49-F238E27FC236}">
                <a16:creationId xmlns:a16="http://schemas.microsoft.com/office/drawing/2014/main" id="{B2C5698B-E24E-435F-8CBD-25B7172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724" y="3061151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B13</a:t>
            </a:r>
          </a:p>
        </p:txBody>
      </p:sp>
      <p:sp>
        <p:nvSpPr>
          <p:cNvPr id="158" name="b-frame-5-strip-path-0132 white halo">
            <a:extLst xmlns:a="http://schemas.openxmlformats.org/drawingml/2006/main">
              <a:ext uri="{FF2B5EF4-FFF2-40B4-BE49-F238E27FC236}">
                <a16:creationId xmlns:a16="http://schemas.microsoft.com/office/drawing/2014/main" id="{BD80A96A-6F5C-4944-B322-DFEFB2C1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2643837"/>
            <a:ext cx="390" cy="678962"/>
          </a:xfrm>
          <a:custGeom xmlns:a="http://schemas.openxmlformats.org/drawingml/2006/main">
            <a:pathLst>
              <a:path w="476" h="828003">
                <a:moveTo>
                  <a:pt x="0" y="8280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9" name="b-frame-5-strip-path-0132">
            <a:extLst xmlns:a="http://schemas.openxmlformats.org/drawingml/2006/main">
              <a:ext uri="{FF2B5EF4-FFF2-40B4-BE49-F238E27FC236}">
                <a16:creationId xmlns:a16="http://schemas.microsoft.com/office/drawing/2014/main" id="{2E976A69-926C-4DAD-BA8B-D1B793E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2643837"/>
            <a:ext cx="390" cy="678962"/>
          </a:xfrm>
          <a:custGeom xmlns:a="http://schemas.openxmlformats.org/drawingml/2006/main">
            <a:pathLst>
              <a:path w="476" h="828003">
                <a:moveTo>
                  <a:pt x="0" y="8280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160" name="b-frame-5-strip-path-0135 white halo">
            <a:extLst xmlns:a="http://schemas.openxmlformats.org/drawingml/2006/main">
              <a:ext uri="{FF2B5EF4-FFF2-40B4-BE49-F238E27FC236}">
                <a16:creationId xmlns:a16="http://schemas.microsoft.com/office/drawing/2014/main" id="{16285DF8-DD0B-42FE-BFAE-EADC4BD8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3908387"/>
            <a:ext cx="390" cy="5188"/>
          </a:xfrm>
          <a:custGeom xmlns:a="http://schemas.openxmlformats.org/drawingml/2006/main">
            <a:pathLst>
              <a:path w="476" h="6327">
                <a:moveTo>
                  <a:pt x="0" y="0"/>
                </a:moveTo>
                <a:lnTo>
                  <a:pt x="0" y="632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1" name="b-frame-5-strip-path-0135">
            <a:extLst xmlns:a="http://schemas.openxmlformats.org/drawingml/2006/main">
              <a:ext uri="{FF2B5EF4-FFF2-40B4-BE49-F238E27FC236}">
                <a16:creationId xmlns:a16="http://schemas.microsoft.com/office/drawing/2014/main" id="{FB9913E8-19AE-4493-BE51-F0438A2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3908387"/>
            <a:ext cx="390" cy="5188"/>
          </a:xfrm>
          <a:custGeom xmlns:a="http://schemas.openxmlformats.org/drawingml/2006/main">
            <a:pathLst>
              <a:path w="476" h="6327">
                <a:moveTo>
                  <a:pt x="0" y="0"/>
                </a:moveTo>
                <a:lnTo>
                  <a:pt x="0" y="632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162" name="b-frame-5-strip-marker-0133">
            <a:extLst xmlns:a="http://schemas.openxmlformats.org/drawingml/2006/main">
              <a:ext uri="{FF2B5EF4-FFF2-40B4-BE49-F238E27FC236}">
                <a16:creationId xmlns:a16="http://schemas.microsoft.com/office/drawing/2014/main" id="{501C6F08-E09D-403D-934F-A2082D8C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262" y="2610161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63" name="b-frame-5-strip-marker-0134">
            <a:extLst xmlns:a="http://schemas.openxmlformats.org/drawingml/2006/main">
              <a:ext uri="{FF2B5EF4-FFF2-40B4-BE49-F238E27FC236}">
                <a16:creationId xmlns:a16="http://schemas.microsoft.com/office/drawing/2014/main" id="{0DF5AB2C-DC69-4ACB-916E-DAB7CCAC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63" y="329422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4" name="b-frame-5-strip-marker-0136">
            <a:extLst xmlns:a="http://schemas.openxmlformats.org/drawingml/2006/main">
              <a:ext uri="{FF2B5EF4-FFF2-40B4-BE49-F238E27FC236}">
                <a16:creationId xmlns:a16="http://schemas.microsoft.com/office/drawing/2014/main" id="{3FF42744-2E47-4F09-B45B-D3FA7F1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262" y="3879899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65" name="b-frame-5-strip-marker-0137">
            <a:extLst xmlns:a="http://schemas.openxmlformats.org/drawingml/2006/main">
              <a:ext uri="{FF2B5EF4-FFF2-40B4-BE49-F238E27FC236}">
                <a16:creationId xmlns:a16="http://schemas.microsoft.com/office/drawing/2014/main" id="{FB41E615-0517-481C-8A3F-200AD0BD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63" y="38798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6" name="b-frame-5-strip-path-0141">
            <a:extLst xmlns:a="http://schemas.openxmlformats.org/drawingml/2006/main">
              <a:ext uri="{FF2B5EF4-FFF2-40B4-BE49-F238E27FC236}">
                <a16:creationId xmlns:a16="http://schemas.microsoft.com/office/drawing/2014/main" id="{93715821-9400-4899-B403-0343A31A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142" y="2520562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67" name="b-frame-5-strip-path-0142">
            <a:extLst xmlns:a="http://schemas.openxmlformats.org/drawingml/2006/main">
              <a:ext uri="{FF2B5EF4-FFF2-40B4-BE49-F238E27FC236}">
                <a16:creationId xmlns:a16="http://schemas.microsoft.com/office/drawing/2014/main" id="{F21070A5-5322-434D-9211-CD98FF4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142" y="4086161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68" name="b-frame-5-strip A13">
            <a:extLst xmlns:a="http://schemas.openxmlformats.org/drawingml/2006/main">
              <a:ext uri="{FF2B5EF4-FFF2-40B4-BE49-F238E27FC236}">
                <a16:creationId xmlns:a16="http://schemas.microsoft.com/office/drawing/2014/main" id="{1B1B1365-6EC7-4658-8AAF-3C71F6C3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28" y="3185181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A13</a:t>
            </a:r>
          </a:p>
        </p:txBody>
      </p:sp>
      <p:sp>
        <p:nvSpPr>
          <p:cNvPr id="169" name="b-frame-5-strip B13">
            <a:extLst xmlns:a="http://schemas.openxmlformats.org/drawingml/2006/main">
              <a:ext uri="{FF2B5EF4-FFF2-40B4-BE49-F238E27FC236}">
                <a16:creationId xmlns:a16="http://schemas.microsoft.com/office/drawing/2014/main" id="{D0CBD7A5-504F-4F99-8999-39547B3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28" y="377076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B13</a:t>
            </a:r>
          </a:p>
        </p:txBody>
      </p:sp>
      <p:sp>
        <p:nvSpPr>
          <p:cNvPr id="170" name="b-frame-5-strip 0%">
            <a:extLst xmlns:a="http://schemas.openxmlformats.org/drawingml/2006/main">
              <a:ext uri="{FF2B5EF4-FFF2-40B4-BE49-F238E27FC236}">
                <a16:creationId xmlns:a16="http://schemas.microsoft.com/office/drawing/2014/main" id="{E96E13D8-A539-4C90-9AFB-9521E75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5582" y="2362348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171" name="b-frame-6-volume-path-0143">
            <a:extLst xmlns:a="http://schemas.openxmlformats.org/drawingml/2006/main">
              <a:ext uri="{FF2B5EF4-FFF2-40B4-BE49-F238E27FC236}">
                <a16:creationId xmlns:a16="http://schemas.microsoft.com/office/drawing/2014/main" id="{DF4CE0B1-397B-4822-BA40-892832B8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53831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2" name="b-frame-6-volume-path-0144">
            <a:extLst xmlns:a="http://schemas.openxmlformats.org/drawingml/2006/main">
              <a:ext uri="{FF2B5EF4-FFF2-40B4-BE49-F238E27FC236}">
                <a16:creationId xmlns:a16="http://schemas.microsoft.com/office/drawing/2014/main" id="{1A897B17-2E63-4623-B34E-C2DCCAC4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5976947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3" name="b-frame-6-volume-path-0145">
            <a:extLst xmlns:a="http://schemas.openxmlformats.org/drawingml/2006/main">
              <a:ext uri="{FF2B5EF4-FFF2-40B4-BE49-F238E27FC236}">
                <a16:creationId xmlns:a16="http://schemas.microsoft.com/office/drawing/2014/main" id="{46670424-F7AE-4177-BE11-DBDD438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6230342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4" name="b-frame-6-volume-path-0146">
            <a:extLst xmlns:a="http://schemas.openxmlformats.org/drawingml/2006/main">
              <a:ext uri="{FF2B5EF4-FFF2-40B4-BE49-F238E27FC236}">
                <a16:creationId xmlns:a16="http://schemas.microsoft.com/office/drawing/2014/main" id="{B76DBCD7-92FF-4D81-A535-4538A96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5129729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5" name="b-frame-6-volume-path-0147">
            <a:extLst xmlns:a="http://schemas.openxmlformats.org/drawingml/2006/main">
              <a:ext uri="{FF2B5EF4-FFF2-40B4-BE49-F238E27FC236}">
                <a16:creationId xmlns:a16="http://schemas.microsoft.com/office/drawing/2014/main" id="{5F9DE66B-1821-4645-93F7-82621C1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57" y="538312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6" name="b-frame-6-volume-path-0148">
            <a:extLst xmlns:a="http://schemas.openxmlformats.org/drawingml/2006/main">
              <a:ext uri="{FF2B5EF4-FFF2-40B4-BE49-F238E27FC236}">
                <a16:creationId xmlns:a16="http://schemas.microsoft.com/office/drawing/2014/main" id="{DC877354-713D-453C-A5B2-4A65CD6F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512972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7" name="b-frame-6-volume-path-0149">
            <a:extLst xmlns:a="http://schemas.openxmlformats.org/drawingml/2006/main">
              <a:ext uri="{FF2B5EF4-FFF2-40B4-BE49-F238E27FC236}">
                <a16:creationId xmlns:a16="http://schemas.microsoft.com/office/drawing/2014/main" id="{39DB6DA9-CB63-4B9F-BE1D-9AFF537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5976947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8" name="b-frame-6-volume-path-0150">
            <a:extLst xmlns:a="http://schemas.openxmlformats.org/drawingml/2006/main">
              <a:ext uri="{FF2B5EF4-FFF2-40B4-BE49-F238E27FC236}">
                <a16:creationId xmlns:a16="http://schemas.microsoft.com/office/drawing/2014/main" id="{DB8C30DC-4B69-4D5E-B772-CB2FE18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28" y="512972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79" name="b-frame-6-volume-path-0151">
            <a:extLst xmlns:a="http://schemas.openxmlformats.org/drawingml/2006/main">
              <a:ext uri="{FF2B5EF4-FFF2-40B4-BE49-F238E27FC236}">
                <a16:creationId xmlns:a16="http://schemas.microsoft.com/office/drawing/2014/main" id="{57E23550-22E7-4E09-B620-E2A0CB1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5490683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80" name="b-frame-6-volume-path-0152">
            <a:extLst xmlns:a="http://schemas.openxmlformats.org/drawingml/2006/main">
              <a:ext uri="{FF2B5EF4-FFF2-40B4-BE49-F238E27FC236}">
                <a16:creationId xmlns:a16="http://schemas.microsoft.com/office/drawing/2014/main" id="{B4730C37-733D-4096-9CC5-D49B8AB0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6084506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81" name="b-frame-6-volume-path-0153">
            <a:extLst xmlns:a="http://schemas.openxmlformats.org/drawingml/2006/main">
              <a:ext uri="{FF2B5EF4-FFF2-40B4-BE49-F238E27FC236}">
                <a16:creationId xmlns:a16="http://schemas.microsoft.com/office/drawing/2014/main" id="{43291CE7-DEE9-4EA3-A187-364B4C29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60" y="5237288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82" name="b-frame-6-volume-path-0154">
            <a:extLst xmlns:a="http://schemas.openxmlformats.org/drawingml/2006/main">
              <a:ext uri="{FF2B5EF4-FFF2-40B4-BE49-F238E27FC236}">
                <a16:creationId xmlns:a16="http://schemas.microsoft.com/office/drawing/2014/main" id="{6FBACAD1-EF28-47B6-8163-7FBF58FC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30" y="5237288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183" name="b-frame-6-volume X / q">
            <a:extLst xmlns:a="http://schemas.openxmlformats.org/drawingml/2006/main">
              <a:ext uri="{FF2B5EF4-FFF2-40B4-BE49-F238E27FC236}">
                <a16:creationId xmlns:a16="http://schemas.microsoft.com/office/drawing/2014/main" id="{5F0B7F81-2879-497F-BF84-E9D98B6E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102" y="6443031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184" name="b-frame-6-volume t = 6">
            <a:extLst xmlns:a="http://schemas.openxmlformats.org/drawingml/2006/main">
              <a:ext uri="{FF2B5EF4-FFF2-40B4-BE49-F238E27FC236}">
                <a16:creationId xmlns:a16="http://schemas.microsoft.com/office/drawing/2014/main" id="{384B2F64-2387-48B9-9D49-919B4CD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58" y="5100510"/>
            <a:ext cx="40494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6</a:t>
            </a:r>
          </a:p>
        </p:txBody>
      </p:sp>
      <p:sp>
        <p:nvSpPr>
          <p:cNvPr id="185" name="b-frame-6-volume-path-0155">
            <a:extLst xmlns:a="http://schemas.openxmlformats.org/drawingml/2006/main">
              <a:ext uri="{FF2B5EF4-FFF2-40B4-BE49-F238E27FC236}">
                <a16:creationId xmlns:a16="http://schemas.microsoft.com/office/drawing/2014/main" id="{8720271D-6118-4589-9020-D86B2228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18" y="6419629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186" name="b-frame-6-volume-path-0156">
            <a:extLst xmlns:a="http://schemas.openxmlformats.org/drawingml/2006/main">
              <a:ext uri="{FF2B5EF4-FFF2-40B4-BE49-F238E27FC236}">
                <a16:creationId xmlns:a16="http://schemas.microsoft.com/office/drawing/2014/main" id="{70DF3680-4EF5-4548-9ABF-FA2699C6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53" y="5610195"/>
            <a:ext cx="331626" cy="908525"/>
          </a:xfrm>
          <a:custGeom xmlns:a="http://schemas.openxmlformats.org/drawingml/2006/main">
            <a:pathLst>
              <a:path w="404422" h="1107957">
                <a:moveTo>
                  <a:pt x="404422" y="0"/>
                </a:moveTo>
                <a:lnTo>
                  <a:pt x="0" y="110795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187" name="b-frame-6-volume-path-0159">
            <a:extLst xmlns:a="http://schemas.openxmlformats.org/drawingml/2006/main">
              <a:ext uri="{FF2B5EF4-FFF2-40B4-BE49-F238E27FC236}">
                <a16:creationId xmlns:a16="http://schemas.microsoft.com/office/drawing/2014/main" id="{A3F51ECA-94AB-4847-AE17-B9828CB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98" y="5718474"/>
            <a:ext cx="216516" cy="711317"/>
          </a:xfrm>
          <a:custGeom xmlns:a="http://schemas.openxmlformats.org/drawingml/2006/main">
            <a:pathLst>
              <a:path w="264044" h="867460">
                <a:moveTo>
                  <a:pt x="264044" y="0"/>
                </a:moveTo>
                <a:lnTo>
                  <a:pt x="0" y="86746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188" name="b-frame-6-volume-marker-0157">
            <a:extLst xmlns:a="http://schemas.openxmlformats.org/drawingml/2006/main">
              <a:ext uri="{FF2B5EF4-FFF2-40B4-BE49-F238E27FC236}">
                <a16:creationId xmlns:a16="http://schemas.microsoft.com/office/drawing/2014/main" id="{7C4D6E2A-495E-4A63-B4CD-005377BA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622" y="557923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9" name="b-frame-6-volume-marker-0158">
            <a:extLst xmlns:a="http://schemas.openxmlformats.org/drawingml/2006/main">
              <a:ext uri="{FF2B5EF4-FFF2-40B4-BE49-F238E27FC236}">
                <a16:creationId xmlns:a16="http://schemas.microsoft.com/office/drawing/2014/main" id="{630C1FC8-25EB-40D7-8228-D96E23C0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77" y="6485043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190" name="b-frame-6-volume-marker-0160">
            <a:extLst xmlns:a="http://schemas.openxmlformats.org/drawingml/2006/main">
              <a:ext uri="{FF2B5EF4-FFF2-40B4-BE49-F238E27FC236}">
                <a16:creationId xmlns:a16="http://schemas.microsoft.com/office/drawing/2014/main" id="{2A8EE158-AC6F-42E5-BE76-45C00391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58" y="568751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1" name="b-frame-6-volume-marker-0161">
            <a:extLst xmlns:a="http://schemas.openxmlformats.org/drawingml/2006/main">
              <a:ext uri="{FF2B5EF4-FFF2-40B4-BE49-F238E27FC236}">
                <a16:creationId xmlns:a16="http://schemas.microsoft.com/office/drawing/2014/main" id="{20BF3DF2-E884-4518-857D-EB46A21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22" y="639611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192" name="b-frame-6-volume A14">
            <a:extLst xmlns:a="http://schemas.openxmlformats.org/drawingml/2006/main">
              <a:ext uri="{FF2B5EF4-FFF2-40B4-BE49-F238E27FC236}">
                <a16:creationId xmlns:a16="http://schemas.microsoft.com/office/drawing/2014/main" id="{7B841E58-BFE4-4450-848A-AF6DE8F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154" y="5436536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A14</a:t>
            </a:r>
          </a:p>
        </p:txBody>
      </p:sp>
      <p:sp>
        <p:nvSpPr>
          <p:cNvPr id="193" name="b-frame-6-volume B14">
            <a:extLst xmlns:a="http://schemas.openxmlformats.org/drawingml/2006/main">
              <a:ext uri="{FF2B5EF4-FFF2-40B4-BE49-F238E27FC236}">
                <a16:creationId xmlns:a16="http://schemas.microsoft.com/office/drawing/2014/main" id="{1F41C647-A7B2-4503-A6CC-3D8D71C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088" y="5544816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B14</a:t>
            </a:r>
          </a:p>
        </p:txBody>
      </p:sp>
      <p:sp>
        <p:nvSpPr>
          <p:cNvPr id="194" name="b-frame-6-strip-path-0166 white halo">
            <a:extLst xmlns:a="http://schemas.openxmlformats.org/drawingml/2006/main">
              <a:ext uri="{FF2B5EF4-FFF2-40B4-BE49-F238E27FC236}">
                <a16:creationId xmlns:a16="http://schemas.microsoft.com/office/drawing/2014/main" id="{5B992D06-730C-4C8D-BA8D-C96A92B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5127202"/>
            <a:ext cx="390" cy="693747"/>
          </a:xfrm>
          <a:custGeom xmlns:a="http://schemas.openxmlformats.org/drawingml/2006/main">
            <a:pathLst>
              <a:path w="476" h="846033">
                <a:moveTo>
                  <a:pt x="0" y="8460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5" name="b-frame-6-strip-path-0166">
            <a:extLst xmlns:a="http://schemas.openxmlformats.org/drawingml/2006/main">
              <a:ext uri="{FF2B5EF4-FFF2-40B4-BE49-F238E27FC236}">
                <a16:creationId xmlns:a16="http://schemas.microsoft.com/office/drawing/2014/main" id="{E09D95A4-769C-4AB8-AA16-6DD50E5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5127202"/>
            <a:ext cx="390" cy="693747"/>
          </a:xfrm>
          <a:custGeom xmlns:a="http://schemas.openxmlformats.org/drawingml/2006/main">
            <a:pathLst>
              <a:path w="476" h="846033">
                <a:moveTo>
                  <a:pt x="0" y="84603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196" name="b-frame-6-strip-path-0169 white halo">
            <a:extLst xmlns:a="http://schemas.openxmlformats.org/drawingml/2006/main">
              <a:ext uri="{FF2B5EF4-FFF2-40B4-BE49-F238E27FC236}">
                <a16:creationId xmlns:a16="http://schemas.microsoft.com/office/drawing/2014/main" id="{248C3936-D55D-4479-82D3-EF4DA833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6393899"/>
            <a:ext cx="390" cy="27696"/>
          </a:xfrm>
          <a:custGeom xmlns:a="http://schemas.openxmlformats.org/drawingml/2006/main">
            <a:pathLst>
              <a:path w="476" h="33775">
                <a:moveTo>
                  <a:pt x="0" y="0"/>
                </a:moveTo>
                <a:lnTo>
                  <a:pt x="0" y="337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7" name="b-frame-6-strip-path-0169">
            <a:extLst xmlns:a="http://schemas.openxmlformats.org/drawingml/2006/main">
              <a:ext uri="{FF2B5EF4-FFF2-40B4-BE49-F238E27FC236}">
                <a16:creationId xmlns:a16="http://schemas.microsoft.com/office/drawing/2014/main" id="{E0507EEF-EF62-42A3-A7A4-9DD658B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56" y="6393899"/>
            <a:ext cx="390" cy="27696"/>
          </a:xfrm>
          <a:custGeom xmlns:a="http://schemas.openxmlformats.org/drawingml/2006/main">
            <a:pathLst>
              <a:path w="476" h="33775">
                <a:moveTo>
                  <a:pt x="0" y="0"/>
                </a:moveTo>
                <a:lnTo>
                  <a:pt x="0" y="33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198" name="b-frame-6-strip-marker-0167">
            <a:extLst xmlns:a="http://schemas.openxmlformats.org/drawingml/2006/main">
              <a:ext uri="{FF2B5EF4-FFF2-40B4-BE49-F238E27FC236}">
                <a16:creationId xmlns:a16="http://schemas.microsoft.com/office/drawing/2014/main" id="{06F07309-AFD8-4F8C-8474-3EF0E6C8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80" y="509352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99" name="b-frame-6-strip-marker-0168">
            <a:extLst xmlns:a="http://schemas.openxmlformats.org/drawingml/2006/main">
              <a:ext uri="{FF2B5EF4-FFF2-40B4-BE49-F238E27FC236}">
                <a16:creationId xmlns:a16="http://schemas.microsoft.com/office/drawing/2014/main" id="{FED9EB82-2C3F-40A7-8C15-5C18D26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81" y="579237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0" name="b-frame-6-strip-marker-0170">
            <a:extLst xmlns:a="http://schemas.openxmlformats.org/drawingml/2006/main">
              <a:ext uri="{FF2B5EF4-FFF2-40B4-BE49-F238E27FC236}">
                <a16:creationId xmlns:a16="http://schemas.microsoft.com/office/drawing/2014/main" id="{E7FFB34E-C4F2-4EFC-B220-A6959CAB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80" y="6387918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01" name="b-frame-6-strip-marker-0171">
            <a:extLst xmlns:a="http://schemas.openxmlformats.org/drawingml/2006/main">
              <a:ext uri="{FF2B5EF4-FFF2-40B4-BE49-F238E27FC236}">
                <a16:creationId xmlns:a16="http://schemas.microsoft.com/office/drawing/2014/main" id="{68E81B9A-10A8-42BB-BF81-94AD074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81" y="636532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" name="b-frame-6-strip-path-0175">
            <a:extLst xmlns:a="http://schemas.openxmlformats.org/drawingml/2006/main">
              <a:ext uri="{FF2B5EF4-FFF2-40B4-BE49-F238E27FC236}">
                <a16:creationId xmlns:a16="http://schemas.microsoft.com/office/drawing/2014/main" id="{1BDCF6BF-1B6E-46AD-A4C3-CEBDADE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61" y="5003926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03" name="b-frame-6-strip-path-0176">
            <a:extLst xmlns:a="http://schemas.openxmlformats.org/drawingml/2006/main">
              <a:ext uri="{FF2B5EF4-FFF2-40B4-BE49-F238E27FC236}">
                <a16:creationId xmlns:a16="http://schemas.microsoft.com/office/drawing/2014/main" id="{BD31CA97-52AB-40E6-B7DC-7C2E482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61" y="6569525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04" name="b-frame-6-strip A14">
            <a:extLst xmlns:a="http://schemas.openxmlformats.org/drawingml/2006/main">
              <a:ext uri="{FF2B5EF4-FFF2-40B4-BE49-F238E27FC236}">
                <a16:creationId xmlns:a16="http://schemas.microsoft.com/office/drawing/2014/main" id="{872D5FB7-0A6C-44EA-9BD2-B5CB413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746" y="568332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A14</a:t>
            </a:r>
          </a:p>
        </p:txBody>
      </p:sp>
      <p:sp>
        <p:nvSpPr>
          <p:cNvPr id="205" name="b-frame-6-strip B14">
            <a:extLst xmlns:a="http://schemas.openxmlformats.org/drawingml/2006/main">
              <a:ext uri="{FF2B5EF4-FFF2-40B4-BE49-F238E27FC236}">
                <a16:creationId xmlns:a16="http://schemas.microsoft.com/office/drawing/2014/main" id="{F117490A-724F-46E5-850E-BF30A6F7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746" y="6256280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B14</a:t>
            </a:r>
          </a:p>
        </p:txBody>
      </p:sp>
      <p:sp>
        <p:nvSpPr>
          <p:cNvPr id="206" name="b-frame-6-strip 0%">
            <a:extLst xmlns:a="http://schemas.openxmlformats.org/drawingml/2006/main">
              <a:ext uri="{FF2B5EF4-FFF2-40B4-BE49-F238E27FC236}">
                <a16:creationId xmlns:a16="http://schemas.microsoft.com/office/drawing/2014/main" id="{37AE4C83-545F-464A-8650-2B26C4C0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601" y="4845712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207" name="b-frame-7-volume-path-0177">
            <a:extLst xmlns:a="http://schemas.openxmlformats.org/drawingml/2006/main">
              <a:ext uri="{FF2B5EF4-FFF2-40B4-BE49-F238E27FC236}">
                <a16:creationId xmlns:a16="http://schemas.microsoft.com/office/drawing/2014/main" id="{9ACB7A6A-9B93-4130-93AE-F4311660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53831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08" name="b-frame-7-volume-path-0178">
            <a:extLst xmlns:a="http://schemas.openxmlformats.org/drawingml/2006/main">
              <a:ext uri="{FF2B5EF4-FFF2-40B4-BE49-F238E27FC236}">
                <a16:creationId xmlns:a16="http://schemas.microsoft.com/office/drawing/2014/main" id="{6EF2E20F-8B30-4B21-AAB9-55C158C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5976947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09" name="b-frame-7-volume-path-0179">
            <a:extLst xmlns:a="http://schemas.openxmlformats.org/drawingml/2006/main">
              <a:ext uri="{FF2B5EF4-FFF2-40B4-BE49-F238E27FC236}">
                <a16:creationId xmlns:a16="http://schemas.microsoft.com/office/drawing/2014/main" id="{891432CE-7F13-473F-A431-E0CCE02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6230342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0" name="b-frame-7-volume-path-0180">
            <a:extLst xmlns:a="http://schemas.openxmlformats.org/drawingml/2006/main">
              <a:ext uri="{FF2B5EF4-FFF2-40B4-BE49-F238E27FC236}">
                <a16:creationId xmlns:a16="http://schemas.microsoft.com/office/drawing/2014/main" id="{DEE4B00A-5B02-4C30-B3A1-265D689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5129729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1" name="b-frame-7-volume-path-0181">
            <a:extLst xmlns:a="http://schemas.openxmlformats.org/drawingml/2006/main">
              <a:ext uri="{FF2B5EF4-FFF2-40B4-BE49-F238E27FC236}">
                <a16:creationId xmlns:a16="http://schemas.microsoft.com/office/drawing/2014/main" id="{CF50ED62-9AB4-4339-B85C-0F04608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748" y="538312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2" name="b-frame-7-volume-path-0182">
            <a:extLst xmlns:a="http://schemas.openxmlformats.org/drawingml/2006/main">
              <a:ext uri="{FF2B5EF4-FFF2-40B4-BE49-F238E27FC236}">
                <a16:creationId xmlns:a16="http://schemas.microsoft.com/office/drawing/2014/main" id="{CC71E58C-0C8E-4963-8CDF-06E9407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512972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3" name="b-frame-7-volume-path-0183">
            <a:extLst xmlns:a="http://schemas.openxmlformats.org/drawingml/2006/main">
              <a:ext uri="{FF2B5EF4-FFF2-40B4-BE49-F238E27FC236}">
                <a16:creationId xmlns:a16="http://schemas.microsoft.com/office/drawing/2014/main" id="{68666828-020F-4891-8B4B-D64BC545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5976947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4" name="b-frame-7-volume-path-0184">
            <a:extLst xmlns:a="http://schemas.openxmlformats.org/drawingml/2006/main">
              <a:ext uri="{FF2B5EF4-FFF2-40B4-BE49-F238E27FC236}">
                <a16:creationId xmlns:a16="http://schemas.microsoft.com/office/drawing/2014/main" id="{AB568BB0-119D-4F02-A536-59B4924F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19" y="512972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5" name="b-frame-7-volume-path-0185">
            <a:extLst xmlns:a="http://schemas.openxmlformats.org/drawingml/2006/main">
              <a:ext uri="{FF2B5EF4-FFF2-40B4-BE49-F238E27FC236}">
                <a16:creationId xmlns:a16="http://schemas.microsoft.com/office/drawing/2014/main" id="{49CDADB3-DF64-4FE0-869F-02D53BC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5490683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6" name="b-frame-7-volume-path-0186">
            <a:extLst xmlns:a="http://schemas.openxmlformats.org/drawingml/2006/main">
              <a:ext uri="{FF2B5EF4-FFF2-40B4-BE49-F238E27FC236}">
                <a16:creationId xmlns:a16="http://schemas.microsoft.com/office/drawing/2014/main" id="{24720AE0-8C2A-4FD9-8736-48780EF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6084506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7" name="b-frame-7-volume-path-0187">
            <a:extLst xmlns:a="http://schemas.openxmlformats.org/drawingml/2006/main">
              <a:ext uri="{FF2B5EF4-FFF2-40B4-BE49-F238E27FC236}">
                <a16:creationId xmlns:a16="http://schemas.microsoft.com/office/drawing/2014/main" id="{0A09A3E6-B7AA-4F68-999D-698A8208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751" y="5237288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8" name="b-frame-7-volume-path-0188">
            <a:extLst xmlns:a="http://schemas.openxmlformats.org/drawingml/2006/main">
              <a:ext uri="{FF2B5EF4-FFF2-40B4-BE49-F238E27FC236}">
                <a16:creationId xmlns:a16="http://schemas.microsoft.com/office/drawing/2014/main" id="{0AC12BD6-418A-4AE4-A485-73DAE1B2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821" y="5237288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19" name="b-frame-7-volume X / q">
            <a:extLst xmlns:a="http://schemas.openxmlformats.org/drawingml/2006/main">
              <a:ext uri="{FF2B5EF4-FFF2-40B4-BE49-F238E27FC236}">
                <a16:creationId xmlns:a16="http://schemas.microsoft.com/office/drawing/2014/main" id="{129B9E17-3307-4282-B74D-5ACEECD8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593" y="6443031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220" name="b-frame-7-volume t = 7">
            <a:extLst xmlns:a="http://schemas.openxmlformats.org/drawingml/2006/main">
              <a:ext uri="{FF2B5EF4-FFF2-40B4-BE49-F238E27FC236}">
                <a16:creationId xmlns:a16="http://schemas.microsoft.com/office/drawing/2014/main" id="{7639E8B7-AB7A-461B-92DE-3A2E0F8A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3248" y="5100510"/>
            <a:ext cx="40494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7</a:t>
            </a:r>
          </a:p>
        </p:txBody>
      </p:sp>
      <p:sp>
        <p:nvSpPr>
          <p:cNvPr id="221" name="b-frame-7-volume-path-0189">
            <a:extLst xmlns:a="http://schemas.openxmlformats.org/drawingml/2006/main">
              <a:ext uri="{FF2B5EF4-FFF2-40B4-BE49-F238E27FC236}">
                <a16:creationId xmlns:a16="http://schemas.microsoft.com/office/drawing/2014/main" id="{10BD488F-924D-424E-A430-BD2AB77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009" y="6419629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222" name="b-frame-7-volume-path-0190">
            <a:extLst xmlns:a="http://schemas.openxmlformats.org/drawingml/2006/main">
              <a:ext uri="{FF2B5EF4-FFF2-40B4-BE49-F238E27FC236}">
                <a16:creationId xmlns:a16="http://schemas.microsoft.com/office/drawing/2014/main" id="{DC1510E6-81E2-4650-9CAD-21B848AE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57" y="5623235"/>
            <a:ext cx="334366" cy="897178"/>
          </a:xfrm>
          <a:custGeom xmlns:a="http://schemas.openxmlformats.org/drawingml/2006/main">
            <a:pathLst>
              <a:path w="407764" h="1094119">
                <a:moveTo>
                  <a:pt x="407764" y="0"/>
                </a:moveTo>
                <a:lnTo>
                  <a:pt x="0" y="109411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223" name="b-frame-7-volume-path-0193">
            <a:extLst xmlns:a="http://schemas.openxmlformats.org/drawingml/2006/main">
              <a:ext uri="{FF2B5EF4-FFF2-40B4-BE49-F238E27FC236}">
                <a16:creationId xmlns:a16="http://schemas.microsoft.com/office/drawing/2014/main" id="{30E727B7-2AD3-4E52-BD51-8D315685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946" y="5712650"/>
            <a:ext cx="216516" cy="717989"/>
          </a:xfrm>
          <a:custGeom xmlns:a="http://schemas.openxmlformats.org/drawingml/2006/main">
            <a:pathLst>
              <a:path w="264044" h="875596">
                <a:moveTo>
                  <a:pt x="264044" y="0"/>
                </a:moveTo>
                <a:lnTo>
                  <a:pt x="0" y="875596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224" name="b-frame-7-volume-marker-0191">
            <a:extLst xmlns:a="http://schemas.openxmlformats.org/drawingml/2006/main">
              <a:ext uri="{FF2B5EF4-FFF2-40B4-BE49-F238E27FC236}">
                <a16:creationId xmlns:a16="http://schemas.microsoft.com/office/drawing/2014/main" id="{C0D20D52-5C32-4F0A-B255-55410F5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767" y="559227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5" name="b-frame-7-volume-marker-0192">
            <a:extLst xmlns:a="http://schemas.openxmlformats.org/drawingml/2006/main">
              <a:ext uri="{FF2B5EF4-FFF2-40B4-BE49-F238E27FC236}">
                <a16:creationId xmlns:a16="http://schemas.microsoft.com/office/drawing/2014/main" id="{D10AED57-EF5E-4FE5-962D-CF9E3BC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681" y="6486737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226" name="b-frame-7-volume-marker-0194">
            <a:extLst xmlns:a="http://schemas.openxmlformats.org/drawingml/2006/main">
              <a:ext uri="{FF2B5EF4-FFF2-40B4-BE49-F238E27FC236}">
                <a16:creationId xmlns:a16="http://schemas.microsoft.com/office/drawing/2014/main" id="{95106A45-D339-4154-9303-ED8A320A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506" y="5681694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7" name="b-frame-7-volume-marker-0195">
            <a:extLst xmlns:a="http://schemas.openxmlformats.org/drawingml/2006/main">
              <a:ext uri="{FF2B5EF4-FFF2-40B4-BE49-F238E27FC236}">
                <a16:creationId xmlns:a16="http://schemas.microsoft.com/office/drawing/2014/main" id="{AB728BBA-2317-4A38-BAE8-AE769B16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70" y="6396962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228" name="b-frame-7-volume A15">
            <a:extLst xmlns:a="http://schemas.openxmlformats.org/drawingml/2006/main">
              <a:ext uri="{FF2B5EF4-FFF2-40B4-BE49-F238E27FC236}">
                <a16:creationId xmlns:a16="http://schemas.microsoft.com/office/drawing/2014/main" id="{FE7B771F-912C-4EF0-8C96-1583015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8264" y="5449577"/>
            <a:ext cx="37026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A15</a:t>
            </a:r>
          </a:p>
        </p:txBody>
      </p:sp>
      <p:sp>
        <p:nvSpPr>
          <p:cNvPr id="229" name="b-frame-7-volume B15">
            <a:extLst xmlns:a="http://schemas.openxmlformats.org/drawingml/2006/main">
              <a:ext uri="{FF2B5EF4-FFF2-40B4-BE49-F238E27FC236}">
                <a16:creationId xmlns:a16="http://schemas.microsoft.com/office/drawing/2014/main" id="{EAD8D052-FE3B-4D9E-97BD-322D205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6001" y="5538992"/>
            <a:ext cx="37026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B15</a:t>
            </a:r>
          </a:p>
        </p:txBody>
      </p:sp>
      <p:sp>
        <p:nvSpPr>
          <p:cNvPr id="230" name="b-frame-7-strip-path-0200 white halo">
            <a:extLst xmlns:a="http://schemas.openxmlformats.org/drawingml/2006/main">
              <a:ext uri="{FF2B5EF4-FFF2-40B4-BE49-F238E27FC236}">
                <a16:creationId xmlns:a16="http://schemas.microsoft.com/office/drawing/2014/main" id="{46685F17-612C-4D08-A6C4-A775F41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5102547"/>
            <a:ext cx="390" cy="434196"/>
          </a:xfrm>
          <a:custGeom xmlns:a="http://schemas.openxmlformats.org/drawingml/2006/main">
            <a:pathLst>
              <a:path w="476" h="529507">
                <a:moveTo>
                  <a:pt x="0" y="5295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1" name="b-frame-7-strip-path-0200">
            <a:extLst xmlns:a="http://schemas.openxmlformats.org/drawingml/2006/main">
              <a:ext uri="{FF2B5EF4-FFF2-40B4-BE49-F238E27FC236}">
                <a16:creationId xmlns:a16="http://schemas.microsoft.com/office/drawing/2014/main" id="{4126A605-F47B-46C2-9F6E-E7365AC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5102547"/>
            <a:ext cx="390" cy="434196"/>
          </a:xfrm>
          <a:custGeom xmlns:a="http://schemas.openxmlformats.org/drawingml/2006/main">
            <a:pathLst>
              <a:path w="476" h="529507">
                <a:moveTo>
                  <a:pt x="0" y="5295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232" name="b-frame-7-strip-path-0203 white halo">
            <a:extLst xmlns:a="http://schemas.openxmlformats.org/drawingml/2006/main">
              <a:ext uri="{FF2B5EF4-FFF2-40B4-BE49-F238E27FC236}">
                <a16:creationId xmlns:a16="http://schemas.microsoft.com/office/drawing/2014/main" id="{E0735DF5-82EA-406E-8533-80766888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6148366"/>
            <a:ext cx="390" cy="260902"/>
          </a:xfrm>
          <a:custGeom xmlns:a="http://schemas.openxmlformats.org/drawingml/2006/main">
            <a:pathLst>
              <a:path w="476" h="318173">
                <a:moveTo>
                  <a:pt x="0" y="0"/>
                </a:moveTo>
                <a:lnTo>
                  <a:pt x="0" y="31817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3" name="b-frame-7-strip-path-0203">
            <a:extLst xmlns:a="http://schemas.openxmlformats.org/drawingml/2006/main">
              <a:ext uri="{FF2B5EF4-FFF2-40B4-BE49-F238E27FC236}">
                <a16:creationId xmlns:a16="http://schemas.microsoft.com/office/drawing/2014/main" id="{63EFB5AE-70FB-482A-B486-B079A7E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447" y="6148366"/>
            <a:ext cx="390" cy="260902"/>
          </a:xfrm>
          <a:custGeom xmlns:a="http://schemas.openxmlformats.org/drawingml/2006/main">
            <a:pathLst>
              <a:path w="476" h="318173">
                <a:moveTo>
                  <a:pt x="0" y="0"/>
                </a:moveTo>
                <a:lnTo>
                  <a:pt x="0" y="31817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234" name="b-frame-7-strip-marker-0201">
            <a:extLst xmlns:a="http://schemas.openxmlformats.org/drawingml/2006/main">
              <a:ext uri="{FF2B5EF4-FFF2-40B4-BE49-F238E27FC236}">
                <a16:creationId xmlns:a16="http://schemas.microsoft.com/office/drawing/2014/main" id="{537C8827-D5D1-406B-8524-6F603DDD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71" y="5068871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35" name="b-frame-7-strip-marker-0202">
            <a:extLst xmlns:a="http://schemas.openxmlformats.org/drawingml/2006/main">
              <a:ext uri="{FF2B5EF4-FFF2-40B4-BE49-F238E27FC236}">
                <a16:creationId xmlns:a16="http://schemas.microsoft.com/office/drawing/2014/main" id="{6633336F-E347-4E21-9F09-417D867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72" y="550816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6" name="b-frame-7-strip-marker-0204">
            <a:extLst xmlns:a="http://schemas.openxmlformats.org/drawingml/2006/main">
              <a:ext uri="{FF2B5EF4-FFF2-40B4-BE49-F238E27FC236}">
                <a16:creationId xmlns:a16="http://schemas.microsoft.com/office/drawing/2014/main" id="{EEC84BC8-DA81-4C98-BCCD-184E198A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71" y="6375591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37" name="b-frame-7-strip-marker-0205">
            <a:extLst xmlns:a="http://schemas.openxmlformats.org/drawingml/2006/main">
              <a:ext uri="{FF2B5EF4-FFF2-40B4-BE49-F238E27FC236}">
                <a16:creationId xmlns:a16="http://schemas.microsoft.com/office/drawing/2014/main" id="{F47011E0-DF9C-40F1-87E5-2CB2458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872" y="611979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8" name="b-frame-7-strip-path-0209">
            <a:extLst xmlns:a="http://schemas.openxmlformats.org/drawingml/2006/main">
              <a:ext uri="{FF2B5EF4-FFF2-40B4-BE49-F238E27FC236}">
                <a16:creationId xmlns:a16="http://schemas.microsoft.com/office/drawing/2014/main" id="{ACD9CF8E-BABE-4804-9A6E-7F863FE5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2" y="5003926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39" name="b-frame-7-strip-path-0210">
            <a:extLst xmlns:a="http://schemas.openxmlformats.org/drawingml/2006/main">
              <a:ext uri="{FF2B5EF4-FFF2-40B4-BE49-F238E27FC236}">
                <a16:creationId xmlns:a16="http://schemas.microsoft.com/office/drawing/2014/main" id="{F3282B68-8ACB-45E4-8F85-7E7A092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652" y="6569525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40" name="b-frame-7-strip A15">
            <a:extLst xmlns:a="http://schemas.openxmlformats.org/drawingml/2006/main">
              <a:ext uri="{FF2B5EF4-FFF2-40B4-BE49-F238E27FC236}">
                <a16:creationId xmlns:a16="http://schemas.microsoft.com/office/drawing/2014/main" id="{AC0ADE28-05BA-4AAB-9832-6C38226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6202" y="5399123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A15</a:t>
            </a:r>
          </a:p>
        </p:txBody>
      </p:sp>
      <p:sp>
        <p:nvSpPr>
          <p:cNvPr id="241" name="b-frame-7-strip B15">
            <a:extLst xmlns:a="http://schemas.openxmlformats.org/drawingml/2006/main">
              <a:ext uri="{FF2B5EF4-FFF2-40B4-BE49-F238E27FC236}">
                <a16:creationId xmlns:a16="http://schemas.microsoft.com/office/drawing/2014/main" id="{ED3935CB-C5F8-4FED-BF82-C820B6E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6202" y="6010746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B15</a:t>
            </a:r>
          </a:p>
        </p:txBody>
      </p:sp>
      <p:sp>
        <p:nvSpPr>
          <p:cNvPr id="242" name="b-frame-7-strip 0%">
            <a:extLst xmlns:a="http://schemas.openxmlformats.org/drawingml/2006/main">
              <a:ext uri="{FF2B5EF4-FFF2-40B4-BE49-F238E27FC236}">
                <a16:creationId xmlns:a16="http://schemas.microsoft.com/office/drawing/2014/main" id="{FC8B2841-DD57-47C7-916B-B491E6C8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092" y="4845712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243" name="b-frame-8-volume-path-0211">
            <a:extLst xmlns:a="http://schemas.openxmlformats.org/drawingml/2006/main">
              <a:ext uri="{FF2B5EF4-FFF2-40B4-BE49-F238E27FC236}">
                <a16:creationId xmlns:a16="http://schemas.microsoft.com/office/drawing/2014/main" id="{414DF423-3628-4300-9F0E-03F0592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5383124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4" name="b-frame-8-volume-path-0212">
            <a:extLst xmlns:a="http://schemas.openxmlformats.org/drawingml/2006/main">
              <a:ext uri="{FF2B5EF4-FFF2-40B4-BE49-F238E27FC236}">
                <a16:creationId xmlns:a16="http://schemas.microsoft.com/office/drawing/2014/main" id="{AF02A4D8-803F-4297-AABA-5A07427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5976947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5" name="b-frame-8-volume-path-0213">
            <a:extLst xmlns:a="http://schemas.openxmlformats.org/drawingml/2006/main">
              <a:ext uri="{FF2B5EF4-FFF2-40B4-BE49-F238E27FC236}">
                <a16:creationId xmlns:a16="http://schemas.microsoft.com/office/drawing/2014/main" id="{FBF730F0-C585-4CDE-8524-F9B5DC3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6230342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6" name="b-frame-8-volume-path-0214">
            <a:extLst xmlns:a="http://schemas.openxmlformats.org/drawingml/2006/main">
              <a:ext uri="{FF2B5EF4-FFF2-40B4-BE49-F238E27FC236}">
                <a16:creationId xmlns:a16="http://schemas.microsoft.com/office/drawing/2014/main" id="{AB7A5591-9D5B-406D-8CAF-777B8F9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5129729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7" name="b-frame-8-volume-path-0215">
            <a:extLst xmlns:a="http://schemas.openxmlformats.org/drawingml/2006/main">
              <a:ext uri="{FF2B5EF4-FFF2-40B4-BE49-F238E27FC236}">
                <a16:creationId xmlns:a16="http://schemas.microsoft.com/office/drawing/2014/main" id="{005ADA1A-99BD-4091-B3AA-3159A5C9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39" y="5383124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8" name="b-frame-8-volume-path-0216">
            <a:extLst xmlns:a="http://schemas.openxmlformats.org/drawingml/2006/main">
              <a:ext uri="{FF2B5EF4-FFF2-40B4-BE49-F238E27FC236}">
                <a16:creationId xmlns:a16="http://schemas.microsoft.com/office/drawing/2014/main" id="{5B68F95D-BF4D-461B-BD87-6508CDF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5129729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49" name="b-frame-8-volume-path-0217">
            <a:extLst xmlns:a="http://schemas.openxmlformats.org/drawingml/2006/main">
              <a:ext uri="{FF2B5EF4-FFF2-40B4-BE49-F238E27FC236}">
                <a16:creationId xmlns:a16="http://schemas.microsoft.com/office/drawing/2014/main" id="{6CD694A3-31F0-4C8C-976F-7DE6CDF9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5976947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0" name="b-frame-8-volume-path-0218">
            <a:extLst xmlns:a="http://schemas.openxmlformats.org/drawingml/2006/main">
              <a:ext uri="{FF2B5EF4-FFF2-40B4-BE49-F238E27FC236}">
                <a16:creationId xmlns:a16="http://schemas.microsoft.com/office/drawing/2014/main" id="{C6F9B97B-25F5-4AC0-B550-6D56ACA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10" y="5129729"/>
            <a:ext cx="820002" cy="107559"/>
          </a:xfrm>
          <a:custGeom xmlns:a="http://schemas.openxmlformats.org/drawingml/2006/main">
            <a:pathLst>
              <a:path w="1000003" h="131170">
                <a:moveTo>
                  <a:pt x="0" y="0"/>
                </a:moveTo>
                <a:lnTo>
                  <a:pt x="1000003" y="13117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1" name="b-frame-8-volume-path-0219">
            <a:extLst xmlns:a="http://schemas.openxmlformats.org/drawingml/2006/main">
              <a:ext uri="{FF2B5EF4-FFF2-40B4-BE49-F238E27FC236}">
                <a16:creationId xmlns:a16="http://schemas.microsoft.com/office/drawing/2014/main" id="{EC5675B6-AA7E-4530-95DA-BBCDCF5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5490683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2" name="b-frame-8-volume-path-0220">
            <a:extLst xmlns:a="http://schemas.openxmlformats.org/drawingml/2006/main">
              <a:ext uri="{FF2B5EF4-FFF2-40B4-BE49-F238E27FC236}">
                <a16:creationId xmlns:a16="http://schemas.microsoft.com/office/drawing/2014/main" id="{8AE588A0-468D-488D-83A1-E9317F1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6084506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3" name="b-frame-8-volume-path-0221">
            <a:extLst xmlns:a="http://schemas.openxmlformats.org/drawingml/2006/main">
              <a:ext uri="{FF2B5EF4-FFF2-40B4-BE49-F238E27FC236}">
                <a16:creationId xmlns:a16="http://schemas.microsoft.com/office/drawing/2014/main" id="{C7D0D65A-EE16-44CA-90F0-E80D4145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242" y="5237288"/>
            <a:ext cx="348070" cy="253395"/>
          </a:xfrm>
          <a:custGeom xmlns:a="http://schemas.openxmlformats.org/drawingml/2006/main">
            <a:pathLst>
              <a:path w="424476" h="309018">
                <a:moveTo>
                  <a:pt x="0" y="309018"/>
                </a:moveTo>
                <a:lnTo>
                  <a:pt x="4244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4" name="b-frame-8-volume-path-0222">
            <a:extLst xmlns:a="http://schemas.openxmlformats.org/drawingml/2006/main">
              <a:ext uri="{FF2B5EF4-FFF2-40B4-BE49-F238E27FC236}">
                <a16:creationId xmlns:a16="http://schemas.microsoft.com/office/drawing/2014/main" id="{30C7D748-5535-431B-8E5D-0AC0734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312" y="5237288"/>
            <a:ext cx="390" cy="847218"/>
          </a:xfrm>
          <a:custGeom xmlns:a="http://schemas.openxmlformats.org/drawingml/2006/main">
            <a:pathLst>
              <a:path w="476" h="1033193">
                <a:moveTo>
                  <a:pt x="0" y="10331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EB8BD">
                <a:alpha val="50000"/>
              </a:srgbClr>
            </a:solidFill>
            <a:prstDash val="solid"/>
          </a:ln>
        </p:spPr>
      </p:sp>
      <p:sp>
        <p:nvSpPr>
          <p:cNvPr id="255" name="b-frame-8-volume X / q">
            <a:extLst xmlns:a="http://schemas.openxmlformats.org/drawingml/2006/main">
              <a:ext uri="{FF2B5EF4-FFF2-40B4-BE49-F238E27FC236}">
                <a16:creationId xmlns:a16="http://schemas.microsoft.com/office/drawing/2014/main" id="{A0A3CC9A-AD4D-44C6-80A6-6C7CE4AD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084" y="6443031"/>
            <a:ext cx="283369" cy="15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q</a:t>
            </a:r>
          </a:p>
        </p:txBody>
      </p:sp>
      <p:sp>
        <p:nvSpPr>
          <p:cNvPr id="256" name="b-frame-8-volume t = 8">
            <a:extLst xmlns:a="http://schemas.openxmlformats.org/drawingml/2006/main">
              <a:ext uri="{FF2B5EF4-FFF2-40B4-BE49-F238E27FC236}">
                <a16:creationId xmlns:a16="http://schemas.microsoft.com/office/drawing/2014/main" id="{0BC62733-5DCB-4BC2-8A42-93A0D3D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1739" y="5100510"/>
            <a:ext cx="404942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t = 8</a:t>
            </a:r>
          </a:p>
        </p:txBody>
      </p:sp>
      <p:sp>
        <p:nvSpPr>
          <p:cNvPr id="257" name="b-frame-8-volume-path-0223">
            <a:extLst xmlns:a="http://schemas.openxmlformats.org/drawingml/2006/main">
              <a:ext uri="{FF2B5EF4-FFF2-40B4-BE49-F238E27FC236}">
                <a16:creationId xmlns:a16="http://schemas.microsoft.com/office/drawing/2014/main" id="{C3C0D7D1-388E-4A3E-ACC8-6D408D0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499" y="6419629"/>
            <a:ext cx="871656" cy="114335"/>
          </a:xfrm>
          <a:custGeom xmlns:a="http://schemas.openxmlformats.org/drawingml/2006/main">
            <a:pathLst>
              <a:path w="1062995" h="139433">
                <a:moveTo>
                  <a:pt x="0" y="0"/>
                </a:moveTo>
                <a:lnTo>
                  <a:pt x="1062995" y="139433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47480"/>
            </a:solidFill>
            <a:prstDash val="solid"/>
          </a:ln>
        </p:spPr>
      </p:sp>
      <p:sp>
        <p:nvSpPr>
          <p:cNvPr id="258" name="b-frame-8-volume-path-0224">
            <a:extLst xmlns:a="http://schemas.openxmlformats.org/drawingml/2006/main">
              <a:ext uri="{FF2B5EF4-FFF2-40B4-BE49-F238E27FC236}">
                <a16:creationId xmlns:a16="http://schemas.microsoft.com/office/drawing/2014/main" id="{7CFAC398-33D4-4BDF-9AEA-CC2C4617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761" y="5636276"/>
            <a:ext cx="337108" cy="885831"/>
          </a:xfrm>
          <a:custGeom xmlns:a="http://schemas.openxmlformats.org/drawingml/2006/main">
            <a:pathLst>
              <a:path w="411107" h="1080282">
                <a:moveTo>
                  <a:pt x="411107" y="0"/>
                </a:moveTo>
                <a:lnTo>
                  <a:pt x="0" y="1080282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D8300"/>
            </a:solidFill>
            <a:prstDash val="dash"/>
          </a:ln>
        </p:spPr>
      </p:sp>
      <p:sp>
        <p:nvSpPr>
          <p:cNvPr id="259" name="b-frame-8-volume-path-0227">
            <a:extLst xmlns:a="http://schemas.openxmlformats.org/drawingml/2006/main">
              <a:ext uri="{FF2B5EF4-FFF2-40B4-BE49-F238E27FC236}">
                <a16:creationId xmlns:a16="http://schemas.microsoft.com/office/drawing/2014/main" id="{F0A15C0B-C866-4828-9681-805AE2DE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523" y="5706281"/>
            <a:ext cx="213776" cy="722664"/>
          </a:xfrm>
          <a:custGeom xmlns:a="http://schemas.openxmlformats.org/drawingml/2006/main">
            <a:pathLst>
              <a:path w="260702" h="881298">
                <a:moveTo>
                  <a:pt x="260702" y="0"/>
                </a:moveTo>
                <a:lnTo>
                  <a:pt x="0" y="88129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02C87"/>
            </a:solidFill>
            <a:prstDash val="dash"/>
          </a:ln>
        </p:spPr>
      </p:sp>
      <p:sp>
        <p:nvSpPr>
          <p:cNvPr id="260" name="b-frame-8-volume-marker-0225">
            <a:extLst xmlns:a="http://schemas.openxmlformats.org/drawingml/2006/main">
              <a:ext uri="{FF2B5EF4-FFF2-40B4-BE49-F238E27FC236}">
                <a16:creationId xmlns:a16="http://schemas.microsoft.com/office/drawing/2014/main" id="{62052939-25F3-4281-8369-1530DA01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13" y="560531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1" name="b-frame-8-volume-marker-0226">
            <a:extLst xmlns:a="http://schemas.openxmlformats.org/drawingml/2006/main">
              <a:ext uri="{FF2B5EF4-FFF2-40B4-BE49-F238E27FC236}">
                <a16:creationId xmlns:a16="http://schemas.microsoft.com/office/drawing/2014/main" id="{D0D291DA-CE10-4D98-B600-9A84827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085" y="6488431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300"/>
            </a:solidFill>
            <a:prstDash val="solid"/>
          </a:ln>
        </p:spPr>
      </p:sp>
      <p:sp>
        <p:nvSpPr>
          <p:cNvPr id="262" name="b-frame-8-volume-marker-0228">
            <a:extLst xmlns:a="http://schemas.openxmlformats.org/drawingml/2006/main">
              <a:ext uri="{FF2B5EF4-FFF2-40B4-BE49-F238E27FC236}">
                <a16:creationId xmlns:a16="http://schemas.microsoft.com/office/drawing/2014/main" id="{FB1F0233-526F-4C87-BCC1-0CC96F17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342" y="5675324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3" name="b-frame-8-volume-marker-0229">
            <a:extLst xmlns:a="http://schemas.openxmlformats.org/drawingml/2006/main">
              <a:ext uri="{FF2B5EF4-FFF2-40B4-BE49-F238E27FC236}">
                <a16:creationId xmlns:a16="http://schemas.microsoft.com/office/drawing/2014/main" id="{81F699AF-C7FC-4BDA-B438-A0CB93D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847" y="6395269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2C87"/>
            </a:solidFill>
            <a:prstDash val="solid"/>
          </a:ln>
        </p:spPr>
      </p:sp>
      <p:sp>
        <p:nvSpPr>
          <p:cNvPr id="264" name="b-frame-8-volume A16">
            <a:extLst xmlns:a="http://schemas.openxmlformats.org/drawingml/2006/main">
              <a:ext uri="{FF2B5EF4-FFF2-40B4-BE49-F238E27FC236}">
                <a16:creationId xmlns:a16="http://schemas.microsoft.com/office/drawing/2014/main" id="{7F8B8C2E-583B-42C7-841B-4E2F067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2443" y="5462618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A16</a:t>
            </a:r>
          </a:p>
        </p:txBody>
      </p:sp>
      <p:sp>
        <p:nvSpPr>
          <p:cNvPr id="265" name="b-frame-8-volume B16">
            <a:extLst xmlns:a="http://schemas.openxmlformats.org/drawingml/2006/main">
              <a:ext uri="{FF2B5EF4-FFF2-40B4-BE49-F238E27FC236}">
                <a16:creationId xmlns:a16="http://schemas.microsoft.com/office/drawing/2014/main" id="{CF37B68B-6114-4783-9481-E75DB99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8873" y="5532622"/>
            <a:ext cx="369873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B16</a:t>
            </a:r>
          </a:p>
        </p:txBody>
      </p:sp>
      <p:sp>
        <p:nvSpPr>
          <p:cNvPr id="266" name="b-frame-8-strip-path-0234 white halo">
            <a:extLst xmlns:a="http://schemas.openxmlformats.org/drawingml/2006/main">
              <a:ext uri="{FF2B5EF4-FFF2-40B4-BE49-F238E27FC236}">
                <a16:creationId xmlns:a16="http://schemas.microsoft.com/office/drawing/2014/main" id="{CC5FE236-9E20-4BD5-ACC7-905B35E7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5077892"/>
            <a:ext cx="390" cy="398502"/>
          </a:xfrm>
          <a:custGeom xmlns:a="http://schemas.openxmlformats.org/drawingml/2006/main">
            <a:pathLst>
              <a:path w="476" h="485978">
                <a:moveTo>
                  <a:pt x="0" y="4859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7" name="b-frame-8-strip-path-0234">
            <a:extLst xmlns:a="http://schemas.openxmlformats.org/drawingml/2006/main">
              <a:ext uri="{FF2B5EF4-FFF2-40B4-BE49-F238E27FC236}">
                <a16:creationId xmlns:a16="http://schemas.microsoft.com/office/drawing/2014/main" id="{7DEA4618-FC04-4C3C-ABE1-02163A8D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5077892"/>
            <a:ext cx="390" cy="398502"/>
          </a:xfrm>
          <a:custGeom xmlns:a="http://schemas.openxmlformats.org/drawingml/2006/main">
            <a:pathLst>
              <a:path w="476" h="485978">
                <a:moveTo>
                  <a:pt x="0" y="4859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268" name="b-frame-8-strip-path-0237 white halo">
            <a:extLst xmlns:a="http://schemas.openxmlformats.org/drawingml/2006/main">
              <a:ext uri="{FF2B5EF4-FFF2-40B4-BE49-F238E27FC236}">
                <a16:creationId xmlns:a16="http://schemas.microsoft.com/office/drawing/2014/main" id="{567C72AF-A83E-40DA-9F56-ED20239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6093471"/>
            <a:ext cx="390" cy="340451"/>
          </a:xfrm>
          <a:custGeom xmlns:a="http://schemas.openxmlformats.org/drawingml/2006/main">
            <a:pathLst>
              <a:path w="476" h="415184">
                <a:moveTo>
                  <a:pt x="0" y="0"/>
                </a:moveTo>
                <a:lnTo>
                  <a:pt x="0" y="41518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69" name="b-frame-8-strip-path-0237">
            <a:extLst xmlns:a="http://schemas.openxmlformats.org/drawingml/2006/main">
              <a:ext uri="{FF2B5EF4-FFF2-40B4-BE49-F238E27FC236}">
                <a16:creationId xmlns:a16="http://schemas.microsoft.com/office/drawing/2014/main" id="{C4A7117E-8A76-43EE-8E7D-F93D967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938" y="6093471"/>
            <a:ext cx="390" cy="340451"/>
          </a:xfrm>
          <a:custGeom xmlns:a="http://schemas.openxmlformats.org/drawingml/2006/main">
            <a:pathLst>
              <a:path w="476" h="415184">
                <a:moveTo>
                  <a:pt x="0" y="0"/>
                </a:moveTo>
                <a:lnTo>
                  <a:pt x="0" y="41518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270" name="b-frame-8-strip-marker-0235">
            <a:extLst xmlns:a="http://schemas.openxmlformats.org/drawingml/2006/main">
              <a:ext uri="{FF2B5EF4-FFF2-40B4-BE49-F238E27FC236}">
                <a16:creationId xmlns:a16="http://schemas.microsoft.com/office/drawing/2014/main" id="{9A3F35E0-8C2C-4435-BBDA-A98A6E0A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262" y="504421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71" name="b-frame-8-strip-marker-0236">
            <a:extLst xmlns:a="http://schemas.openxmlformats.org/drawingml/2006/main">
              <a:ext uri="{FF2B5EF4-FFF2-40B4-BE49-F238E27FC236}">
                <a16:creationId xmlns:a16="http://schemas.microsoft.com/office/drawing/2014/main" id="{C36824BA-835D-4606-B4C1-8493954B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63" y="544781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2" name="b-frame-8-strip-marker-0238">
            <a:extLst xmlns:a="http://schemas.openxmlformats.org/drawingml/2006/main">
              <a:ext uri="{FF2B5EF4-FFF2-40B4-BE49-F238E27FC236}">
                <a16:creationId xmlns:a16="http://schemas.microsoft.com/office/drawing/2014/main" id="{19FBB76B-B709-44A5-AE15-93CC849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262" y="6400246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73" name="b-frame-8-strip-marker-0239">
            <a:extLst xmlns:a="http://schemas.openxmlformats.org/drawingml/2006/main">
              <a:ext uri="{FF2B5EF4-FFF2-40B4-BE49-F238E27FC236}">
                <a16:creationId xmlns:a16="http://schemas.microsoft.com/office/drawing/2014/main" id="{41DA1B4B-5BB3-44CB-A721-7E20F2C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363" y="606489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4" name="b-frame-8-strip-path-0243">
            <a:extLst xmlns:a="http://schemas.openxmlformats.org/drawingml/2006/main">
              <a:ext uri="{FF2B5EF4-FFF2-40B4-BE49-F238E27FC236}">
                <a16:creationId xmlns:a16="http://schemas.microsoft.com/office/drawing/2014/main" id="{242D8888-7D32-4F50-8482-CB6BB3F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142" y="5003926"/>
            <a:ext cx="390" cy="1565599"/>
          </a:xfrm>
          <a:custGeom xmlns:a="http://schemas.openxmlformats.org/drawingml/2006/main">
            <a:pathLst>
              <a:path w="476" h="1909267">
                <a:moveTo>
                  <a:pt x="0" y="19092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75" name="b-frame-8-strip-path-0244">
            <a:extLst xmlns:a="http://schemas.openxmlformats.org/drawingml/2006/main">
              <a:ext uri="{FF2B5EF4-FFF2-40B4-BE49-F238E27FC236}">
                <a16:creationId xmlns:a16="http://schemas.microsoft.com/office/drawing/2014/main" id="{D1F0DC86-9656-43E5-B3C2-6934AA1F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142" y="6569525"/>
            <a:ext cx="131591" cy="390"/>
          </a:xfrm>
          <a:custGeom xmlns:a="http://schemas.openxmlformats.org/drawingml/2006/main">
            <a:pathLst>
              <a:path w="160477" h="476">
                <a:moveTo>
                  <a:pt x="0" y="0"/>
                </a:moveTo>
                <a:lnTo>
                  <a:pt x="1604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76" name="b-frame-8-strip A16">
            <a:extLst xmlns:a="http://schemas.openxmlformats.org/drawingml/2006/main">
              <a:ext uri="{FF2B5EF4-FFF2-40B4-BE49-F238E27FC236}">
                <a16:creationId xmlns:a16="http://schemas.microsoft.com/office/drawing/2014/main" id="{B0683CF6-81C0-4B96-8F7E-507A30A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28" y="5338774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A16</a:t>
            </a:r>
          </a:p>
        </p:txBody>
      </p:sp>
      <p:sp>
        <p:nvSpPr>
          <p:cNvPr id="277" name="b-frame-8-strip B16">
            <a:extLst xmlns:a="http://schemas.openxmlformats.org/drawingml/2006/main">
              <a:ext uri="{FF2B5EF4-FFF2-40B4-BE49-F238E27FC236}">
                <a16:creationId xmlns:a16="http://schemas.microsoft.com/office/drawing/2014/main" id="{411AC499-8446-4C25-B120-EF0805F1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28" y="595585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B16</a:t>
            </a:r>
          </a:p>
        </p:txBody>
      </p:sp>
      <p:sp>
        <p:nvSpPr>
          <p:cNvPr id="278" name="b-frame-8-strip 0%">
            <a:extLst xmlns:a="http://schemas.openxmlformats.org/drawingml/2006/main">
              <a:ext uri="{FF2B5EF4-FFF2-40B4-BE49-F238E27FC236}">
                <a16:creationId xmlns:a16="http://schemas.microsoft.com/office/drawing/2014/main" id="{43789EDA-6445-4E01-8FCA-51E6BCA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5582" y="4845712"/>
            <a:ext cx="254144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0%</a:t>
            </a:r>
          </a:p>
        </p:txBody>
      </p:sp>
      <p:sp>
        <p:nvSpPr>
          <p:cNvPr id="279" name="c-map-epsilon-0-path-0245">
            <a:extLst xmlns:a="http://schemas.openxmlformats.org/drawingml/2006/main">
              <a:ext uri="{FF2B5EF4-FFF2-40B4-BE49-F238E27FC236}">
                <a16:creationId xmlns:a16="http://schemas.microsoft.com/office/drawing/2014/main" id="{79AC10C0-E852-42CD-B6B4-E7933CD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280" name="c-map-epsilon-0-path-0246 white halo">
            <a:extLst xmlns:a="http://schemas.openxmlformats.org/drawingml/2006/main">
              <a:ext uri="{FF2B5EF4-FFF2-40B4-BE49-F238E27FC236}">
                <a16:creationId xmlns:a16="http://schemas.microsoft.com/office/drawing/2014/main" id="{7211FD2B-3BE6-4AAB-AD5E-11103FC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3159788"/>
            <a:ext cx="1230821" cy="461846"/>
          </a:xfrm>
          <a:custGeom xmlns:a="http://schemas.openxmlformats.org/drawingml/2006/main">
            <a:pathLst>
              <a:path w="1069848" h="461846">
                <a:moveTo>
                  <a:pt x="0" y="403639"/>
                </a:moveTo>
                <a:lnTo>
                  <a:pt x="213970" y="433513"/>
                </a:lnTo>
                <a:lnTo>
                  <a:pt x="427939" y="442029"/>
                </a:lnTo>
                <a:lnTo>
                  <a:pt x="641909" y="461846"/>
                </a:lnTo>
                <a:lnTo>
                  <a:pt x="855878" y="8089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1" name="c-map-epsilon-0-path-0246">
            <a:extLst xmlns:a="http://schemas.openxmlformats.org/drawingml/2006/main">
              <a:ext uri="{FF2B5EF4-FFF2-40B4-BE49-F238E27FC236}">
                <a16:creationId xmlns:a16="http://schemas.microsoft.com/office/drawing/2014/main" id="{8D69EBBE-CD07-4ABD-B088-608AD884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3159788"/>
            <a:ext cx="1230821" cy="461846"/>
          </a:xfrm>
          <a:custGeom xmlns:a="http://schemas.openxmlformats.org/drawingml/2006/main">
            <a:pathLst>
              <a:path w="1069848" h="461846">
                <a:moveTo>
                  <a:pt x="0" y="403639"/>
                </a:moveTo>
                <a:lnTo>
                  <a:pt x="213970" y="433513"/>
                </a:lnTo>
                <a:lnTo>
                  <a:pt x="427939" y="442029"/>
                </a:lnTo>
                <a:lnTo>
                  <a:pt x="641909" y="461846"/>
                </a:lnTo>
                <a:lnTo>
                  <a:pt x="855878" y="8089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282" name="c-map-epsilon-0-path-0253 white halo">
            <a:extLst xmlns:a="http://schemas.openxmlformats.org/drawingml/2006/main">
              <a:ext uri="{FF2B5EF4-FFF2-40B4-BE49-F238E27FC236}">
                <a16:creationId xmlns:a16="http://schemas.microsoft.com/office/drawing/2014/main" id="{C16D134A-E2AF-40A6-B079-A249835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2625631"/>
            <a:ext cx="548" cy="534157"/>
          </a:xfrm>
          <a:custGeom xmlns:a="http://schemas.openxmlformats.org/drawingml/2006/main">
            <a:pathLst>
              <a:path w="476" h="534157">
                <a:moveTo>
                  <a:pt x="0" y="5341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3" name="c-map-epsilon-0-path-0253">
            <a:extLst xmlns:a="http://schemas.openxmlformats.org/drawingml/2006/main">
              <a:ext uri="{FF2B5EF4-FFF2-40B4-BE49-F238E27FC236}">
                <a16:creationId xmlns:a16="http://schemas.microsoft.com/office/drawing/2014/main" id="{E630C16A-F359-4616-AE07-AA679AD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2625631"/>
            <a:ext cx="548" cy="534157"/>
          </a:xfrm>
          <a:custGeom xmlns:a="http://schemas.openxmlformats.org/drawingml/2006/main">
            <a:pathLst>
              <a:path w="476" h="534157">
                <a:moveTo>
                  <a:pt x="0" y="5341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284" name="c-map-epsilon-0-path-0255 white halo">
            <a:extLst xmlns:a="http://schemas.openxmlformats.org/drawingml/2006/main">
              <a:ext uri="{FF2B5EF4-FFF2-40B4-BE49-F238E27FC236}">
                <a16:creationId xmlns:a16="http://schemas.microsoft.com/office/drawing/2014/main" id="{04D46914-96CD-45F1-824A-800E15E3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3986927"/>
            <a:ext cx="1230821" cy="436079"/>
          </a:xfrm>
          <a:custGeom xmlns:a="http://schemas.openxmlformats.org/drawingml/2006/main">
            <a:pathLst>
              <a:path w="1069848" h="436079">
                <a:moveTo>
                  <a:pt x="0" y="433226"/>
                </a:moveTo>
                <a:lnTo>
                  <a:pt x="213970" y="436079"/>
                </a:lnTo>
                <a:lnTo>
                  <a:pt x="427939" y="399818"/>
                </a:lnTo>
                <a:lnTo>
                  <a:pt x="641909" y="402696"/>
                </a:lnTo>
                <a:lnTo>
                  <a:pt x="855878" y="73581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5" name="c-map-epsilon-0-path-0255">
            <a:extLst xmlns:a="http://schemas.openxmlformats.org/drawingml/2006/main">
              <a:ext uri="{FF2B5EF4-FFF2-40B4-BE49-F238E27FC236}">
                <a16:creationId xmlns:a16="http://schemas.microsoft.com/office/drawing/2014/main" id="{E495263D-C7D1-42A9-9F0D-758DC2B5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3986927"/>
            <a:ext cx="1230821" cy="436079"/>
          </a:xfrm>
          <a:custGeom xmlns:a="http://schemas.openxmlformats.org/drawingml/2006/main">
            <a:pathLst>
              <a:path w="1069848" h="436079">
                <a:moveTo>
                  <a:pt x="0" y="433226"/>
                </a:moveTo>
                <a:lnTo>
                  <a:pt x="213970" y="436079"/>
                </a:lnTo>
                <a:lnTo>
                  <a:pt x="427939" y="399818"/>
                </a:lnTo>
                <a:lnTo>
                  <a:pt x="641909" y="402696"/>
                </a:lnTo>
                <a:lnTo>
                  <a:pt x="855878" y="73581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286" name="c-map-epsilon-0-path-0262 white halo">
            <a:extLst xmlns:a="http://schemas.openxmlformats.org/drawingml/2006/main">
              <a:ext uri="{FF2B5EF4-FFF2-40B4-BE49-F238E27FC236}">
                <a16:creationId xmlns:a16="http://schemas.microsoft.com/office/drawing/2014/main" id="{A989C63A-D6DB-425C-A8FC-3208D7C1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3986927"/>
            <a:ext cx="548" cy="456344"/>
          </a:xfrm>
          <a:custGeom xmlns:a="http://schemas.openxmlformats.org/drawingml/2006/main">
            <a:pathLst>
              <a:path w="476" h="456344">
                <a:moveTo>
                  <a:pt x="0" y="0"/>
                </a:moveTo>
                <a:lnTo>
                  <a:pt x="0" y="456344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7" name="c-map-epsilon-0-path-0262">
            <a:extLst xmlns:a="http://schemas.openxmlformats.org/drawingml/2006/main">
              <a:ext uri="{FF2B5EF4-FFF2-40B4-BE49-F238E27FC236}">
                <a16:creationId xmlns:a16="http://schemas.microsoft.com/office/drawing/2014/main" id="{F5D77B00-F814-405F-9B8E-5B175B9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3986927"/>
            <a:ext cx="548" cy="456344"/>
          </a:xfrm>
          <a:custGeom xmlns:a="http://schemas.openxmlformats.org/drawingml/2006/main">
            <a:pathLst>
              <a:path w="476" h="456344">
                <a:moveTo>
                  <a:pt x="0" y="0"/>
                </a:moveTo>
                <a:lnTo>
                  <a:pt x="0" y="456344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288" name="c-map-epsilon-0-marker-0247">
            <a:extLst xmlns:a="http://schemas.openxmlformats.org/drawingml/2006/main">
              <a:ext uri="{FF2B5EF4-FFF2-40B4-BE49-F238E27FC236}">
                <a16:creationId xmlns:a16="http://schemas.microsoft.com/office/drawing/2014/main" id="{F8162147-B86D-4A06-ADEF-37952DF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696" y="354056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9" name="c-map-epsilon-0-marker-0248">
            <a:extLst xmlns:a="http://schemas.openxmlformats.org/drawingml/2006/main">
              <a:ext uri="{FF2B5EF4-FFF2-40B4-BE49-F238E27FC236}">
                <a16:creationId xmlns:a16="http://schemas.microsoft.com/office/drawing/2014/main" id="{F802D688-1E06-4164-BC43-3632D1F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860" y="357044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0" name="c-map-epsilon-0-marker-0249">
            <a:extLst xmlns:a="http://schemas.openxmlformats.org/drawingml/2006/main">
              <a:ext uri="{FF2B5EF4-FFF2-40B4-BE49-F238E27FC236}">
                <a16:creationId xmlns:a16="http://schemas.microsoft.com/office/drawing/2014/main" id="{E4A8DDBB-DFCB-4F0E-977A-A1C94462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024" y="357895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1" name="c-map-epsilon-0-marker-0250">
            <a:extLst xmlns:a="http://schemas.openxmlformats.org/drawingml/2006/main">
              <a:ext uri="{FF2B5EF4-FFF2-40B4-BE49-F238E27FC236}">
                <a16:creationId xmlns:a16="http://schemas.microsoft.com/office/drawing/2014/main" id="{BE3CF665-3C6E-43FE-838D-236320A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189" y="359877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2" name="c-map-epsilon-0-marker-0251">
            <a:extLst xmlns:a="http://schemas.openxmlformats.org/drawingml/2006/main">
              <a:ext uri="{FF2B5EF4-FFF2-40B4-BE49-F238E27FC236}">
                <a16:creationId xmlns:a16="http://schemas.microsoft.com/office/drawing/2014/main" id="{AD56E887-FA01-42F0-B319-6FCC7844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52" y="32178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3" name="c-map-epsilon-0-marker-0252">
            <a:extLst xmlns:a="http://schemas.openxmlformats.org/drawingml/2006/main">
              <a:ext uri="{FF2B5EF4-FFF2-40B4-BE49-F238E27FC236}">
                <a16:creationId xmlns:a16="http://schemas.microsoft.com/office/drawing/2014/main" id="{2C8BCADB-5F7D-48D4-865C-0223E89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517" y="313692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4" name="c-map-epsilon-0-marker-0254">
            <a:extLst xmlns:a="http://schemas.openxmlformats.org/drawingml/2006/main">
              <a:ext uri="{FF2B5EF4-FFF2-40B4-BE49-F238E27FC236}">
                <a16:creationId xmlns:a16="http://schemas.microsoft.com/office/drawing/2014/main" id="{059A5F5A-3314-426E-ADF4-EF24041D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01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95" name="c-map-epsilon-0-marker-0256">
            <a:extLst xmlns:a="http://schemas.openxmlformats.org/drawingml/2006/main">
              <a:ext uri="{FF2B5EF4-FFF2-40B4-BE49-F238E27FC236}">
                <a16:creationId xmlns:a16="http://schemas.microsoft.com/office/drawing/2014/main" id="{18AFDEAE-32A4-44A9-AB35-4222D13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696" y="439729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6" name="c-map-epsilon-0-marker-0257">
            <a:extLst xmlns:a="http://schemas.openxmlformats.org/drawingml/2006/main">
              <a:ext uri="{FF2B5EF4-FFF2-40B4-BE49-F238E27FC236}">
                <a16:creationId xmlns:a16="http://schemas.microsoft.com/office/drawing/2014/main" id="{E2B913CC-699B-4BB6-99A9-0B2D4B8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860" y="440014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7" name="c-map-epsilon-0-marker-0258">
            <a:extLst xmlns:a="http://schemas.openxmlformats.org/drawingml/2006/main">
              <a:ext uri="{FF2B5EF4-FFF2-40B4-BE49-F238E27FC236}">
                <a16:creationId xmlns:a16="http://schemas.microsoft.com/office/drawing/2014/main" id="{446CCEBC-5EF1-4A29-AE29-5CDD87F8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024" y="436388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8" name="c-map-epsilon-0-marker-0259">
            <a:extLst xmlns:a="http://schemas.openxmlformats.org/drawingml/2006/main">
              <a:ext uri="{FF2B5EF4-FFF2-40B4-BE49-F238E27FC236}">
                <a16:creationId xmlns:a16="http://schemas.microsoft.com/office/drawing/2014/main" id="{55BC5DDE-9DC5-4D16-B1EC-C245944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189" y="43667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9" name="c-map-epsilon-0-marker-0260">
            <a:extLst xmlns:a="http://schemas.openxmlformats.org/drawingml/2006/main">
              <a:ext uri="{FF2B5EF4-FFF2-40B4-BE49-F238E27FC236}">
                <a16:creationId xmlns:a16="http://schemas.microsoft.com/office/drawing/2014/main" id="{CAD5F5C4-B4E8-44D1-ABEE-0D42169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52" y="40376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0" name="c-map-epsilon-0-marker-0261">
            <a:extLst xmlns:a="http://schemas.openxmlformats.org/drawingml/2006/main">
              <a:ext uri="{FF2B5EF4-FFF2-40B4-BE49-F238E27FC236}">
                <a16:creationId xmlns:a16="http://schemas.microsoft.com/office/drawing/2014/main" id="{CE005A43-E129-42AE-8F3E-E8E9DE25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517" y="396406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1" name="c-map-epsilon-0-marker-0263">
            <a:extLst xmlns:a="http://schemas.openxmlformats.org/drawingml/2006/main">
              <a:ext uri="{FF2B5EF4-FFF2-40B4-BE49-F238E27FC236}">
                <a16:creationId xmlns:a16="http://schemas.microsoft.com/office/drawing/2014/main" id="{73E84D0D-5F93-491F-AA38-10CA565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01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302" name="c-map-epsilon-0-path-0279">
            <a:extLst xmlns:a="http://schemas.openxmlformats.org/drawingml/2006/main">
              <a:ext uri="{FF2B5EF4-FFF2-40B4-BE49-F238E27FC236}">
                <a16:creationId xmlns:a16="http://schemas.microsoft.com/office/drawing/2014/main" id="{B9BDCB08-0AA1-408F-964D-A2A5F84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556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3" name="c-map-epsilon-0-path-0281">
            <a:extLst xmlns:a="http://schemas.openxmlformats.org/drawingml/2006/main">
              <a:ext uri="{FF2B5EF4-FFF2-40B4-BE49-F238E27FC236}">
                <a16:creationId xmlns:a16="http://schemas.microsoft.com/office/drawing/2014/main" id="{5A594618-C55B-4FBC-9087-156CAAE8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720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4" name="c-map-epsilon-0-path-0283">
            <a:extLst xmlns:a="http://schemas.openxmlformats.org/drawingml/2006/main">
              <a:ext uri="{FF2B5EF4-FFF2-40B4-BE49-F238E27FC236}">
                <a16:creationId xmlns:a16="http://schemas.microsoft.com/office/drawing/2014/main" id="{42DE0082-121A-4CCF-B847-ABDF960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884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5" name="c-map-epsilon-0-path-0285">
            <a:extLst xmlns:a="http://schemas.openxmlformats.org/drawingml/2006/main">
              <a:ext uri="{FF2B5EF4-FFF2-40B4-BE49-F238E27FC236}">
                <a16:creationId xmlns:a16="http://schemas.microsoft.com/office/drawing/2014/main" id="{37DD4E2F-8B93-46D7-A626-B4CE02C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049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6" name="c-map-epsilon-0-path-0287">
            <a:extLst xmlns:a="http://schemas.openxmlformats.org/drawingml/2006/main">
              <a:ext uri="{FF2B5EF4-FFF2-40B4-BE49-F238E27FC236}">
                <a16:creationId xmlns:a16="http://schemas.microsoft.com/office/drawing/2014/main" id="{DD881E3C-FEDB-4403-B075-4F732FB8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212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7" name="c-map-epsilon-0-path-0289">
            <a:extLst xmlns:a="http://schemas.openxmlformats.org/drawingml/2006/main">
              <a:ext uri="{FF2B5EF4-FFF2-40B4-BE49-F238E27FC236}">
                <a16:creationId xmlns:a16="http://schemas.microsoft.com/office/drawing/2014/main" id="{CBCACAD5-C68F-445B-8DE8-90FBFD7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377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8" name="c-map-epsilon-0-path-0292">
            <a:extLst xmlns:a="http://schemas.openxmlformats.org/drawingml/2006/main">
              <a:ext uri="{FF2B5EF4-FFF2-40B4-BE49-F238E27FC236}">
                <a16:creationId xmlns:a16="http://schemas.microsoft.com/office/drawing/2014/main" id="{A2DA1624-A538-4683-A174-D5037DA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600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09" name="c-map-epsilon-0-path-0294">
            <a:extLst xmlns:a="http://schemas.openxmlformats.org/drawingml/2006/main">
              <a:ext uri="{FF2B5EF4-FFF2-40B4-BE49-F238E27FC236}">
                <a16:creationId xmlns:a16="http://schemas.microsoft.com/office/drawing/2014/main" id="{C7B9FA8E-B4E7-4FAF-B7EE-07808C5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600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10" name="c-map-epsilon-0-path-0296">
            <a:extLst xmlns:a="http://schemas.openxmlformats.org/drawingml/2006/main">
              <a:ext uri="{FF2B5EF4-FFF2-40B4-BE49-F238E27FC236}">
                <a16:creationId xmlns:a16="http://schemas.microsoft.com/office/drawing/2014/main" id="{B9CB185D-E7A7-49DB-A9A8-993D54C6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600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311" name="c-map-epsilon-0-path-0277">
            <a:extLst xmlns:a="http://schemas.openxmlformats.org/drawingml/2006/main">
              <a:ext uri="{FF2B5EF4-FFF2-40B4-BE49-F238E27FC236}">
                <a16:creationId xmlns:a16="http://schemas.microsoft.com/office/drawing/2014/main" id="{86BCE3EC-97B6-4706-8192-D10EF826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312" name="c-map-epsilon-0-path-0278">
            <a:extLst xmlns:a="http://schemas.openxmlformats.org/drawingml/2006/main">
              <a:ext uri="{FF2B5EF4-FFF2-40B4-BE49-F238E27FC236}">
                <a16:creationId xmlns:a16="http://schemas.microsoft.com/office/drawing/2014/main" id="{519DA692-8295-45B1-8147-1732289D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313" name="c-map-epsilon-0 ε = 0%">
            <a:extLst xmlns:a="http://schemas.openxmlformats.org/drawingml/2006/main">
              <a:ext uri="{FF2B5EF4-FFF2-40B4-BE49-F238E27FC236}">
                <a16:creationId xmlns:a16="http://schemas.microsoft.com/office/drawing/2014/main" id="{63C7E98A-3F7F-4C46-B7DE-9D03FD0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3138" y="2303602"/>
            <a:ext cx="646531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0%</a:t>
            </a:r>
          </a:p>
        </p:txBody>
      </p:sp>
      <p:sp>
        <p:nvSpPr>
          <p:cNvPr id="314" name="c-map-epsilon-0 3">
            <a:extLst xmlns:a="http://schemas.openxmlformats.org/drawingml/2006/main">
              <a:ext uri="{FF2B5EF4-FFF2-40B4-BE49-F238E27FC236}">
                <a16:creationId xmlns:a16="http://schemas.microsoft.com/office/drawing/2014/main" id="{4A9B4DB4-6DF8-4860-A42D-32D2AD7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915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315" name="c-map-epsilon-0 4">
            <a:extLst xmlns:a="http://schemas.openxmlformats.org/drawingml/2006/main">
              <a:ext uri="{FF2B5EF4-FFF2-40B4-BE49-F238E27FC236}">
                <a16:creationId xmlns:a16="http://schemas.microsoft.com/office/drawing/2014/main" id="{6D7EAC51-1D0F-4B18-87F2-BCEC21C2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3078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316" name="c-map-epsilon-0 5">
            <a:extLst xmlns:a="http://schemas.openxmlformats.org/drawingml/2006/main">
              <a:ext uri="{FF2B5EF4-FFF2-40B4-BE49-F238E27FC236}">
                <a16:creationId xmlns:a16="http://schemas.microsoft.com/office/drawing/2014/main" id="{CDD9386F-1D9D-490D-968B-03CD54FF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9048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17" name="c-map-epsilon-0 6">
            <a:extLst xmlns:a="http://schemas.openxmlformats.org/drawingml/2006/main">
              <a:ext uri="{FF2B5EF4-FFF2-40B4-BE49-F238E27FC236}">
                <a16:creationId xmlns:a16="http://schemas.microsoft.com/office/drawing/2014/main" id="{5E0E8A90-2A47-4B1F-A14A-CF84848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5408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318" name="c-map-epsilon-0 7">
            <a:extLst xmlns:a="http://schemas.openxmlformats.org/drawingml/2006/main">
              <a:ext uri="{FF2B5EF4-FFF2-40B4-BE49-F238E27FC236}">
                <a16:creationId xmlns:a16="http://schemas.microsoft.com/office/drawing/2014/main" id="{2A0220AB-A176-488E-9141-0C156F5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1571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319" name="c-map-epsilon-0 8">
            <a:extLst xmlns:a="http://schemas.openxmlformats.org/drawingml/2006/main">
              <a:ext uri="{FF2B5EF4-FFF2-40B4-BE49-F238E27FC236}">
                <a16:creationId xmlns:a16="http://schemas.microsoft.com/office/drawing/2014/main" id="{EE9E7B5F-A107-4980-9A3B-44187672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7736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320" name="c-map-epsilon-0 Mapped position">
            <a:extLst xmlns:a="http://schemas.openxmlformats.org/drawingml/2006/main">
              <a:ext uri="{FF2B5EF4-FFF2-40B4-BE49-F238E27FC236}">
                <a16:creationId xmlns:a16="http://schemas.microsoft.com/office/drawing/2014/main" id="{93883269-4ED3-4961-A53C-B80011B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34629" y="3469601"/>
            <a:ext cx="158483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Mapped position</a:t>
            </a:r>
          </a:p>
        </p:txBody>
      </p:sp>
      <p:sp>
        <p:nvSpPr>
          <p:cNvPr id="321" name="c-map-epsilon-0 0.0">
            <a:extLst xmlns:a="http://schemas.openxmlformats.org/drawingml/2006/main">
              <a:ext uri="{FF2B5EF4-FFF2-40B4-BE49-F238E27FC236}">
                <a16:creationId xmlns:a16="http://schemas.microsoft.com/office/drawing/2014/main" id="{09227022-A8A2-4787-9D78-99ACA633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999" y="4540696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0.0</a:t>
            </a:r>
          </a:p>
        </p:txBody>
      </p:sp>
      <p:sp>
        <p:nvSpPr>
          <p:cNvPr id="322" name="c-map-epsilon-0 0.5">
            <a:extLst xmlns:a="http://schemas.openxmlformats.org/drawingml/2006/main">
              <a:ext uri="{FF2B5EF4-FFF2-40B4-BE49-F238E27FC236}">
                <a16:creationId xmlns:a16="http://schemas.microsoft.com/office/drawing/2014/main" id="{81A3F088-B0BD-49F5-910E-C5E9BFC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999" y="3491422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0.5</a:t>
            </a:r>
          </a:p>
        </p:txBody>
      </p:sp>
      <p:sp>
        <p:nvSpPr>
          <p:cNvPr id="323" name="c-map-epsilon-0 1.0">
            <a:extLst xmlns:a="http://schemas.openxmlformats.org/drawingml/2006/main">
              <a:ext uri="{FF2B5EF4-FFF2-40B4-BE49-F238E27FC236}">
                <a16:creationId xmlns:a16="http://schemas.microsoft.com/office/drawing/2014/main" id="{9AE02C3D-F5F0-4AC4-AD73-9AAC3510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999" y="2442148"/>
            <a:ext cx="339090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1.0</a:t>
            </a:r>
          </a:p>
        </p:txBody>
      </p:sp>
      <p:sp>
        <p:nvSpPr>
          <p:cNvPr id="324" name="c-map-epsilon-0 A11">
            <a:extLst xmlns:a="http://schemas.openxmlformats.org/drawingml/2006/main">
              <a:ext uri="{FF2B5EF4-FFF2-40B4-BE49-F238E27FC236}">
                <a16:creationId xmlns:a16="http://schemas.microsoft.com/office/drawing/2014/main" id="{B32E2DB4-4517-432B-A1F6-27198D9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385" y="3368597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A11</a:t>
            </a:r>
          </a:p>
        </p:txBody>
      </p:sp>
      <p:sp>
        <p:nvSpPr>
          <p:cNvPr id="325" name="c-map-epsilon-0 A12">
            <a:extLst xmlns:a="http://schemas.openxmlformats.org/drawingml/2006/main">
              <a:ext uri="{FF2B5EF4-FFF2-40B4-BE49-F238E27FC236}">
                <a16:creationId xmlns:a16="http://schemas.microsoft.com/office/drawing/2014/main" id="{6036EB28-ACE9-4304-A4F3-93B1C4D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744" y="3236547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A12</a:t>
            </a:r>
          </a:p>
        </p:txBody>
      </p:sp>
      <p:sp>
        <p:nvSpPr>
          <p:cNvPr id="326" name="c-map-epsilon-0 A13">
            <a:extLst xmlns:a="http://schemas.openxmlformats.org/drawingml/2006/main">
              <a:ext uri="{FF2B5EF4-FFF2-40B4-BE49-F238E27FC236}">
                <a16:creationId xmlns:a16="http://schemas.microsoft.com/office/drawing/2014/main" id="{FD797F20-AEF9-41F3-B51F-FBE8119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908" y="3406988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A13</a:t>
            </a:r>
          </a:p>
        </p:txBody>
      </p:sp>
      <p:sp>
        <p:nvSpPr>
          <p:cNvPr id="327" name="c-map-epsilon-0 A14">
            <a:extLst xmlns:a="http://schemas.openxmlformats.org/drawingml/2006/main">
              <a:ext uri="{FF2B5EF4-FFF2-40B4-BE49-F238E27FC236}">
                <a16:creationId xmlns:a16="http://schemas.microsoft.com/office/drawing/2014/main" id="{282584B8-6EB6-4D6E-A3AA-56E4A96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071" y="326487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A14</a:t>
            </a:r>
          </a:p>
        </p:txBody>
      </p:sp>
      <p:sp>
        <p:nvSpPr>
          <p:cNvPr id="328" name="c-map-epsilon-0 A15">
            <a:extLst xmlns:a="http://schemas.openxmlformats.org/drawingml/2006/main">
              <a:ext uri="{FF2B5EF4-FFF2-40B4-BE49-F238E27FC236}">
                <a16:creationId xmlns:a16="http://schemas.microsoft.com/office/drawing/2014/main" id="{752B9C93-7718-41FB-9201-694BFE70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6041" y="3045850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A15</a:t>
            </a:r>
          </a:p>
        </p:txBody>
      </p:sp>
      <p:sp>
        <p:nvSpPr>
          <p:cNvPr id="329" name="c-map-epsilon-0 A16">
            <a:extLst xmlns:a="http://schemas.openxmlformats.org/drawingml/2006/main">
              <a:ext uri="{FF2B5EF4-FFF2-40B4-BE49-F238E27FC236}">
                <a16:creationId xmlns:a16="http://schemas.microsoft.com/office/drawing/2014/main" id="{CF7FCA43-F474-4D55-BE46-6E555483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399" y="2803033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A16</a:t>
            </a:r>
          </a:p>
        </p:txBody>
      </p:sp>
      <p:sp>
        <p:nvSpPr>
          <p:cNvPr id="330" name="c-map-epsilon-0 B11">
            <a:extLst xmlns:a="http://schemas.openxmlformats.org/drawingml/2006/main">
              <a:ext uri="{FF2B5EF4-FFF2-40B4-BE49-F238E27FC236}">
                <a16:creationId xmlns:a16="http://schemas.microsoft.com/office/drawing/2014/main" id="{C84AE81E-DA37-4955-B4F8-5FBFC8CD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385" y="4225324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B11</a:t>
            </a:r>
          </a:p>
        </p:txBody>
      </p:sp>
      <p:sp>
        <p:nvSpPr>
          <p:cNvPr id="331" name="c-map-epsilon-0 B12">
            <a:extLst xmlns:a="http://schemas.openxmlformats.org/drawingml/2006/main">
              <a:ext uri="{FF2B5EF4-FFF2-40B4-BE49-F238E27FC236}">
                <a16:creationId xmlns:a16="http://schemas.microsoft.com/office/drawing/2014/main" id="{1ED38709-4B97-441D-90CF-16F39B29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7744" y="406625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B12</a:t>
            </a:r>
          </a:p>
        </p:txBody>
      </p:sp>
      <p:sp>
        <p:nvSpPr>
          <p:cNvPr id="332" name="c-map-epsilon-0 B13">
            <a:extLst xmlns:a="http://schemas.openxmlformats.org/drawingml/2006/main">
              <a:ext uri="{FF2B5EF4-FFF2-40B4-BE49-F238E27FC236}">
                <a16:creationId xmlns:a16="http://schemas.microsoft.com/office/drawing/2014/main" id="{F5CBE8F6-8AB6-4023-9D51-D3F98210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908" y="4191916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B13</a:t>
            </a:r>
          </a:p>
        </p:txBody>
      </p:sp>
      <p:sp>
        <p:nvSpPr>
          <p:cNvPr id="333" name="c-map-epsilon-0 B14">
            <a:extLst xmlns:a="http://schemas.openxmlformats.org/drawingml/2006/main">
              <a:ext uri="{FF2B5EF4-FFF2-40B4-BE49-F238E27FC236}">
                <a16:creationId xmlns:a16="http://schemas.microsoft.com/office/drawing/2014/main" id="{145A87C3-4804-461E-BF67-CDF2875A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0071" y="403286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B14</a:t>
            </a:r>
          </a:p>
        </p:txBody>
      </p:sp>
      <p:sp>
        <p:nvSpPr>
          <p:cNvPr id="334" name="c-map-epsilon-0 B15">
            <a:extLst xmlns:a="http://schemas.openxmlformats.org/drawingml/2006/main">
              <a:ext uri="{FF2B5EF4-FFF2-40B4-BE49-F238E27FC236}">
                <a16:creationId xmlns:a16="http://schemas.microsoft.com/office/drawing/2014/main" id="{DF249404-75AC-40EB-A8AF-3EE94DB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6041" y="4113328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B15</a:t>
            </a:r>
          </a:p>
        </p:txBody>
      </p:sp>
      <p:sp>
        <p:nvSpPr>
          <p:cNvPr id="335" name="c-map-epsilon-0 B16">
            <a:extLst xmlns:a="http://schemas.openxmlformats.org/drawingml/2006/main">
              <a:ext uri="{FF2B5EF4-FFF2-40B4-BE49-F238E27FC236}">
                <a16:creationId xmlns:a16="http://schemas.microsoft.com/office/drawing/2014/main" id="{F9B92C7C-1779-4FEC-96BA-568D359B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399" y="4201673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B16</a:t>
            </a:r>
          </a:p>
        </p:txBody>
      </p:sp>
      <p:sp>
        <p:nvSpPr>
          <p:cNvPr id="336" name="d-tree-epsilon-0-path-0298">
            <a:extLst xmlns:a="http://schemas.openxmlformats.org/drawingml/2006/main">
              <a:ext uri="{FF2B5EF4-FFF2-40B4-BE49-F238E27FC236}">
                <a16:creationId xmlns:a16="http://schemas.microsoft.com/office/drawing/2014/main" id="{7FC4CC0E-7B0B-4C2D-BB17-1777200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66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37" name="d-tree-epsilon-0-path-0299">
            <a:extLst xmlns:a="http://schemas.openxmlformats.org/drawingml/2006/main">
              <a:ext uri="{FF2B5EF4-FFF2-40B4-BE49-F238E27FC236}">
                <a16:creationId xmlns:a16="http://schemas.microsoft.com/office/drawing/2014/main" id="{D7C3D992-51C7-4CDF-AC30-0A7916C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316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38" name="d-tree-epsilon-0-path-0300">
            <a:extLst xmlns:a="http://schemas.openxmlformats.org/drawingml/2006/main">
              <a:ext uri="{FF2B5EF4-FFF2-40B4-BE49-F238E27FC236}">
                <a16:creationId xmlns:a16="http://schemas.microsoft.com/office/drawing/2014/main" id="{A1990141-D4E5-4811-9B8D-F4FA3FDC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663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39" name="d-tree-epsilon-0-path-0301">
            <a:extLst xmlns:a="http://schemas.openxmlformats.org/drawingml/2006/main">
              <a:ext uri="{FF2B5EF4-FFF2-40B4-BE49-F238E27FC236}">
                <a16:creationId xmlns:a16="http://schemas.microsoft.com/office/drawing/2014/main" id="{1D9D2110-2682-4857-BE0C-091E7413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92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0" name="d-tree-epsilon-0-path-0302">
            <a:extLst xmlns:a="http://schemas.openxmlformats.org/drawingml/2006/main">
              <a:ext uri="{FF2B5EF4-FFF2-40B4-BE49-F238E27FC236}">
                <a16:creationId xmlns:a16="http://schemas.microsoft.com/office/drawing/2014/main" id="{42066E80-CDBB-48B4-9BEA-C412C0E6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58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1" name="d-tree-epsilon-0-path-0303">
            <a:extLst xmlns:a="http://schemas.openxmlformats.org/drawingml/2006/main">
              <a:ext uri="{FF2B5EF4-FFF2-40B4-BE49-F238E27FC236}">
                <a16:creationId xmlns:a16="http://schemas.microsoft.com/office/drawing/2014/main" id="{C1C2CD20-1AFC-40D6-85BF-5D7EB7C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929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2" name="d-tree-epsilon-0-path-0304">
            <a:extLst xmlns:a="http://schemas.openxmlformats.org/drawingml/2006/main">
              <a:ext uri="{FF2B5EF4-FFF2-40B4-BE49-F238E27FC236}">
                <a16:creationId xmlns:a16="http://schemas.microsoft.com/office/drawing/2014/main" id="{3FE114B2-FC9D-464E-A33D-F161187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276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3" name="d-tree-epsilon-0-path-0305">
            <a:extLst xmlns:a="http://schemas.openxmlformats.org/drawingml/2006/main">
              <a:ext uri="{FF2B5EF4-FFF2-40B4-BE49-F238E27FC236}">
                <a16:creationId xmlns:a16="http://schemas.microsoft.com/office/drawing/2014/main" id="{0E226B96-C39A-470B-91E7-CCFD859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757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4" name="d-tree-epsilon-0-path-0306">
            <a:extLst xmlns:a="http://schemas.openxmlformats.org/drawingml/2006/main">
              <a:ext uri="{FF2B5EF4-FFF2-40B4-BE49-F238E27FC236}">
                <a16:creationId xmlns:a16="http://schemas.microsoft.com/office/drawing/2014/main" id="{8DC0FF29-0B29-4C5F-85A0-C0E0BCE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276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5" name="d-tree-epsilon-0-path-0307">
            <a:extLst xmlns:a="http://schemas.openxmlformats.org/drawingml/2006/main">
              <a:ext uri="{FF2B5EF4-FFF2-40B4-BE49-F238E27FC236}">
                <a16:creationId xmlns:a16="http://schemas.microsoft.com/office/drawing/2014/main" id="{52A2783E-218C-481E-B018-B5C7C5D8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85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6" name="d-tree-epsilon-0-path-0308">
            <a:extLst xmlns:a="http://schemas.openxmlformats.org/drawingml/2006/main">
              <a:ext uri="{FF2B5EF4-FFF2-40B4-BE49-F238E27FC236}">
                <a16:creationId xmlns:a16="http://schemas.microsoft.com/office/drawing/2014/main" id="{2EF72681-9AA8-41C2-8F6B-947CAA1C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504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7" name="d-tree-epsilon-0-path-0309">
            <a:extLst xmlns:a="http://schemas.openxmlformats.org/drawingml/2006/main">
              <a:ext uri="{FF2B5EF4-FFF2-40B4-BE49-F238E27FC236}">
                <a16:creationId xmlns:a16="http://schemas.microsoft.com/office/drawing/2014/main" id="{EE03831C-DE29-403D-8E39-BE99A233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851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8" name="d-tree-epsilon-0-path-0310">
            <a:extLst xmlns:a="http://schemas.openxmlformats.org/drawingml/2006/main">
              <a:ext uri="{FF2B5EF4-FFF2-40B4-BE49-F238E27FC236}">
                <a16:creationId xmlns:a16="http://schemas.microsoft.com/office/drawing/2014/main" id="{C233D387-5051-4F8C-9278-8037F5A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678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49" name="d-tree-epsilon-0-path-0311">
            <a:extLst xmlns:a="http://schemas.openxmlformats.org/drawingml/2006/main">
              <a:ext uri="{FF2B5EF4-FFF2-40B4-BE49-F238E27FC236}">
                <a16:creationId xmlns:a16="http://schemas.microsoft.com/office/drawing/2014/main" id="{2186DF1C-967C-4978-89B5-BB9F14A4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158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0" name="d-tree-epsilon-0-path-0312">
            <a:extLst xmlns:a="http://schemas.openxmlformats.org/drawingml/2006/main">
              <a:ext uri="{FF2B5EF4-FFF2-40B4-BE49-F238E27FC236}">
                <a16:creationId xmlns:a16="http://schemas.microsoft.com/office/drawing/2014/main" id="{9A09CD27-7632-4DBA-BBED-E406556D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678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1" name="d-tree-epsilon-0-path-0313">
            <a:extLst xmlns:a="http://schemas.openxmlformats.org/drawingml/2006/main">
              <a:ext uri="{FF2B5EF4-FFF2-40B4-BE49-F238E27FC236}">
                <a16:creationId xmlns:a16="http://schemas.microsoft.com/office/drawing/2014/main" id="{5BEEF3C4-760E-48A9-9D5B-D5180C69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197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2" name="d-tree-epsilon-0-path-0314">
            <a:extLst xmlns:a="http://schemas.openxmlformats.org/drawingml/2006/main">
              <a:ext uri="{FF2B5EF4-FFF2-40B4-BE49-F238E27FC236}">
                <a16:creationId xmlns:a16="http://schemas.microsoft.com/office/drawing/2014/main" id="{724BACEE-B62D-4B05-BED4-4D75D0F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918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3" name="d-tree-epsilon-0-path-0315">
            <a:extLst xmlns:a="http://schemas.openxmlformats.org/drawingml/2006/main">
              <a:ext uri="{FF2B5EF4-FFF2-40B4-BE49-F238E27FC236}">
                <a16:creationId xmlns:a16="http://schemas.microsoft.com/office/drawing/2014/main" id="{9CE136A9-9570-48E5-939B-EFE533B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197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4" name="d-tree-epsilon-0-path-0316">
            <a:extLst xmlns:a="http://schemas.openxmlformats.org/drawingml/2006/main">
              <a:ext uri="{FF2B5EF4-FFF2-40B4-BE49-F238E27FC236}">
                <a16:creationId xmlns:a16="http://schemas.microsoft.com/office/drawing/2014/main" id="{37F2ABC1-6DA1-4E8A-9E20-C61B934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544" y="7341600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5" name="d-tree-epsilon-0-path-0317">
            <a:extLst xmlns:a="http://schemas.openxmlformats.org/drawingml/2006/main">
              <a:ext uri="{FF2B5EF4-FFF2-40B4-BE49-F238E27FC236}">
                <a16:creationId xmlns:a16="http://schemas.microsoft.com/office/drawing/2014/main" id="{3A16CC91-7159-4F9F-9681-B2EB616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057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6" name="d-tree-epsilon-0-path-0318">
            <a:extLst xmlns:a="http://schemas.openxmlformats.org/drawingml/2006/main">
              <a:ext uri="{FF2B5EF4-FFF2-40B4-BE49-F238E27FC236}">
                <a16:creationId xmlns:a16="http://schemas.microsoft.com/office/drawing/2014/main" id="{82C25133-481E-4449-9AD1-8BE1BF0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544" y="7341600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7" name="d-tree-epsilon-0-path-0319">
            <a:extLst xmlns:a="http://schemas.openxmlformats.org/drawingml/2006/main">
              <a:ext uri="{FF2B5EF4-FFF2-40B4-BE49-F238E27FC236}">
                <a16:creationId xmlns:a16="http://schemas.microsoft.com/office/drawing/2014/main" id="{A96780B1-15EF-4DB3-ACDE-3A9FF60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46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8" name="d-tree-epsilon-0-path-0320">
            <a:extLst xmlns:a="http://schemas.openxmlformats.org/drawingml/2006/main">
              <a:ext uri="{FF2B5EF4-FFF2-40B4-BE49-F238E27FC236}">
                <a16:creationId xmlns:a16="http://schemas.microsoft.com/office/drawing/2014/main" id="{7D748BBD-7FF8-4C02-86E7-D696B95B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118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59" name="d-tree-epsilon-0-path-0321">
            <a:extLst xmlns:a="http://schemas.openxmlformats.org/drawingml/2006/main">
              <a:ext uri="{FF2B5EF4-FFF2-40B4-BE49-F238E27FC236}">
                <a16:creationId xmlns:a16="http://schemas.microsoft.com/office/drawing/2014/main" id="{C676939D-21CD-480D-91C5-02B60E69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465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0" name="d-tree-epsilon-0-path-0322">
            <a:extLst xmlns:a="http://schemas.openxmlformats.org/drawingml/2006/main">
              <a:ext uri="{FF2B5EF4-FFF2-40B4-BE49-F238E27FC236}">
                <a16:creationId xmlns:a16="http://schemas.microsoft.com/office/drawing/2014/main" id="{BB059745-2A73-4F6E-8DA0-2D6F817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42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1" name="d-tree-epsilon-0-path-0323">
            <a:extLst xmlns:a="http://schemas.openxmlformats.org/drawingml/2006/main">
              <a:ext uri="{FF2B5EF4-FFF2-40B4-BE49-F238E27FC236}">
                <a16:creationId xmlns:a16="http://schemas.microsoft.com/office/drawing/2014/main" id="{123FAE9E-6D76-44B5-AECB-817EED7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07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2" name="d-tree-epsilon-0-path-0324">
            <a:extLst xmlns:a="http://schemas.openxmlformats.org/drawingml/2006/main">
              <a:ext uri="{FF2B5EF4-FFF2-40B4-BE49-F238E27FC236}">
                <a16:creationId xmlns:a16="http://schemas.microsoft.com/office/drawing/2014/main" id="{59AA09D9-CC5A-4991-B7B8-E92D6A3E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425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3" name="d-tree-epsilon-0-path-0325">
            <a:extLst xmlns:a="http://schemas.openxmlformats.org/drawingml/2006/main">
              <a:ext uri="{FF2B5EF4-FFF2-40B4-BE49-F238E27FC236}">
                <a16:creationId xmlns:a16="http://schemas.microsoft.com/office/drawing/2014/main" id="{DFF25A44-B07E-40BB-8BAA-EA28B62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252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4" name="d-tree-epsilon-0-path-0326">
            <a:extLst xmlns:a="http://schemas.openxmlformats.org/drawingml/2006/main">
              <a:ext uri="{FF2B5EF4-FFF2-40B4-BE49-F238E27FC236}">
                <a16:creationId xmlns:a16="http://schemas.microsoft.com/office/drawing/2014/main" id="{C19C824B-05DE-499E-9EC2-96545DC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732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5" name="d-tree-epsilon-0-path-0327">
            <a:extLst xmlns:a="http://schemas.openxmlformats.org/drawingml/2006/main">
              <a:ext uri="{FF2B5EF4-FFF2-40B4-BE49-F238E27FC236}">
                <a16:creationId xmlns:a16="http://schemas.microsoft.com/office/drawing/2014/main" id="{187E2206-3C53-4C6B-85A0-6BE39E64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252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6" name="d-tree-epsilon-0-path-0328">
            <a:extLst xmlns:a="http://schemas.openxmlformats.org/drawingml/2006/main">
              <a:ext uri="{FF2B5EF4-FFF2-40B4-BE49-F238E27FC236}">
                <a16:creationId xmlns:a16="http://schemas.microsoft.com/office/drawing/2014/main" id="{F98F8D56-36B3-49F9-A4EA-643212E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386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7" name="d-tree-epsilon-0-path-0329">
            <a:extLst xmlns:a="http://schemas.openxmlformats.org/drawingml/2006/main">
              <a:ext uri="{FF2B5EF4-FFF2-40B4-BE49-F238E27FC236}">
                <a16:creationId xmlns:a16="http://schemas.microsoft.com/office/drawing/2014/main" id="{F738CAC3-D240-4C80-B438-F27D953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03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8" name="d-tree-epsilon-0-path-0330">
            <a:extLst xmlns:a="http://schemas.openxmlformats.org/drawingml/2006/main">
              <a:ext uri="{FF2B5EF4-FFF2-40B4-BE49-F238E27FC236}">
                <a16:creationId xmlns:a16="http://schemas.microsoft.com/office/drawing/2014/main" id="{EA04CA39-1714-457F-A838-155B8D8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386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69" name="d-tree-epsilon-0-path-0331">
            <a:extLst xmlns:a="http://schemas.openxmlformats.org/drawingml/2006/main">
              <a:ext uri="{FF2B5EF4-FFF2-40B4-BE49-F238E27FC236}">
                <a16:creationId xmlns:a16="http://schemas.microsoft.com/office/drawing/2014/main" id="{A54D5E38-4DFC-4624-BD6F-CBD82E98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34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0" name="d-tree-epsilon-0-path-0332">
            <a:extLst xmlns:a="http://schemas.openxmlformats.org/drawingml/2006/main">
              <a:ext uri="{FF2B5EF4-FFF2-40B4-BE49-F238E27FC236}">
                <a16:creationId xmlns:a16="http://schemas.microsoft.com/office/drawing/2014/main" id="{5F03BC95-C1FD-47A5-BCF4-A84140CD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00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1" name="d-tree-epsilon-0-path-0333">
            <a:extLst xmlns:a="http://schemas.openxmlformats.org/drawingml/2006/main">
              <a:ext uri="{FF2B5EF4-FFF2-40B4-BE49-F238E27FC236}">
                <a16:creationId xmlns:a16="http://schemas.microsoft.com/office/drawing/2014/main" id="{A9C1E2FF-9B76-4BDA-9FDC-2BF33411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347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2" name="d-tree-epsilon-0-path-0334">
            <a:extLst xmlns:a="http://schemas.openxmlformats.org/drawingml/2006/main">
              <a:ext uri="{FF2B5EF4-FFF2-40B4-BE49-F238E27FC236}">
                <a16:creationId xmlns:a16="http://schemas.microsoft.com/office/drawing/2014/main" id="{2058CC2A-8D22-492B-844D-1A38C9A8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654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3" name="d-tree-epsilon-0-path-0335">
            <a:extLst xmlns:a="http://schemas.openxmlformats.org/drawingml/2006/main">
              <a:ext uri="{FF2B5EF4-FFF2-40B4-BE49-F238E27FC236}">
                <a16:creationId xmlns:a16="http://schemas.microsoft.com/office/drawing/2014/main" id="{61659018-04A0-40A7-80CC-0C71771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30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4" name="d-tree-epsilon-0-path-0336">
            <a:extLst xmlns:a="http://schemas.openxmlformats.org/drawingml/2006/main">
              <a:ext uri="{FF2B5EF4-FFF2-40B4-BE49-F238E27FC236}">
                <a16:creationId xmlns:a16="http://schemas.microsoft.com/office/drawing/2014/main" id="{7FB246ED-F918-4754-874A-5669DA29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654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5" name="d-tree-epsilon-0-path-0337">
            <a:extLst xmlns:a="http://schemas.openxmlformats.org/drawingml/2006/main">
              <a:ext uri="{FF2B5EF4-FFF2-40B4-BE49-F238E27FC236}">
                <a16:creationId xmlns:a16="http://schemas.microsoft.com/office/drawing/2014/main" id="{30FE8118-D87C-4B97-97FC-C461CBF6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480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6" name="d-tree-epsilon-0-path-0338">
            <a:extLst xmlns:a="http://schemas.openxmlformats.org/drawingml/2006/main">
              <a:ext uri="{FF2B5EF4-FFF2-40B4-BE49-F238E27FC236}">
                <a16:creationId xmlns:a16="http://schemas.microsoft.com/office/drawing/2014/main" id="{10B9BBF5-B393-4827-BA8E-2886A51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961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7" name="d-tree-epsilon-0-path-0339">
            <a:extLst xmlns:a="http://schemas.openxmlformats.org/drawingml/2006/main">
              <a:ext uri="{FF2B5EF4-FFF2-40B4-BE49-F238E27FC236}">
                <a16:creationId xmlns:a16="http://schemas.microsoft.com/office/drawing/2014/main" id="{026BF880-F626-4DA2-BF2A-ED23F811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480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8" name="d-tree-epsilon-0-path-0340">
            <a:extLst xmlns:a="http://schemas.openxmlformats.org/drawingml/2006/main">
              <a:ext uri="{FF2B5EF4-FFF2-40B4-BE49-F238E27FC236}">
                <a16:creationId xmlns:a16="http://schemas.microsoft.com/office/drawing/2014/main" id="{96E8E842-E683-441B-AB42-9F62ABF3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268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79" name="d-tree-epsilon-0-path-0341">
            <a:extLst xmlns:a="http://schemas.openxmlformats.org/drawingml/2006/main">
              <a:ext uri="{FF2B5EF4-FFF2-40B4-BE49-F238E27FC236}">
                <a16:creationId xmlns:a16="http://schemas.microsoft.com/office/drawing/2014/main" id="{F6BA72D4-3658-4473-B898-E57BFB6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92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0" name="d-tree-epsilon-0-path-0342">
            <a:extLst xmlns:a="http://schemas.openxmlformats.org/drawingml/2006/main">
              <a:ext uri="{FF2B5EF4-FFF2-40B4-BE49-F238E27FC236}">
                <a16:creationId xmlns:a16="http://schemas.microsoft.com/office/drawing/2014/main" id="{216E818B-5FD2-4DB2-80B0-F5A4324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268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1" name="d-tree-epsilon-0-path-0343">
            <a:extLst xmlns:a="http://schemas.openxmlformats.org/drawingml/2006/main">
              <a:ext uri="{FF2B5EF4-FFF2-40B4-BE49-F238E27FC236}">
                <a16:creationId xmlns:a16="http://schemas.microsoft.com/office/drawing/2014/main" id="{0E9419FB-D9BF-4F03-89B8-0439492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22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2" name="d-tree-epsilon-0-path-0344">
            <a:extLst xmlns:a="http://schemas.openxmlformats.org/drawingml/2006/main">
              <a:ext uri="{FF2B5EF4-FFF2-40B4-BE49-F238E27FC236}">
                <a16:creationId xmlns:a16="http://schemas.microsoft.com/office/drawing/2014/main" id="{1CDDD264-EEE8-4610-B31C-F429638E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88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3" name="d-tree-epsilon-0-path-0345">
            <a:extLst xmlns:a="http://schemas.openxmlformats.org/drawingml/2006/main">
              <a:ext uri="{FF2B5EF4-FFF2-40B4-BE49-F238E27FC236}">
                <a16:creationId xmlns:a16="http://schemas.microsoft.com/office/drawing/2014/main" id="{5191DC5A-AC4B-4743-8D3A-0170947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227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4" name="d-tree-epsilon-0-path-0346">
            <a:extLst xmlns:a="http://schemas.openxmlformats.org/drawingml/2006/main">
              <a:ext uri="{FF2B5EF4-FFF2-40B4-BE49-F238E27FC236}">
                <a16:creationId xmlns:a16="http://schemas.microsoft.com/office/drawing/2014/main" id="{AD2F50D1-9AC1-4D81-A8D4-A76A332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188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5" name="d-tree-epsilon-0-path-0347">
            <a:extLst xmlns:a="http://schemas.openxmlformats.org/drawingml/2006/main">
              <a:ext uri="{FF2B5EF4-FFF2-40B4-BE49-F238E27FC236}">
                <a16:creationId xmlns:a16="http://schemas.microsoft.com/office/drawing/2014/main" id="{ABC1F4D8-64BF-4B06-89EB-47A541C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84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6" name="d-tree-epsilon-0-path-0348">
            <a:extLst xmlns:a="http://schemas.openxmlformats.org/drawingml/2006/main">
              <a:ext uri="{FF2B5EF4-FFF2-40B4-BE49-F238E27FC236}">
                <a16:creationId xmlns:a16="http://schemas.microsoft.com/office/drawing/2014/main" id="{8EC8F718-275A-4DF9-A68F-E013656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188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7" name="d-tree-epsilon-0-path-0349">
            <a:extLst xmlns:a="http://schemas.openxmlformats.org/drawingml/2006/main">
              <a:ext uri="{FF2B5EF4-FFF2-40B4-BE49-F238E27FC236}">
                <a16:creationId xmlns:a16="http://schemas.microsoft.com/office/drawing/2014/main" id="{5A74585C-679D-4A9A-B9D0-FE8503F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534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8" name="d-tree-epsilon-0-path-0350">
            <a:extLst xmlns:a="http://schemas.openxmlformats.org/drawingml/2006/main">
              <a:ext uri="{FF2B5EF4-FFF2-40B4-BE49-F238E27FC236}">
                <a16:creationId xmlns:a16="http://schemas.microsoft.com/office/drawing/2014/main" id="{56C834F8-4668-4C1D-8060-61E050EB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15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89" name="d-tree-epsilon-0-path-0351">
            <a:extLst xmlns:a="http://schemas.openxmlformats.org/drawingml/2006/main">
              <a:ext uri="{FF2B5EF4-FFF2-40B4-BE49-F238E27FC236}">
                <a16:creationId xmlns:a16="http://schemas.microsoft.com/office/drawing/2014/main" id="{B0C45739-FFDB-4940-90B1-B93427B8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534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0" name="d-tree-epsilon-0-path-0352">
            <a:extLst xmlns:a="http://schemas.openxmlformats.org/drawingml/2006/main">
              <a:ext uri="{FF2B5EF4-FFF2-40B4-BE49-F238E27FC236}">
                <a16:creationId xmlns:a16="http://schemas.microsoft.com/office/drawing/2014/main" id="{AE17227A-A80B-4E26-AACB-F7E6F87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775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1" name="d-tree-epsilon-0-path-0353">
            <a:extLst xmlns:a="http://schemas.openxmlformats.org/drawingml/2006/main">
              <a:ext uri="{FF2B5EF4-FFF2-40B4-BE49-F238E27FC236}">
                <a16:creationId xmlns:a16="http://schemas.microsoft.com/office/drawing/2014/main" id="{77BEAD93-7EC8-406C-8557-F1ACBD8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495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2" name="d-tree-epsilon-0-path-0354">
            <a:extLst xmlns:a="http://schemas.openxmlformats.org/drawingml/2006/main">
              <a:ext uri="{FF2B5EF4-FFF2-40B4-BE49-F238E27FC236}">
                <a16:creationId xmlns:a16="http://schemas.microsoft.com/office/drawing/2014/main" id="{B16377B7-4DE5-4383-82A1-8B749DC7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775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3" name="d-tree-epsilon-0-path-0355">
            <a:extLst xmlns:a="http://schemas.openxmlformats.org/drawingml/2006/main">
              <a:ext uri="{FF2B5EF4-FFF2-40B4-BE49-F238E27FC236}">
                <a16:creationId xmlns:a16="http://schemas.microsoft.com/office/drawing/2014/main" id="{E3DB0AA4-C42B-4320-872D-5FCAE82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55" y="7341600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4" name="d-tree-epsilon-0-path-0356">
            <a:extLst xmlns:a="http://schemas.openxmlformats.org/drawingml/2006/main">
              <a:ext uri="{FF2B5EF4-FFF2-40B4-BE49-F238E27FC236}">
                <a16:creationId xmlns:a16="http://schemas.microsoft.com/office/drawing/2014/main" id="{04351D74-C369-4833-B925-23BC440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635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5" name="d-tree-epsilon-0-path-0357">
            <a:extLst xmlns:a="http://schemas.openxmlformats.org/drawingml/2006/main">
              <a:ext uri="{FF2B5EF4-FFF2-40B4-BE49-F238E27FC236}">
                <a16:creationId xmlns:a16="http://schemas.microsoft.com/office/drawing/2014/main" id="{5C80D8E3-75E7-4298-8A57-2F9FB230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55" y="7341600"/>
            <a:ext cx="32581" cy="476"/>
          </a:xfrm>
          <a:custGeom xmlns:a="http://schemas.openxmlformats.org/drawingml/2006/main">
            <a:pathLst>
              <a:path w="28320" h="476">
                <a:moveTo>
                  <a:pt x="0" y="0"/>
                </a:moveTo>
                <a:lnTo>
                  <a:pt x="283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6" name="d-tree-epsilon-0-path-0358">
            <a:extLst xmlns:a="http://schemas.openxmlformats.org/drawingml/2006/main">
              <a:ext uri="{FF2B5EF4-FFF2-40B4-BE49-F238E27FC236}">
                <a16:creationId xmlns:a16="http://schemas.microsoft.com/office/drawing/2014/main" id="{EEFCE9B1-41EB-4904-AA88-D9DE804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6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7" name="d-tree-epsilon-0-path-0359">
            <a:extLst xmlns:a="http://schemas.openxmlformats.org/drawingml/2006/main">
              <a:ext uri="{FF2B5EF4-FFF2-40B4-BE49-F238E27FC236}">
                <a16:creationId xmlns:a16="http://schemas.microsoft.com/office/drawing/2014/main" id="{8D80A5AC-17FA-49C5-9571-BD1DEB8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416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8" name="d-tree-epsilon-0-path-0360">
            <a:extLst xmlns:a="http://schemas.openxmlformats.org/drawingml/2006/main">
              <a:ext uri="{FF2B5EF4-FFF2-40B4-BE49-F238E27FC236}">
                <a16:creationId xmlns:a16="http://schemas.microsoft.com/office/drawing/2014/main" id="{E9662ACE-5D24-4C0A-82DB-8ADE9185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63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399" name="d-tree-epsilon-0-path-0361">
            <a:extLst xmlns:a="http://schemas.openxmlformats.org/drawingml/2006/main">
              <a:ext uri="{FF2B5EF4-FFF2-40B4-BE49-F238E27FC236}">
                <a16:creationId xmlns:a16="http://schemas.microsoft.com/office/drawing/2014/main" id="{4F1B18FE-1190-4526-BD50-AD2A1CE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0" name="d-tree-epsilon-0-path-0362">
            <a:extLst xmlns:a="http://schemas.openxmlformats.org/drawingml/2006/main">
              <a:ext uri="{FF2B5EF4-FFF2-40B4-BE49-F238E27FC236}">
                <a16:creationId xmlns:a16="http://schemas.microsoft.com/office/drawing/2014/main" id="{56694508-D2D1-4D33-B213-5922589B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590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1" name="d-tree-epsilon-0-path-0363">
            <a:extLst xmlns:a="http://schemas.openxmlformats.org/drawingml/2006/main">
              <a:ext uri="{FF2B5EF4-FFF2-40B4-BE49-F238E27FC236}">
                <a16:creationId xmlns:a16="http://schemas.microsoft.com/office/drawing/2014/main" id="{5B2F74D8-26DD-4F64-8A50-BF2962CD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2" name="d-tree-epsilon-0-path-0364">
            <a:extLst xmlns:a="http://schemas.openxmlformats.org/drawingml/2006/main">
              <a:ext uri="{FF2B5EF4-FFF2-40B4-BE49-F238E27FC236}">
                <a16:creationId xmlns:a16="http://schemas.microsoft.com/office/drawing/2014/main" id="{921995C9-AB19-4E7D-8564-38CC194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56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3" name="d-tree-epsilon-0-path-0365">
            <a:extLst xmlns:a="http://schemas.openxmlformats.org/drawingml/2006/main">
              <a:ext uri="{FF2B5EF4-FFF2-40B4-BE49-F238E27FC236}">
                <a16:creationId xmlns:a16="http://schemas.microsoft.com/office/drawing/2014/main" id="{7ECF0028-604D-47DA-8C2A-0B4DFAE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349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4" name="d-tree-epsilon-0-path-0366">
            <a:extLst xmlns:a="http://schemas.openxmlformats.org/drawingml/2006/main">
              <a:ext uri="{FF2B5EF4-FFF2-40B4-BE49-F238E27FC236}">
                <a16:creationId xmlns:a16="http://schemas.microsoft.com/office/drawing/2014/main" id="{6E9A914F-23C3-45EB-A8D0-DD5925D2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456" y="7364165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5" name="d-tree-epsilon-0-path-0367">
            <a:extLst xmlns:a="http://schemas.openxmlformats.org/drawingml/2006/main">
              <a:ext uri="{FF2B5EF4-FFF2-40B4-BE49-F238E27FC236}">
                <a16:creationId xmlns:a16="http://schemas.microsoft.com/office/drawing/2014/main" id="{E4FF22F4-9CDE-4E77-8440-251A5EBF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7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6" name="d-tree-epsilon-0-path-0368">
            <a:extLst xmlns:a="http://schemas.openxmlformats.org/drawingml/2006/main">
              <a:ext uri="{FF2B5EF4-FFF2-40B4-BE49-F238E27FC236}">
                <a16:creationId xmlns:a16="http://schemas.microsoft.com/office/drawing/2014/main" id="{A20253A5-7335-4AEB-92CC-70A93193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3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7" name="d-tree-epsilon-0-path-0369">
            <a:extLst xmlns:a="http://schemas.openxmlformats.org/drawingml/2006/main">
              <a:ext uri="{FF2B5EF4-FFF2-40B4-BE49-F238E27FC236}">
                <a16:creationId xmlns:a16="http://schemas.microsoft.com/office/drawing/2014/main" id="{92D48020-24C3-41C8-BC59-1F4AC977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377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8" name="d-tree-epsilon-0-path-0370">
            <a:extLst xmlns:a="http://schemas.openxmlformats.org/drawingml/2006/main">
              <a:ext uri="{FF2B5EF4-FFF2-40B4-BE49-F238E27FC236}">
                <a16:creationId xmlns:a16="http://schemas.microsoft.com/office/drawing/2014/main" id="{64F70233-D8D1-4E65-8005-80A44C9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203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09" name="d-tree-epsilon-0-path-0371">
            <a:extLst xmlns:a="http://schemas.openxmlformats.org/drawingml/2006/main">
              <a:ext uri="{FF2B5EF4-FFF2-40B4-BE49-F238E27FC236}">
                <a16:creationId xmlns:a16="http://schemas.microsoft.com/office/drawing/2014/main" id="{1FCEB01C-19EE-4FB3-93E4-0E11F2E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684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0" name="d-tree-epsilon-0-path-0372">
            <a:extLst xmlns:a="http://schemas.openxmlformats.org/drawingml/2006/main">
              <a:ext uri="{FF2B5EF4-FFF2-40B4-BE49-F238E27FC236}">
                <a16:creationId xmlns:a16="http://schemas.microsoft.com/office/drawing/2014/main" id="{826715AC-141B-4B6A-AD93-3787DCC5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203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1" name="d-tree-epsilon-0-path-0373">
            <a:extLst xmlns:a="http://schemas.openxmlformats.org/drawingml/2006/main">
              <a:ext uri="{FF2B5EF4-FFF2-40B4-BE49-F238E27FC236}">
                <a16:creationId xmlns:a16="http://schemas.microsoft.com/office/drawing/2014/main" id="{E45BA519-2446-4DC7-A4B9-39C97EA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723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2" name="d-tree-epsilon-0-path-0374">
            <a:extLst xmlns:a="http://schemas.openxmlformats.org/drawingml/2006/main">
              <a:ext uri="{FF2B5EF4-FFF2-40B4-BE49-F238E27FC236}">
                <a16:creationId xmlns:a16="http://schemas.microsoft.com/office/drawing/2014/main" id="{FBEFAE9A-8305-4F70-9E53-B34B7B0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3444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3" name="d-tree-epsilon-0-path-0375">
            <a:extLst xmlns:a="http://schemas.openxmlformats.org/drawingml/2006/main">
              <a:ext uri="{FF2B5EF4-FFF2-40B4-BE49-F238E27FC236}">
                <a16:creationId xmlns:a16="http://schemas.microsoft.com/office/drawing/2014/main" id="{5AB8A6CA-0D6D-413F-B0B9-23BC668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723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4" name="d-tree-epsilon-0-path-0376">
            <a:extLst xmlns:a="http://schemas.openxmlformats.org/drawingml/2006/main">
              <a:ext uri="{FF2B5EF4-FFF2-40B4-BE49-F238E27FC236}">
                <a16:creationId xmlns:a16="http://schemas.microsoft.com/office/drawing/2014/main" id="{459824AB-4FEC-4E65-B22F-A91199F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070" y="7341600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5" name="d-tree-epsilon-0-path-0377">
            <a:extLst xmlns:a="http://schemas.openxmlformats.org/drawingml/2006/main">
              <a:ext uri="{FF2B5EF4-FFF2-40B4-BE49-F238E27FC236}">
                <a16:creationId xmlns:a16="http://schemas.microsoft.com/office/drawing/2014/main" id="{256B3237-E5CC-450E-B331-D6A8352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2584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6" name="d-tree-epsilon-0-path-0378">
            <a:extLst xmlns:a="http://schemas.openxmlformats.org/drawingml/2006/main">
              <a:ext uri="{FF2B5EF4-FFF2-40B4-BE49-F238E27FC236}">
                <a16:creationId xmlns:a16="http://schemas.microsoft.com/office/drawing/2014/main" id="{DDAAFC9C-34B2-42BD-AAFA-1F10285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070" y="7341600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7" name="d-tree-epsilon-0-path-0379">
            <a:extLst xmlns:a="http://schemas.openxmlformats.org/drawingml/2006/main">
              <a:ext uri="{FF2B5EF4-FFF2-40B4-BE49-F238E27FC236}">
                <a16:creationId xmlns:a16="http://schemas.microsoft.com/office/drawing/2014/main" id="{32ED9C6F-B238-4D75-A36B-6D14F27B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02" y="7319035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8" name="d-tree-epsilon-0-path-0380">
            <a:extLst xmlns:a="http://schemas.openxmlformats.org/drawingml/2006/main">
              <a:ext uri="{FF2B5EF4-FFF2-40B4-BE49-F238E27FC236}">
                <a16:creationId xmlns:a16="http://schemas.microsoft.com/office/drawing/2014/main" id="{D09B7FA4-1095-4750-B10A-77CB528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26" y="731903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19" name="d-tree-epsilon-0-path-0381">
            <a:extLst xmlns:a="http://schemas.openxmlformats.org/drawingml/2006/main">
              <a:ext uri="{FF2B5EF4-FFF2-40B4-BE49-F238E27FC236}">
                <a16:creationId xmlns:a16="http://schemas.microsoft.com/office/drawing/2014/main" id="{AD26E875-4B25-4B6E-A1D8-2BC2C4D8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02" y="7319035"/>
            <a:ext cx="40424" cy="476"/>
          </a:xfrm>
          <a:custGeom xmlns:a="http://schemas.openxmlformats.org/drawingml/2006/main">
            <a:pathLst>
              <a:path w="35137" h="476">
                <a:moveTo>
                  <a:pt x="0" y="0"/>
                </a:moveTo>
                <a:lnTo>
                  <a:pt x="351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0" name="d-tree-epsilon-0-path-0382">
            <a:extLst xmlns:a="http://schemas.openxmlformats.org/drawingml/2006/main">
              <a:ext uri="{FF2B5EF4-FFF2-40B4-BE49-F238E27FC236}">
                <a16:creationId xmlns:a16="http://schemas.microsoft.com/office/drawing/2014/main" id="{535E00DB-BB9F-4649-86D8-3EEA170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95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421" name="d-tree-epsilon-0-path-0383">
            <a:extLst xmlns:a="http://schemas.openxmlformats.org/drawingml/2006/main">
              <a:ext uri="{FF2B5EF4-FFF2-40B4-BE49-F238E27FC236}">
                <a16:creationId xmlns:a16="http://schemas.microsoft.com/office/drawing/2014/main" id="{AE8FEA26-08D5-4964-835E-8F2B549B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60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2" name="d-tree-epsilon-0-path-0384">
            <a:extLst xmlns:a="http://schemas.openxmlformats.org/drawingml/2006/main">
              <a:ext uri="{FF2B5EF4-FFF2-40B4-BE49-F238E27FC236}">
                <a16:creationId xmlns:a16="http://schemas.microsoft.com/office/drawing/2014/main" id="{93B6B838-59D3-4EDA-AD63-C6834CF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951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3" name="d-tree-epsilon-0-path-0385">
            <a:extLst xmlns:a="http://schemas.openxmlformats.org/drawingml/2006/main">
              <a:ext uri="{FF2B5EF4-FFF2-40B4-BE49-F238E27FC236}">
                <a16:creationId xmlns:a16="http://schemas.microsoft.com/office/drawing/2014/main" id="{7B143D42-869E-4E89-B92D-B3AB573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72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4" name="d-tree-epsilon-0-path-0386">
            <a:extLst xmlns:a="http://schemas.openxmlformats.org/drawingml/2006/main">
              <a:ext uri="{FF2B5EF4-FFF2-40B4-BE49-F238E27FC236}">
                <a16:creationId xmlns:a16="http://schemas.microsoft.com/office/drawing/2014/main" id="{2A329E4F-AA8F-423C-BA0F-10A1514F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52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5" name="d-tree-epsilon-0-path-0387">
            <a:extLst xmlns:a="http://schemas.openxmlformats.org/drawingml/2006/main">
              <a:ext uri="{FF2B5EF4-FFF2-40B4-BE49-F238E27FC236}">
                <a16:creationId xmlns:a16="http://schemas.microsoft.com/office/drawing/2014/main" id="{BBC2B53E-2E8D-4455-BF8F-35D276E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872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6" name="d-tree-epsilon-0-path-0388">
            <a:extLst xmlns:a="http://schemas.openxmlformats.org/drawingml/2006/main">
              <a:ext uri="{FF2B5EF4-FFF2-40B4-BE49-F238E27FC236}">
                <a16:creationId xmlns:a16="http://schemas.microsoft.com/office/drawing/2014/main" id="{ACBBFB15-85FC-4FF8-B9A0-513D571A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219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7" name="d-tree-epsilon-0-path-0389">
            <a:extLst xmlns:a="http://schemas.openxmlformats.org/drawingml/2006/main">
              <a:ext uri="{FF2B5EF4-FFF2-40B4-BE49-F238E27FC236}">
                <a16:creationId xmlns:a16="http://schemas.microsoft.com/office/drawing/2014/main" id="{0B353CC6-C78E-4318-BD6D-042140F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699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8" name="d-tree-epsilon-0-path-0390">
            <a:extLst xmlns:a="http://schemas.openxmlformats.org/drawingml/2006/main">
              <a:ext uri="{FF2B5EF4-FFF2-40B4-BE49-F238E27FC236}">
                <a16:creationId xmlns:a16="http://schemas.microsoft.com/office/drawing/2014/main" id="{546CAC3F-9D85-4A44-A1C0-A4BEC1F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7219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29" name="d-tree-epsilon-0-path-0391">
            <a:extLst xmlns:a="http://schemas.openxmlformats.org/drawingml/2006/main">
              <a:ext uri="{FF2B5EF4-FFF2-40B4-BE49-F238E27FC236}">
                <a16:creationId xmlns:a16="http://schemas.microsoft.com/office/drawing/2014/main" id="{D46144A6-BFF8-45C2-B332-FA7EF9C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17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0" name="d-tree-epsilon-0-path-0392">
            <a:extLst xmlns:a="http://schemas.openxmlformats.org/drawingml/2006/main">
              <a:ext uri="{FF2B5EF4-FFF2-40B4-BE49-F238E27FC236}">
                <a16:creationId xmlns:a16="http://schemas.microsoft.com/office/drawing/2014/main" id="{DBB980AC-AB35-4BD9-8794-A50CAB1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832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1" name="d-tree-epsilon-0-path-0393">
            <a:extLst xmlns:a="http://schemas.openxmlformats.org/drawingml/2006/main">
              <a:ext uri="{FF2B5EF4-FFF2-40B4-BE49-F238E27FC236}">
                <a16:creationId xmlns:a16="http://schemas.microsoft.com/office/drawing/2014/main" id="{8DFB28D7-40FC-4FA5-903A-1FFCAE2A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179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2" name="d-tree-epsilon-0-path-0394">
            <a:extLst xmlns:a="http://schemas.openxmlformats.org/drawingml/2006/main">
              <a:ext uri="{FF2B5EF4-FFF2-40B4-BE49-F238E27FC236}">
                <a16:creationId xmlns:a16="http://schemas.microsoft.com/office/drawing/2014/main" id="{A0123248-512A-4006-BE68-C7992B4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459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3" name="d-tree-epsilon-0-path-0395">
            <a:extLst xmlns:a="http://schemas.openxmlformats.org/drawingml/2006/main">
              <a:ext uri="{FF2B5EF4-FFF2-40B4-BE49-F238E27FC236}">
                <a16:creationId xmlns:a16="http://schemas.microsoft.com/office/drawing/2014/main" id="{3273F2C9-00FF-4822-9CD6-8A37E66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006" y="7364165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4" name="d-tree-epsilon-0-path-0396">
            <a:extLst xmlns:a="http://schemas.openxmlformats.org/drawingml/2006/main">
              <a:ext uri="{FF2B5EF4-FFF2-40B4-BE49-F238E27FC236}">
                <a16:creationId xmlns:a16="http://schemas.microsoft.com/office/drawing/2014/main" id="{63430DF6-C019-4DE3-A5A2-562BA22A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459" y="7364165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5" name="d-tree-epsilon-0-path-0397">
            <a:extLst xmlns:a="http://schemas.openxmlformats.org/drawingml/2006/main">
              <a:ext uri="{FF2B5EF4-FFF2-40B4-BE49-F238E27FC236}">
                <a16:creationId xmlns:a16="http://schemas.microsoft.com/office/drawing/2014/main" id="{64A3F007-ABBD-45A8-AAFB-0531B6F5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732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6" name="d-tree-epsilon-0-path-0398">
            <a:extLst xmlns:a="http://schemas.openxmlformats.org/drawingml/2006/main">
              <a:ext uri="{FF2B5EF4-FFF2-40B4-BE49-F238E27FC236}">
                <a16:creationId xmlns:a16="http://schemas.microsoft.com/office/drawing/2014/main" id="{1DB6F237-C827-4592-8483-A7F04AB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86" y="7341600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7" name="d-tree-epsilon-0-path-0399">
            <a:extLst xmlns:a="http://schemas.openxmlformats.org/drawingml/2006/main">
              <a:ext uri="{FF2B5EF4-FFF2-40B4-BE49-F238E27FC236}">
                <a16:creationId xmlns:a16="http://schemas.microsoft.com/office/drawing/2014/main" id="{9C01DC43-E1E3-4FCA-B893-C5A7EBB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732" y="7341600"/>
            <a:ext cx="27754" cy="476"/>
          </a:xfrm>
          <a:custGeom xmlns:a="http://schemas.openxmlformats.org/drawingml/2006/main">
            <a:pathLst>
              <a:path w="24124" h="476">
                <a:moveTo>
                  <a:pt x="0" y="0"/>
                </a:moveTo>
                <a:lnTo>
                  <a:pt x="24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8" name="d-tree-epsilon-0-path-0400">
            <a:extLst xmlns:a="http://schemas.openxmlformats.org/drawingml/2006/main">
              <a:ext uri="{FF2B5EF4-FFF2-40B4-BE49-F238E27FC236}">
                <a16:creationId xmlns:a16="http://schemas.microsoft.com/office/drawing/2014/main" id="{B976B254-BFB1-48E2-BAC0-0D2887D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566" y="7319035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39" name="d-tree-epsilon-0-path-0401">
            <a:extLst xmlns:a="http://schemas.openxmlformats.org/drawingml/2006/main">
              <a:ext uri="{FF2B5EF4-FFF2-40B4-BE49-F238E27FC236}">
                <a16:creationId xmlns:a16="http://schemas.microsoft.com/office/drawing/2014/main" id="{20A15D50-0741-40FA-B9B3-7C39DB1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609" y="731903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0" name="d-tree-epsilon-0-path-0402">
            <a:extLst xmlns:a="http://schemas.openxmlformats.org/drawingml/2006/main">
              <a:ext uri="{FF2B5EF4-FFF2-40B4-BE49-F238E27FC236}">
                <a16:creationId xmlns:a16="http://schemas.microsoft.com/office/drawing/2014/main" id="{B321589C-6F95-4F75-9A3F-2659D04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566" y="7319035"/>
            <a:ext cx="44044" cy="476"/>
          </a:xfrm>
          <a:custGeom xmlns:a="http://schemas.openxmlformats.org/drawingml/2006/main">
            <a:pathLst>
              <a:path w="38284" h="476">
                <a:moveTo>
                  <a:pt x="0" y="0"/>
                </a:moveTo>
                <a:lnTo>
                  <a:pt x="38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1" name="d-tree-epsilon-0-path-0403">
            <a:extLst xmlns:a="http://schemas.openxmlformats.org/drawingml/2006/main">
              <a:ext uri="{FF2B5EF4-FFF2-40B4-BE49-F238E27FC236}">
                <a16:creationId xmlns:a16="http://schemas.microsoft.com/office/drawing/2014/main" id="{5C6137F9-6CA7-4B44-BABB-25B439FA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87" y="729647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2" name="d-tree-epsilon-0-path-0404">
            <a:extLst xmlns:a="http://schemas.openxmlformats.org/drawingml/2006/main">
              <a:ext uri="{FF2B5EF4-FFF2-40B4-BE49-F238E27FC236}">
                <a16:creationId xmlns:a16="http://schemas.microsoft.com/office/drawing/2014/main" id="{57F2B15D-2074-4205-BB20-3351F5D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139" y="7296470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3" name="d-tree-epsilon-0-path-0405">
            <a:extLst xmlns:a="http://schemas.openxmlformats.org/drawingml/2006/main">
              <a:ext uri="{FF2B5EF4-FFF2-40B4-BE49-F238E27FC236}">
                <a16:creationId xmlns:a16="http://schemas.microsoft.com/office/drawing/2014/main" id="{663DD109-A33A-4260-AA2D-CEE3B2F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87" y="7296470"/>
            <a:ext cx="45553" cy="476"/>
          </a:xfrm>
          <a:custGeom xmlns:a="http://schemas.openxmlformats.org/drawingml/2006/main">
            <a:pathLst>
              <a:path w="39595" h="476">
                <a:moveTo>
                  <a:pt x="0" y="0"/>
                </a:moveTo>
                <a:lnTo>
                  <a:pt x="39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4" name="d-tree-epsilon-0-path-0406">
            <a:extLst xmlns:a="http://schemas.openxmlformats.org/drawingml/2006/main">
              <a:ext uri="{FF2B5EF4-FFF2-40B4-BE49-F238E27FC236}">
                <a16:creationId xmlns:a16="http://schemas.microsoft.com/office/drawing/2014/main" id="{9C96E7D3-57E8-42DC-86A8-674B93C1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363" y="727390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5" name="d-tree-epsilon-0-path-0407">
            <a:extLst xmlns:a="http://schemas.openxmlformats.org/drawingml/2006/main">
              <a:ext uri="{FF2B5EF4-FFF2-40B4-BE49-F238E27FC236}">
                <a16:creationId xmlns:a16="http://schemas.microsoft.com/office/drawing/2014/main" id="{FC5FBF60-43C7-455F-87D7-C478A7B8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793" y="7273905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6" name="d-tree-epsilon-0-path-0408">
            <a:extLst xmlns:a="http://schemas.openxmlformats.org/drawingml/2006/main">
              <a:ext uri="{FF2B5EF4-FFF2-40B4-BE49-F238E27FC236}">
                <a16:creationId xmlns:a16="http://schemas.microsoft.com/office/drawing/2014/main" id="{E6FDA831-427E-42FD-BE53-8E3A56D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363" y="7273905"/>
            <a:ext cx="32429" cy="476"/>
          </a:xfrm>
          <a:custGeom xmlns:a="http://schemas.openxmlformats.org/drawingml/2006/main">
            <a:pathLst>
              <a:path w="28188" h="476">
                <a:moveTo>
                  <a:pt x="0" y="0"/>
                </a:moveTo>
                <a:lnTo>
                  <a:pt x="28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7" name="d-tree-epsilon-0-path-0409">
            <a:extLst xmlns:a="http://schemas.openxmlformats.org/drawingml/2006/main">
              <a:ext uri="{FF2B5EF4-FFF2-40B4-BE49-F238E27FC236}">
                <a16:creationId xmlns:a16="http://schemas.microsoft.com/office/drawing/2014/main" id="{A11CD518-2EEB-469F-ADF3-472D4F5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78" y="72513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8" name="d-tree-epsilon-0-path-0410">
            <a:extLst xmlns:a="http://schemas.openxmlformats.org/drawingml/2006/main">
              <a:ext uri="{FF2B5EF4-FFF2-40B4-BE49-F238E27FC236}">
                <a16:creationId xmlns:a16="http://schemas.microsoft.com/office/drawing/2014/main" id="{E201EAA1-27CF-48BB-9642-C23279D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446" y="7251339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49" name="d-tree-epsilon-0-path-0411">
            <a:extLst xmlns:a="http://schemas.openxmlformats.org/drawingml/2006/main">
              <a:ext uri="{FF2B5EF4-FFF2-40B4-BE49-F238E27FC236}">
                <a16:creationId xmlns:a16="http://schemas.microsoft.com/office/drawing/2014/main" id="{4B9001FF-A9B3-4EFC-9ACD-F202CB5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78" y="7251339"/>
            <a:ext cx="25868" cy="476"/>
          </a:xfrm>
          <a:custGeom xmlns:a="http://schemas.openxmlformats.org/drawingml/2006/main">
            <a:pathLst>
              <a:path w="22485" h="476">
                <a:moveTo>
                  <a:pt x="0" y="0"/>
                </a:moveTo>
                <a:lnTo>
                  <a:pt x="22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0" name="d-tree-epsilon-0-path-0412">
            <a:extLst xmlns:a="http://schemas.openxmlformats.org/drawingml/2006/main">
              <a:ext uri="{FF2B5EF4-FFF2-40B4-BE49-F238E27FC236}">
                <a16:creationId xmlns:a16="http://schemas.microsoft.com/office/drawing/2014/main" id="{ABFE8B67-806A-41BA-A1E0-EBFB40A3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10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1" name="d-tree-epsilon-0-path-0413">
            <a:extLst xmlns:a="http://schemas.openxmlformats.org/drawingml/2006/main">
              <a:ext uri="{FF2B5EF4-FFF2-40B4-BE49-F238E27FC236}">
                <a16:creationId xmlns:a16="http://schemas.microsoft.com/office/drawing/2014/main" id="{3F6188AE-7F30-4AF1-968D-A677A59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75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2" name="d-tree-epsilon-0-path-0414">
            <a:extLst xmlns:a="http://schemas.openxmlformats.org/drawingml/2006/main">
              <a:ext uri="{FF2B5EF4-FFF2-40B4-BE49-F238E27FC236}">
                <a16:creationId xmlns:a16="http://schemas.microsoft.com/office/drawing/2014/main" id="{6360D34A-0953-45E2-BD53-127B67A2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100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3" name="d-tree-epsilon-0-path-0415">
            <a:extLst xmlns:a="http://schemas.openxmlformats.org/drawingml/2006/main">
              <a:ext uri="{FF2B5EF4-FFF2-40B4-BE49-F238E27FC236}">
                <a16:creationId xmlns:a16="http://schemas.microsoft.com/office/drawing/2014/main" id="{C93D3642-36D7-4C79-AA57-A74F63F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513" y="72287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4" name="d-tree-epsilon-0-path-0416">
            <a:extLst xmlns:a="http://schemas.openxmlformats.org/drawingml/2006/main">
              <a:ext uri="{FF2B5EF4-FFF2-40B4-BE49-F238E27FC236}">
                <a16:creationId xmlns:a16="http://schemas.microsoft.com/office/drawing/2014/main" id="{0BC679F0-D7EE-42D1-ACC6-5E6E0DB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927" y="7228774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5" name="d-tree-epsilon-0-path-0417">
            <a:extLst xmlns:a="http://schemas.openxmlformats.org/drawingml/2006/main">
              <a:ext uri="{FF2B5EF4-FFF2-40B4-BE49-F238E27FC236}">
                <a16:creationId xmlns:a16="http://schemas.microsoft.com/office/drawing/2014/main" id="{56934B7F-51E0-4520-8C6A-78FC6C9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513" y="7228774"/>
            <a:ext cx="27414" cy="476"/>
          </a:xfrm>
          <a:custGeom xmlns:a="http://schemas.openxmlformats.org/drawingml/2006/main">
            <a:pathLst>
              <a:path w="23829" h="476">
                <a:moveTo>
                  <a:pt x="0" y="0"/>
                </a:moveTo>
                <a:lnTo>
                  <a:pt x="23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6" name="d-tree-epsilon-0-path-0418">
            <a:extLst xmlns:a="http://schemas.openxmlformats.org/drawingml/2006/main">
              <a:ext uri="{FF2B5EF4-FFF2-40B4-BE49-F238E27FC236}">
                <a16:creationId xmlns:a16="http://schemas.microsoft.com/office/drawing/2014/main" id="{6F297443-FD5B-4268-8B88-EDD747CC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912" y="7206209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7" name="d-tree-epsilon-0-path-0419">
            <a:extLst xmlns:a="http://schemas.openxmlformats.org/drawingml/2006/main">
              <a:ext uri="{FF2B5EF4-FFF2-40B4-BE49-F238E27FC236}">
                <a16:creationId xmlns:a16="http://schemas.microsoft.com/office/drawing/2014/main" id="{81F2F155-BACF-4E19-BD09-3A6CD69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219" y="72062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8" name="d-tree-epsilon-0-path-0420">
            <a:extLst xmlns:a="http://schemas.openxmlformats.org/drawingml/2006/main">
              <a:ext uri="{FF2B5EF4-FFF2-40B4-BE49-F238E27FC236}">
                <a16:creationId xmlns:a16="http://schemas.microsoft.com/office/drawing/2014/main" id="{A4BAE3E0-68F7-4966-ACFE-6E49FEBF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912" y="7206209"/>
            <a:ext cx="97308" cy="476"/>
          </a:xfrm>
          <a:custGeom xmlns:a="http://schemas.openxmlformats.org/drawingml/2006/main">
            <a:pathLst>
              <a:path w="84582" h="476">
                <a:moveTo>
                  <a:pt x="0" y="0"/>
                </a:moveTo>
                <a:lnTo>
                  <a:pt x="84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59" name="d-tree-epsilon-0-path-0421">
            <a:extLst xmlns:a="http://schemas.openxmlformats.org/drawingml/2006/main">
              <a:ext uri="{FF2B5EF4-FFF2-40B4-BE49-F238E27FC236}">
                <a16:creationId xmlns:a16="http://schemas.microsoft.com/office/drawing/2014/main" id="{9ACCB81E-094D-47FF-B749-D9D91FA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06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0" name="d-tree-epsilon-0-path-0422">
            <a:extLst xmlns:a="http://schemas.openxmlformats.org/drawingml/2006/main">
              <a:ext uri="{FF2B5EF4-FFF2-40B4-BE49-F238E27FC236}">
                <a16:creationId xmlns:a16="http://schemas.microsoft.com/office/drawing/2014/main" id="{BAE322CD-1D98-4B20-92F1-A9CED8B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714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1" name="d-tree-epsilon-0-path-0423">
            <a:extLst xmlns:a="http://schemas.openxmlformats.org/drawingml/2006/main">
              <a:ext uri="{FF2B5EF4-FFF2-40B4-BE49-F238E27FC236}">
                <a16:creationId xmlns:a16="http://schemas.microsoft.com/office/drawing/2014/main" id="{09834090-B3AB-4343-BCBC-687344E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060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2" name="d-tree-epsilon-0-path-0424">
            <a:extLst xmlns:a="http://schemas.openxmlformats.org/drawingml/2006/main">
              <a:ext uri="{FF2B5EF4-FFF2-40B4-BE49-F238E27FC236}">
                <a16:creationId xmlns:a16="http://schemas.microsoft.com/office/drawing/2014/main" id="{00C03737-4D18-4581-9EE5-CD2E5CA7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36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3" name="d-tree-epsilon-0-path-0425">
            <a:extLst xmlns:a="http://schemas.openxmlformats.org/drawingml/2006/main">
              <a:ext uri="{FF2B5EF4-FFF2-40B4-BE49-F238E27FC236}">
                <a16:creationId xmlns:a16="http://schemas.microsoft.com/office/drawing/2014/main" id="{23438D52-2947-478B-A8DF-96C39B60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02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464" name="d-tree-epsilon-0-path-0426">
            <a:extLst xmlns:a="http://schemas.openxmlformats.org/drawingml/2006/main">
              <a:ext uri="{FF2B5EF4-FFF2-40B4-BE49-F238E27FC236}">
                <a16:creationId xmlns:a16="http://schemas.microsoft.com/office/drawing/2014/main" id="{0F8E8CDB-1F66-401B-A294-AF398FD5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367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5" name="d-tree-epsilon-0-path-0427">
            <a:extLst xmlns:a="http://schemas.openxmlformats.org/drawingml/2006/main">
              <a:ext uri="{FF2B5EF4-FFF2-40B4-BE49-F238E27FC236}">
                <a16:creationId xmlns:a16="http://schemas.microsoft.com/office/drawing/2014/main" id="{8E472D03-2D90-44FC-AE32-E3EC6F7C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888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6" name="d-tree-epsilon-0-path-0428">
            <a:extLst xmlns:a="http://schemas.openxmlformats.org/drawingml/2006/main">
              <a:ext uri="{FF2B5EF4-FFF2-40B4-BE49-F238E27FC236}">
                <a16:creationId xmlns:a16="http://schemas.microsoft.com/office/drawing/2014/main" id="{3F09B775-879B-4F91-A3DD-D4A65590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195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7" name="d-tree-epsilon-0-path-0429">
            <a:extLst xmlns:a="http://schemas.openxmlformats.org/drawingml/2006/main">
              <a:ext uri="{FF2B5EF4-FFF2-40B4-BE49-F238E27FC236}">
                <a16:creationId xmlns:a16="http://schemas.microsoft.com/office/drawing/2014/main" id="{423B18FD-7845-4881-8AD4-D613CA4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888" y="7386730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8" name="d-tree-epsilon-0-path-0430">
            <a:extLst xmlns:a="http://schemas.openxmlformats.org/drawingml/2006/main">
              <a:ext uri="{FF2B5EF4-FFF2-40B4-BE49-F238E27FC236}">
                <a16:creationId xmlns:a16="http://schemas.microsoft.com/office/drawing/2014/main" id="{8A864B81-442C-4739-8525-76BDCC7A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07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69" name="d-tree-epsilon-0-path-0431">
            <a:extLst xmlns:a="http://schemas.openxmlformats.org/drawingml/2006/main">
              <a:ext uri="{FF2B5EF4-FFF2-40B4-BE49-F238E27FC236}">
                <a16:creationId xmlns:a16="http://schemas.microsoft.com/office/drawing/2014/main" id="{9B009AD7-E66A-4583-8AA0-BBB728D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541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0" name="d-tree-epsilon-0-path-0432">
            <a:extLst xmlns:a="http://schemas.openxmlformats.org/drawingml/2006/main">
              <a:ext uri="{FF2B5EF4-FFF2-40B4-BE49-F238E27FC236}">
                <a16:creationId xmlns:a16="http://schemas.microsoft.com/office/drawing/2014/main" id="{5FF6E454-B997-4173-B6F5-EC266B0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407" y="7364165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1" name="d-tree-epsilon-0-path-0433">
            <a:extLst xmlns:a="http://schemas.openxmlformats.org/drawingml/2006/main">
              <a:ext uri="{FF2B5EF4-FFF2-40B4-BE49-F238E27FC236}">
                <a16:creationId xmlns:a16="http://schemas.microsoft.com/office/drawing/2014/main" id="{BFCB779F-B592-4CC0-8F8F-3985C9CD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565" y="71836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2" name="d-tree-epsilon-0-path-0434">
            <a:extLst xmlns:a="http://schemas.openxmlformats.org/drawingml/2006/main">
              <a:ext uri="{FF2B5EF4-FFF2-40B4-BE49-F238E27FC236}">
                <a16:creationId xmlns:a16="http://schemas.microsoft.com/office/drawing/2014/main" id="{782008A7-5AEB-4D35-A27A-A6C0AD94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474" y="7183644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3" name="d-tree-epsilon-0-path-0435">
            <a:extLst xmlns:a="http://schemas.openxmlformats.org/drawingml/2006/main">
              <a:ext uri="{FF2B5EF4-FFF2-40B4-BE49-F238E27FC236}">
                <a16:creationId xmlns:a16="http://schemas.microsoft.com/office/drawing/2014/main" id="{9479FC75-084C-4997-A071-E60E638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565" y="7183644"/>
            <a:ext cx="88908" cy="476"/>
          </a:xfrm>
          <a:custGeom xmlns:a="http://schemas.openxmlformats.org/drawingml/2006/main">
            <a:pathLst>
              <a:path w="77280" h="476">
                <a:moveTo>
                  <a:pt x="0" y="0"/>
                </a:moveTo>
                <a:lnTo>
                  <a:pt x="7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4" name="d-tree-epsilon-0-path-0436">
            <a:extLst xmlns:a="http://schemas.openxmlformats.org/drawingml/2006/main">
              <a:ext uri="{FF2B5EF4-FFF2-40B4-BE49-F238E27FC236}">
                <a16:creationId xmlns:a16="http://schemas.microsoft.com/office/drawing/2014/main" id="{DA8D302D-5956-44DC-8369-FF5CEF12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28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5" name="d-tree-epsilon-0-path-0437">
            <a:extLst xmlns:a="http://schemas.openxmlformats.org/drawingml/2006/main">
              <a:ext uri="{FF2B5EF4-FFF2-40B4-BE49-F238E27FC236}">
                <a16:creationId xmlns:a16="http://schemas.microsoft.com/office/drawing/2014/main" id="{DA080CD1-9093-41E1-8AE1-DCD27D6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82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6" name="d-tree-epsilon-0-path-0438">
            <a:extLst xmlns:a="http://schemas.openxmlformats.org/drawingml/2006/main">
              <a:ext uri="{FF2B5EF4-FFF2-40B4-BE49-F238E27FC236}">
                <a16:creationId xmlns:a16="http://schemas.microsoft.com/office/drawing/2014/main" id="{CDAFAF95-30DA-4BFF-91DE-2655343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28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7" name="d-tree-epsilon-0-path-0439">
            <a:extLst xmlns:a="http://schemas.openxmlformats.org/drawingml/2006/main">
              <a:ext uri="{FF2B5EF4-FFF2-40B4-BE49-F238E27FC236}">
                <a16:creationId xmlns:a16="http://schemas.microsoft.com/office/drawing/2014/main" id="{328DD61D-A3FF-4CD8-9326-711F520B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75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8" name="d-tree-epsilon-0-path-0440">
            <a:extLst xmlns:a="http://schemas.openxmlformats.org/drawingml/2006/main">
              <a:ext uri="{FF2B5EF4-FFF2-40B4-BE49-F238E27FC236}">
                <a16:creationId xmlns:a16="http://schemas.microsoft.com/office/drawing/2014/main" id="{875160AA-A537-4516-862B-19BC1DE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154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79" name="d-tree-epsilon-0-path-0441">
            <a:extLst xmlns:a="http://schemas.openxmlformats.org/drawingml/2006/main">
              <a:ext uri="{FF2B5EF4-FFF2-40B4-BE49-F238E27FC236}">
                <a16:creationId xmlns:a16="http://schemas.microsoft.com/office/drawing/2014/main" id="{214BADF3-4C48-4EE1-85FF-1ED8E24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675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0" name="d-tree-epsilon-0-path-0442">
            <a:extLst xmlns:a="http://schemas.openxmlformats.org/drawingml/2006/main">
              <a:ext uri="{FF2B5EF4-FFF2-40B4-BE49-F238E27FC236}">
                <a16:creationId xmlns:a16="http://schemas.microsoft.com/office/drawing/2014/main" id="{833DC3CB-9025-492A-970C-69CD3CC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914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1" name="d-tree-epsilon-0-path-0443">
            <a:extLst xmlns:a="http://schemas.openxmlformats.org/drawingml/2006/main">
              <a:ext uri="{FF2B5EF4-FFF2-40B4-BE49-F238E27FC236}">
                <a16:creationId xmlns:a16="http://schemas.microsoft.com/office/drawing/2014/main" id="{2A675391-93BA-4C31-B1EC-9E010B9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635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2" name="d-tree-epsilon-0-path-0444">
            <a:extLst xmlns:a="http://schemas.openxmlformats.org/drawingml/2006/main">
              <a:ext uri="{FF2B5EF4-FFF2-40B4-BE49-F238E27FC236}">
                <a16:creationId xmlns:a16="http://schemas.microsoft.com/office/drawing/2014/main" id="{A98235EE-A1A6-482D-B212-0509571B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914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3" name="d-tree-epsilon-0-path-0445">
            <a:extLst xmlns:a="http://schemas.openxmlformats.org/drawingml/2006/main">
              <a:ext uri="{FF2B5EF4-FFF2-40B4-BE49-F238E27FC236}">
                <a16:creationId xmlns:a16="http://schemas.microsoft.com/office/drawing/2014/main" id="{EC998417-54C4-4EE1-977F-8666BE9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020" y="71610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4" name="d-tree-epsilon-0-path-0446">
            <a:extLst xmlns:a="http://schemas.openxmlformats.org/drawingml/2006/main">
              <a:ext uri="{FF2B5EF4-FFF2-40B4-BE49-F238E27FC236}">
                <a16:creationId xmlns:a16="http://schemas.microsoft.com/office/drawing/2014/main" id="{68E25AF6-F66D-481B-B2ED-7EB17DF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775" y="7161079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5" name="d-tree-epsilon-0-path-0447">
            <a:extLst xmlns:a="http://schemas.openxmlformats.org/drawingml/2006/main">
              <a:ext uri="{FF2B5EF4-FFF2-40B4-BE49-F238E27FC236}">
                <a16:creationId xmlns:a16="http://schemas.microsoft.com/office/drawing/2014/main" id="{53188053-6B21-4754-A26D-BEDC1E8A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020" y="7161079"/>
            <a:ext cx="98755" cy="476"/>
          </a:xfrm>
          <a:custGeom xmlns:a="http://schemas.openxmlformats.org/drawingml/2006/main">
            <a:pathLst>
              <a:path w="85839" h="476">
                <a:moveTo>
                  <a:pt x="0" y="0"/>
                </a:moveTo>
                <a:lnTo>
                  <a:pt x="858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6" name="d-tree-epsilon-0-path-0448">
            <a:extLst xmlns:a="http://schemas.openxmlformats.org/drawingml/2006/main">
              <a:ext uri="{FF2B5EF4-FFF2-40B4-BE49-F238E27FC236}">
                <a16:creationId xmlns:a16="http://schemas.microsoft.com/office/drawing/2014/main" id="{456E003C-FEE7-48DE-A5E3-B1DD1BC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28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7" name="d-tree-epsilon-0-path-0449">
            <a:extLst xmlns:a="http://schemas.openxmlformats.org/drawingml/2006/main">
              <a:ext uri="{FF2B5EF4-FFF2-40B4-BE49-F238E27FC236}">
                <a16:creationId xmlns:a16="http://schemas.microsoft.com/office/drawing/2014/main" id="{6C4F3EA4-6865-4EBD-B570-572F837F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942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8" name="d-tree-epsilon-0-path-0450">
            <a:extLst xmlns:a="http://schemas.openxmlformats.org/drawingml/2006/main">
              <a:ext uri="{FF2B5EF4-FFF2-40B4-BE49-F238E27FC236}">
                <a16:creationId xmlns:a16="http://schemas.microsoft.com/office/drawing/2014/main" id="{45F146E3-214F-4DBB-936D-D2296CD9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289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89" name="d-tree-epsilon-0-path-0451">
            <a:extLst xmlns:a="http://schemas.openxmlformats.org/drawingml/2006/main">
              <a:ext uri="{FF2B5EF4-FFF2-40B4-BE49-F238E27FC236}">
                <a16:creationId xmlns:a16="http://schemas.microsoft.com/office/drawing/2014/main" id="{7A4BDAB6-83AA-415C-97BE-4CABED82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97" y="71385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0" name="d-tree-epsilon-0-path-0452">
            <a:extLst xmlns:a="http://schemas.openxmlformats.org/drawingml/2006/main">
              <a:ext uri="{FF2B5EF4-FFF2-40B4-BE49-F238E27FC236}">
                <a16:creationId xmlns:a16="http://schemas.microsoft.com/office/drawing/2014/main" id="{1176464F-5384-4A99-9D7C-525E5D1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15" y="7138514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1" name="d-tree-epsilon-0-path-0453">
            <a:extLst xmlns:a="http://schemas.openxmlformats.org/drawingml/2006/main">
              <a:ext uri="{FF2B5EF4-FFF2-40B4-BE49-F238E27FC236}">
                <a16:creationId xmlns:a16="http://schemas.microsoft.com/office/drawing/2014/main" id="{C333AF70-FD66-469A-B624-2B08CD3A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397" y="7138514"/>
            <a:ext cx="74718" cy="476"/>
          </a:xfrm>
          <a:custGeom xmlns:a="http://schemas.openxmlformats.org/drawingml/2006/main">
            <a:pathLst>
              <a:path w="64946" h="476">
                <a:moveTo>
                  <a:pt x="0" y="0"/>
                </a:moveTo>
                <a:lnTo>
                  <a:pt x="64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2" name="d-tree-epsilon-0-path-0454">
            <a:extLst xmlns:a="http://schemas.openxmlformats.org/drawingml/2006/main">
              <a:ext uri="{FF2B5EF4-FFF2-40B4-BE49-F238E27FC236}">
                <a16:creationId xmlns:a16="http://schemas.microsoft.com/office/drawing/2014/main" id="{D303F3E3-1394-4965-90B3-278E2CF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756" y="711594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3" name="d-tree-epsilon-0-path-0455">
            <a:extLst xmlns:a="http://schemas.openxmlformats.org/drawingml/2006/main">
              <a:ext uri="{FF2B5EF4-FFF2-40B4-BE49-F238E27FC236}">
                <a16:creationId xmlns:a16="http://schemas.microsoft.com/office/drawing/2014/main" id="{52AF1084-FB67-4454-8EB7-57DA7C2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596" y="7115949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4" name="d-tree-epsilon-0-path-0456">
            <a:extLst xmlns:a="http://schemas.openxmlformats.org/drawingml/2006/main">
              <a:ext uri="{FF2B5EF4-FFF2-40B4-BE49-F238E27FC236}">
                <a16:creationId xmlns:a16="http://schemas.microsoft.com/office/drawing/2014/main" id="{D4AD0838-B093-4098-8B30-3A668B84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756" y="7115949"/>
            <a:ext cx="51839" cy="476"/>
          </a:xfrm>
          <a:custGeom xmlns:a="http://schemas.openxmlformats.org/drawingml/2006/main">
            <a:pathLst>
              <a:path w="45059" h="476">
                <a:moveTo>
                  <a:pt x="0" y="0"/>
                </a:moveTo>
                <a:lnTo>
                  <a:pt x="450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5" name="d-tree-epsilon-0-path-0457">
            <a:extLst xmlns:a="http://schemas.openxmlformats.org/drawingml/2006/main">
              <a:ext uri="{FF2B5EF4-FFF2-40B4-BE49-F238E27FC236}">
                <a16:creationId xmlns:a16="http://schemas.microsoft.com/office/drawing/2014/main" id="{0E7F6709-06A9-482B-A38C-97652F1C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259" y="7093384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6" name="d-tree-epsilon-0-path-0458">
            <a:extLst xmlns:a="http://schemas.openxmlformats.org/drawingml/2006/main">
              <a:ext uri="{FF2B5EF4-FFF2-40B4-BE49-F238E27FC236}">
                <a16:creationId xmlns:a16="http://schemas.microsoft.com/office/drawing/2014/main" id="{AB0A169D-C8AC-426A-A377-B93B5531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676" y="709338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7" name="d-tree-epsilon-0-path-0459">
            <a:extLst xmlns:a="http://schemas.openxmlformats.org/drawingml/2006/main">
              <a:ext uri="{FF2B5EF4-FFF2-40B4-BE49-F238E27FC236}">
                <a16:creationId xmlns:a16="http://schemas.microsoft.com/office/drawing/2014/main" id="{CDC46952-1530-48AD-BDB1-D903B21E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259" y="7093384"/>
            <a:ext cx="215417" cy="476"/>
          </a:xfrm>
          <a:custGeom xmlns:a="http://schemas.openxmlformats.org/drawingml/2006/main">
            <a:pathLst>
              <a:path w="187244" h="476">
                <a:moveTo>
                  <a:pt x="0" y="0"/>
                </a:moveTo>
                <a:lnTo>
                  <a:pt x="187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8" name="d-tree-epsilon-0-path-0460">
            <a:extLst xmlns:a="http://schemas.openxmlformats.org/drawingml/2006/main">
              <a:ext uri="{FF2B5EF4-FFF2-40B4-BE49-F238E27FC236}">
                <a16:creationId xmlns:a16="http://schemas.microsoft.com/office/drawing/2014/main" id="{4C8F5A1B-E250-4F9D-8927-5D4BB56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967" y="707081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499" name="d-tree-epsilon-0-path-0461">
            <a:extLst xmlns:a="http://schemas.openxmlformats.org/drawingml/2006/main">
              <a:ext uri="{FF2B5EF4-FFF2-40B4-BE49-F238E27FC236}">
                <a16:creationId xmlns:a16="http://schemas.microsoft.com/office/drawing/2014/main" id="{58EB725C-BF28-4A94-9C8C-7C8A8B3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249" y="7070819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0" name="d-tree-epsilon-0-path-0462">
            <a:extLst xmlns:a="http://schemas.openxmlformats.org/drawingml/2006/main">
              <a:ext uri="{FF2B5EF4-FFF2-40B4-BE49-F238E27FC236}">
                <a16:creationId xmlns:a16="http://schemas.microsoft.com/office/drawing/2014/main" id="{CCE8321A-24B1-41BB-9D5E-F93FD25F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967" y="7070819"/>
            <a:ext cx="143282" cy="476"/>
          </a:xfrm>
          <a:custGeom xmlns:a="http://schemas.openxmlformats.org/drawingml/2006/main">
            <a:pathLst>
              <a:path w="124543" h="476">
                <a:moveTo>
                  <a:pt x="0" y="0"/>
                </a:moveTo>
                <a:lnTo>
                  <a:pt x="1245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1" name="d-tree-epsilon-0-path-0463">
            <a:extLst xmlns:a="http://schemas.openxmlformats.org/drawingml/2006/main">
              <a:ext uri="{FF2B5EF4-FFF2-40B4-BE49-F238E27FC236}">
                <a16:creationId xmlns:a16="http://schemas.microsoft.com/office/drawing/2014/main" id="{BF561932-E8F9-464E-BF11-B042F7E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08" y="704825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2" name="d-tree-epsilon-0-path-0464">
            <a:extLst xmlns:a="http://schemas.openxmlformats.org/drawingml/2006/main">
              <a:ext uri="{FF2B5EF4-FFF2-40B4-BE49-F238E27FC236}">
                <a16:creationId xmlns:a16="http://schemas.microsoft.com/office/drawing/2014/main" id="{3091979F-2D8C-400E-94CD-62E6230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903" y="7048254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3" name="d-tree-epsilon-0-path-0465">
            <a:extLst xmlns:a="http://schemas.openxmlformats.org/drawingml/2006/main">
              <a:ext uri="{FF2B5EF4-FFF2-40B4-BE49-F238E27FC236}">
                <a16:creationId xmlns:a16="http://schemas.microsoft.com/office/drawing/2014/main" id="{FE0B15B3-7772-44A0-ADC8-26A283C6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08" y="7048254"/>
            <a:ext cx="81294" cy="476"/>
          </a:xfrm>
          <a:custGeom xmlns:a="http://schemas.openxmlformats.org/drawingml/2006/main">
            <a:pathLst>
              <a:path w="70662" h="476">
                <a:moveTo>
                  <a:pt x="0" y="0"/>
                </a:moveTo>
                <a:lnTo>
                  <a:pt x="70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4" name="d-tree-epsilon-0-path-0466">
            <a:extLst xmlns:a="http://schemas.openxmlformats.org/drawingml/2006/main">
              <a:ext uri="{FF2B5EF4-FFF2-40B4-BE49-F238E27FC236}">
                <a16:creationId xmlns:a16="http://schemas.microsoft.com/office/drawing/2014/main" id="{196FB703-3EED-42EB-AD6D-E9CB577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1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5" name="d-tree-epsilon-0-path-0467">
            <a:extLst xmlns:a="http://schemas.openxmlformats.org/drawingml/2006/main">
              <a:ext uri="{FF2B5EF4-FFF2-40B4-BE49-F238E27FC236}">
                <a16:creationId xmlns:a16="http://schemas.microsoft.com/office/drawing/2014/main" id="{43C9DE09-3CBB-40EB-8C12-C325B3D0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86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6" name="d-tree-epsilon-0-path-0468">
            <a:extLst xmlns:a="http://schemas.openxmlformats.org/drawingml/2006/main">
              <a:ext uri="{FF2B5EF4-FFF2-40B4-BE49-F238E27FC236}">
                <a16:creationId xmlns:a16="http://schemas.microsoft.com/office/drawing/2014/main" id="{D72D0FAA-49BA-4DF7-BFB9-6897DB11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210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7" name="d-tree-epsilon-0-path-0469">
            <a:extLst xmlns:a="http://schemas.openxmlformats.org/drawingml/2006/main">
              <a:ext uri="{FF2B5EF4-FFF2-40B4-BE49-F238E27FC236}">
                <a16:creationId xmlns:a16="http://schemas.microsoft.com/office/drawing/2014/main" id="{F9147ECD-436A-4BB5-8D89-4EE9DD9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556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8" name="d-tree-epsilon-0-path-0470">
            <a:extLst xmlns:a="http://schemas.openxmlformats.org/drawingml/2006/main">
              <a:ext uri="{FF2B5EF4-FFF2-40B4-BE49-F238E27FC236}">
                <a16:creationId xmlns:a16="http://schemas.microsoft.com/office/drawing/2014/main" id="{9F6047C2-D020-4C5C-9030-4039A1A6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036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09" name="d-tree-epsilon-0-path-0471">
            <a:extLst xmlns:a="http://schemas.openxmlformats.org/drawingml/2006/main">
              <a:ext uri="{FF2B5EF4-FFF2-40B4-BE49-F238E27FC236}">
                <a16:creationId xmlns:a16="http://schemas.microsoft.com/office/drawing/2014/main" id="{69166B9B-9786-417A-94E9-6ABC98CF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556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0" name="d-tree-epsilon-0-path-0472">
            <a:extLst xmlns:a="http://schemas.openxmlformats.org/drawingml/2006/main">
              <a:ext uri="{FF2B5EF4-FFF2-40B4-BE49-F238E27FC236}">
                <a16:creationId xmlns:a16="http://schemas.microsoft.com/office/drawing/2014/main" id="{22A87D17-5CBD-4D26-A836-2F867297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796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1" name="d-tree-epsilon-0-path-0473">
            <a:extLst xmlns:a="http://schemas.openxmlformats.org/drawingml/2006/main">
              <a:ext uri="{FF2B5EF4-FFF2-40B4-BE49-F238E27FC236}">
                <a16:creationId xmlns:a16="http://schemas.microsoft.com/office/drawing/2014/main" id="{4F916C1E-F48E-4391-B481-D06D419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517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2" name="d-tree-epsilon-0-path-0474">
            <a:extLst xmlns:a="http://schemas.openxmlformats.org/drawingml/2006/main">
              <a:ext uri="{FF2B5EF4-FFF2-40B4-BE49-F238E27FC236}">
                <a16:creationId xmlns:a16="http://schemas.microsoft.com/office/drawing/2014/main" id="{DDF3FBCB-65DA-4F76-84F4-58431D8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796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3" name="d-tree-epsilon-0-path-0475">
            <a:extLst xmlns:a="http://schemas.openxmlformats.org/drawingml/2006/main">
              <a:ext uri="{FF2B5EF4-FFF2-40B4-BE49-F238E27FC236}">
                <a16:creationId xmlns:a16="http://schemas.microsoft.com/office/drawing/2014/main" id="{76C88BE5-B473-4258-A444-FD03B1D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476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4" name="d-tree-epsilon-0-path-0476">
            <a:extLst xmlns:a="http://schemas.openxmlformats.org/drawingml/2006/main">
              <a:ext uri="{FF2B5EF4-FFF2-40B4-BE49-F238E27FC236}">
                <a16:creationId xmlns:a16="http://schemas.microsoft.com/office/drawing/2014/main" id="{997A8B33-0DBC-44C8-93F0-06307A39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13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5" name="d-tree-epsilon-0-path-0477">
            <a:extLst xmlns:a="http://schemas.openxmlformats.org/drawingml/2006/main">
              <a:ext uri="{FF2B5EF4-FFF2-40B4-BE49-F238E27FC236}">
                <a16:creationId xmlns:a16="http://schemas.microsoft.com/office/drawing/2014/main" id="{DE1DCB09-ABBB-40E8-BB21-4CBEC33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476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6" name="d-tree-epsilon-0-path-0478">
            <a:extLst xmlns:a="http://schemas.openxmlformats.org/drawingml/2006/main">
              <a:ext uri="{FF2B5EF4-FFF2-40B4-BE49-F238E27FC236}">
                <a16:creationId xmlns:a16="http://schemas.microsoft.com/office/drawing/2014/main" id="{205B5859-C2EB-40CB-83BB-44ABB5D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78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7" name="d-tree-epsilon-0-path-0479">
            <a:extLst xmlns:a="http://schemas.openxmlformats.org/drawingml/2006/main">
              <a:ext uri="{FF2B5EF4-FFF2-40B4-BE49-F238E27FC236}">
                <a16:creationId xmlns:a16="http://schemas.microsoft.com/office/drawing/2014/main" id="{18AEE032-5674-442E-B07A-BC7984BB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8" name="d-tree-epsilon-0-path-0480">
            <a:extLst xmlns:a="http://schemas.openxmlformats.org/drawingml/2006/main">
              <a:ext uri="{FF2B5EF4-FFF2-40B4-BE49-F238E27FC236}">
                <a16:creationId xmlns:a16="http://schemas.microsoft.com/office/drawing/2014/main" id="{F321EAB1-89CA-4454-9CA5-8FA6914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783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19" name="d-tree-epsilon-0-path-0481">
            <a:extLst xmlns:a="http://schemas.openxmlformats.org/drawingml/2006/main">
              <a:ext uri="{FF2B5EF4-FFF2-40B4-BE49-F238E27FC236}">
                <a16:creationId xmlns:a16="http://schemas.microsoft.com/office/drawing/2014/main" id="{E334FCF6-7C72-44EC-898B-B36D166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304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0" name="d-tree-epsilon-0-path-0482">
            <a:extLst xmlns:a="http://schemas.openxmlformats.org/drawingml/2006/main">
              <a:ext uri="{FF2B5EF4-FFF2-40B4-BE49-F238E27FC236}">
                <a16:creationId xmlns:a16="http://schemas.microsoft.com/office/drawing/2014/main" id="{A3287C65-2D1F-419F-8B2B-6735A115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11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1" name="d-tree-epsilon-0-path-0483">
            <a:extLst xmlns:a="http://schemas.openxmlformats.org/drawingml/2006/main">
              <a:ext uri="{FF2B5EF4-FFF2-40B4-BE49-F238E27FC236}">
                <a16:creationId xmlns:a16="http://schemas.microsoft.com/office/drawing/2014/main" id="{1CB25BE0-AB1D-4361-AC08-EEEA4AE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304" y="7386730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2" name="d-tree-epsilon-0-path-0484">
            <a:extLst xmlns:a="http://schemas.openxmlformats.org/drawingml/2006/main">
              <a:ext uri="{FF2B5EF4-FFF2-40B4-BE49-F238E27FC236}">
                <a16:creationId xmlns:a16="http://schemas.microsoft.com/office/drawing/2014/main" id="{AAE314A2-E359-4517-AE19-94A9455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957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3" name="d-tree-epsilon-0-path-0485">
            <a:extLst xmlns:a="http://schemas.openxmlformats.org/drawingml/2006/main">
              <a:ext uri="{FF2B5EF4-FFF2-40B4-BE49-F238E27FC236}">
                <a16:creationId xmlns:a16="http://schemas.microsoft.com/office/drawing/2014/main" id="{1BDB2268-2CD7-4302-9B47-A39721FB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91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4" name="d-tree-epsilon-0-path-0486">
            <a:extLst xmlns:a="http://schemas.openxmlformats.org/drawingml/2006/main">
              <a:ext uri="{FF2B5EF4-FFF2-40B4-BE49-F238E27FC236}">
                <a16:creationId xmlns:a16="http://schemas.microsoft.com/office/drawing/2014/main" id="{F1A16FF4-81DE-41B3-AE7C-EA4622F0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957" y="7364165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5" name="d-tree-epsilon-0-path-0487">
            <a:extLst xmlns:a="http://schemas.openxmlformats.org/drawingml/2006/main">
              <a:ext uri="{FF2B5EF4-FFF2-40B4-BE49-F238E27FC236}">
                <a16:creationId xmlns:a16="http://schemas.microsoft.com/office/drawing/2014/main" id="{24B5224D-785E-483A-8851-AA914AA0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024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6" name="d-tree-epsilon-0-path-0488">
            <a:extLst xmlns:a="http://schemas.openxmlformats.org/drawingml/2006/main">
              <a:ext uri="{FF2B5EF4-FFF2-40B4-BE49-F238E27FC236}">
                <a16:creationId xmlns:a16="http://schemas.microsoft.com/office/drawing/2014/main" id="{F9F96ADF-8428-4F6E-AA26-0C631CF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744" y="7341600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7" name="d-tree-epsilon-0-path-0489">
            <a:extLst xmlns:a="http://schemas.openxmlformats.org/drawingml/2006/main">
              <a:ext uri="{FF2B5EF4-FFF2-40B4-BE49-F238E27FC236}">
                <a16:creationId xmlns:a16="http://schemas.microsoft.com/office/drawing/2014/main" id="{DF318FE9-5BC2-4405-8774-BF767DF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024" y="7341600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8" name="d-tree-epsilon-0-path-0490">
            <a:extLst xmlns:a="http://schemas.openxmlformats.org/drawingml/2006/main">
              <a:ext uri="{FF2B5EF4-FFF2-40B4-BE49-F238E27FC236}">
                <a16:creationId xmlns:a16="http://schemas.microsoft.com/office/drawing/2014/main" id="{85B2F57B-D377-4199-B3B2-A218EED1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884" y="731903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29" name="d-tree-epsilon-0-path-0491">
            <a:extLst xmlns:a="http://schemas.openxmlformats.org/drawingml/2006/main">
              <a:ext uri="{FF2B5EF4-FFF2-40B4-BE49-F238E27FC236}">
                <a16:creationId xmlns:a16="http://schemas.microsoft.com/office/drawing/2014/main" id="{85125F4D-E4C6-46D6-AE7E-9764DB8C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398" y="7319035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0" name="d-tree-epsilon-0-path-0492">
            <a:extLst xmlns:a="http://schemas.openxmlformats.org/drawingml/2006/main">
              <a:ext uri="{FF2B5EF4-FFF2-40B4-BE49-F238E27FC236}">
                <a16:creationId xmlns:a16="http://schemas.microsoft.com/office/drawing/2014/main" id="{8349FD3E-C6A2-49E4-BAC3-907C7451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884" y="7319035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1" name="d-tree-epsilon-0-path-0493">
            <a:extLst xmlns:a="http://schemas.openxmlformats.org/drawingml/2006/main">
              <a:ext uri="{FF2B5EF4-FFF2-40B4-BE49-F238E27FC236}">
                <a16:creationId xmlns:a16="http://schemas.microsoft.com/office/drawing/2014/main" id="{E0C4407C-ACC4-41B8-8457-88D6FFFE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141" y="729647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2" name="d-tree-epsilon-0-path-0494">
            <a:extLst xmlns:a="http://schemas.openxmlformats.org/drawingml/2006/main">
              <a:ext uri="{FF2B5EF4-FFF2-40B4-BE49-F238E27FC236}">
                <a16:creationId xmlns:a16="http://schemas.microsoft.com/office/drawing/2014/main" id="{507AD44E-F645-4723-9CAB-6A99469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51" y="7296470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3" name="d-tree-epsilon-0-path-0495">
            <a:extLst xmlns:a="http://schemas.openxmlformats.org/drawingml/2006/main">
              <a:ext uri="{FF2B5EF4-FFF2-40B4-BE49-F238E27FC236}">
                <a16:creationId xmlns:a16="http://schemas.microsoft.com/office/drawing/2014/main" id="{A239D83E-29E1-446B-AD4F-16A1DD7E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141" y="7296470"/>
            <a:ext cx="19910" cy="476"/>
          </a:xfrm>
          <a:custGeom xmlns:a="http://schemas.openxmlformats.org/drawingml/2006/main">
            <a:pathLst>
              <a:path w="17306" h="476">
                <a:moveTo>
                  <a:pt x="0" y="0"/>
                </a:moveTo>
                <a:lnTo>
                  <a:pt x="1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4" name="d-tree-epsilon-0-path-0496">
            <a:extLst xmlns:a="http://schemas.openxmlformats.org/drawingml/2006/main">
              <a:ext uri="{FF2B5EF4-FFF2-40B4-BE49-F238E27FC236}">
                <a16:creationId xmlns:a16="http://schemas.microsoft.com/office/drawing/2014/main" id="{20DB0EC2-B672-4EBD-8536-79E83A16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823" y="7273905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5" name="d-tree-epsilon-0-path-0497">
            <a:extLst xmlns:a="http://schemas.openxmlformats.org/drawingml/2006/main">
              <a:ext uri="{FF2B5EF4-FFF2-40B4-BE49-F238E27FC236}">
                <a16:creationId xmlns:a16="http://schemas.microsoft.com/office/drawing/2014/main" id="{9162E940-3867-4B14-8870-5B55CF7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096" y="727390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6" name="d-tree-epsilon-0-path-0498">
            <a:extLst xmlns:a="http://schemas.openxmlformats.org/drawingml/2006/main">
              <a:ext uri="{FF2B5EF4-FFF2-40B4-BE49-F238E27FC236}">
                <a16:creationId xmlns:a16="http://schemas.microsoft.com/office/drawing/2014/main" id="{77F944D1-2F9C-4023-9B62-8C2D0D6F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823" y="7273905"/>
            <a:ext cx="67273" cy="476"/>
          </a:xfrm>
          <a:custGeom xmlns:a="http://schemas.openxmlformats.org/drawingml/2006/main">
            <a:pathLst>
              <a:path w="58475" h="476">
                <a:moveTo>
                  <a:pt x="0" y="0"/>
                </a:moveTo>
                <a:lnTo>
                  <a:pt x="58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7" name="d-tree-epsilon-0-path-0499">
            <a:extLst xmlns:a="http://schemas.openxmlformats.org/drawingml/2006/main">
              <a:ext uri="{FF2B5EF4-FFF2-40B4-BE49-F238E27FC236}">
                <a16:creationId xmlns:a16="http://schemas.microsoft.com/office/drawing/2014/main" id="{FFAB11A3-31B4-4AB2-9145-186D30A6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60" y="72513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8" name="d-tree-epsilon-0-path-0500">
            <a:extLst xmlns:a="http://schemas.openxmlformats.org/drawingml/2006/main">
              <a:ext uri="{FF2B5EF4-FFF2-40B4-BE49-F238E27FC236}">
                <a16:creationId xmlns:a16="http://schemas.microsoft.com/office/drawing/2014/main" id="{21A9251A-DEB9-40E8-8440-819A989D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705" y="7251339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39" name="d-tree-epsilon-0-path-0501">
            <a:extLst xmlns:a="http://schemas.openxmlformats.org/drawingml/2006/main">
              <a:ext uri="{FF2B5EF4-FFF2-40B4-BE49-F238E27FC236}">
                <a16:creationId xmlns:a16="http://schemas.microsoft.com/office/drawing/2014/main" id="{EB6ED998-8335-4604-8C2C-31A50095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60" y="7251339"/>
            <a:ext cx="53245" cy="476"/>
          </a:xfrm>
          <a:custGeom xmlns:a="http://schemas.openxmlformats.org/drawingml/2006/main">
            <a:pathLst>
              <a:path w="46281" h="476">
                <a:moveTo>
                  <a:pt x="0" y="0"/>
                </a:moveTo>
                <a:lnTo>
                  <a:pt x="46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0" name="d-tree-epsilon-0-path-0502">
            <a:extLst xmlns:a="http://schemas.openxmlformats.org/drawingml/2006/main">
              <a:ext uri="{FF2B5EF4-FFF2-40B4-BE49-F238E27FC236}">
                <a16:creationId xmlns:a16="http://schemas.microsoft.com/office/drawing/2014/main" id="{34562E8A-938E-4550-8C5E-B679A4F7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082" y="72287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1" name="d-tree-epsilon-0-path-0503">
            <a:extLst xmlns:a="http://schemas.openxmlformats.org/drawingml/2006/main">
              <a:ext uri="{FF2B5EF4-FFF2-40B4-BE49-F238E27FC236}">
                <a16:creationId xmlns:a16="http://schemas.microsoft.com/office/drawing/2014/main" id="{424124A8-CBB0-4435-84A2-15C985EB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58" y="7228774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2" name="d-tree-epsilon-0-path-0504">
            <a:extLst xmlns:a="http://schemas.openxmlformats.org/drawingml/2006/main">
              <a:ext uri="{FF2B5EF4-FFF2-40B4-BE49-F238E27FC236}">
                <a16:creationId xmlns:a16="http://schemas.microsoft.com/office/drawing/2014/main" id="{1401BE06-162B-4947-9D96-7D3ED1E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082" y="7228774"/>
            <a:ext cx="36276" cy="476"/>
          </a:xfrm>
          <a:custGeom xmlns:a="http://schemas.openxmlformats.org/drawingml/2006/main">
            <a:pathLst>
              <a:path w="31532" h="476">
                <a:moveTo>
                  <a:pt x="0" y="0"/>
                </a:moveTo>
                <a:lnTo>
                  <a:pt x="31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3" name="d-tree-epsilon-0-path-0505">
            <a:extLst xmlns:a="http://schemas.openxmlformats.org/drawingml/2006/main">
              <a:ext uri="{FF2B5EF4-FFF2-40B4-BE49-F238E27FC236}">
                <a16:creationId xmlns:a16="http://schemas.microsoft.com/office/drawing/2014/main" id="{DFC0BC5F-7A50-410E-9243-CD50C4C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170" y="7206209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4" name="d-tree-epsilon-0-path-0506">
            <a:extLst xmlns:a="http://schemas.openxmlformats.org/drawingml/2006/main">
              <a:ext uri="{FF2B5EF4-FFF2-40B4-BE49-F238E27FC236}">
                <a16:creationId xmlns:a16="http://schemas.microsoft.com/office/drawing/2014/main" id="{641A4C75-CF48-4859-BB9C-3E972CF2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220" y="72062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5" name="d-tree-epsilon-0-path-0507">
            <a:extLst xmlns:a="http://schemas.openxmlformats.org/drawingml/2006/main">
              <a:ext uri="{FF2B5EF4-FFF2-40B4-BE49-F238E27FC236}">
                <a16:creationId xmlns:a16="http://schemas.microsoft.com/office/drawing/2014/main" id="{90D8A7B1-FEDF-497E-AAE9-E059FF29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170" y="7206209"/>
            <a:ext cx="88051" cy="476"/>
          </a:xfrm>
          <a:custGeom xmlns:a="http://schemas.openxmlformats.org/drawingml/2006/main">
            <a:pathLst>
              <a:path w="76535" h="476">
                <a:moveTo>
                  <a:pt x="0" y="0"/>
                </a:moveTo>
                <a:lnTo>
                  <a:pt x="76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6" name="d-tree-epsilon-0-path-0508">
            <a:extLst xmlns:a="http://schemas.openxmlformats.org/drawingml/2006/main">
              <a:ext uri="{FF2B5EF4-FFF2-40B4-BE49-F238E27FC236}">
                <a16:creationId xmlns:a16="http://schemas.microsoft.com/office/drawing/2014/main" id="{D9CF39D4-F32D-4DC4-90A9-80DACAD9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657" y="7183644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7" name="d-tree-epsilon-0-path-0509">
            <a:extLst xmlns:a="http://schemas.openxmlformats.org/drawingml/2006/main">
              <a:ext uri="{FF2B5EF4-FFF2-40B4-BE49-F238E27FC236}">
                <a16:creationId xmlns:a16="http://schemas.microsoft.com/office/drawing/2014/main" id="{9CFFC044-140D-45E8-89BF-C11EA1F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195" y="71836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8" name="d-tree-epsilon-0-path-0510">
            <a:extLst xmlns:a="http://schemas.openxmlformats.org/drawingml/2006/main">
              <a:ext uri="{FF2B5EF4-FFF2-40B4-BE49-F238E27FC236}">
                <a16:creationId xmlns:a16="http://schemas.microsoft.com/office/drawing/2014/main" id="{992CA218-B042-4EA1-83AE-C24C016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657" y="7183644"/>
            <a:ext cx="64539" cy="476"/>
          </a:xfrm>
          <a:custGeom xmlns:a="http://schemas.openxmlformats.org/drawingml/2006/main">
            <a:pathLst>
              <a:path w="56098" h="476">
                <a:moveTo>
                  <a:pt x="0" y="0"/>
                </a:moveTo>
                <a:lnTo>
                  <a:pt x="56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49" name="d-tree-epsilon-0-path-0511">
            <a:extLst xmlns:a="http://schemas.openxmlformats.org/drawingml/2006/main">
              <a:ext uri="{FF2B5EF4-FFF2-40B4-BE49-F238E27FC236}">
                <a16:creationId xmlns:a16="http://schemas.microsoft.com/office/drawing/2014/main" id="{F0160669-2FED-4166-B7F9-606190FF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255" y="702568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0" name="d-tree-epsilon-0-path-0512">
            <a:extLst xmlns:a="http://schemas.openxmlformats.org/drawingml/2006/main">
              <a:ext uri="{FF2B5EF4-FFF2-40B4-BE49-F238E27FC236}">
                <a16:creationId xmlns:a16="http://schemas.microsoft.com/office/drawing/2014/main" id="{5022D1A6-C8D8-4213-AC19-B39E9CE2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926" y="7025689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1" name="d-tree-epsilon-0-path-0513">
            <a:extLst xmlns:a="http://schemas.openxmlformats.org/drawingml/2006/main">
              <a:ext uri="{FF2B5EF4-FFF2-40B4-BE49-F238E27FC236}">
                <a16:creationId xmlns:a16="http://schemas.microsoft.com/office/drawing/2014/main" id="{149062D4-F9C5-42B7-B6A9-83165E3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255" y="7025689"/>
            <a:ext cx="100670" cy="476"/>
          </a:xfrm>
          <a:custGeom xmlns:a="http://schemas.openxmlformats.org/drawingml/2006/main">
            <a:pathLst>
              <a:path w="87504" h="476">
                <a:moveTo>
                  <a:pt x="0" y="0"/>
                </a:moveTo>
                <a:lnTo>
                  <a:pt x="875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2" name="d-tree-epsilon-0-path-0514">
            <a:extLst xmlns:a="http://schemas.openxmlformats.org/drawingml/2006/main">
              <a:ext uri="{FF2B5EF4-FFF2-40B4-BE49-F238E27FC236}">
                <a16:creationId xmlns:a16="http://schemas.microsoft.com/office/drawing/2014/main" id="{09A09C8F-5D11-4521-8DD4-D5BEEC8B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8" y="7003124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3" name="d-tree-epsilon-0-path-0515">
            <a:extLst xmlns:a="http://schemas.openxmlformats.org/drawingml/2006/main">
              <a:ext uri="{FF2B5EF4-FFF2-40B4-BE49-F238E27FC236}">
                <a16:creationId xmlns:a16="http://schemas.microsoft.com/office/drawing/2014/main" id="{30AF0214-F1DA-4E5F-8732-E1E1548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591" y="700312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4" name="d-tree-epsilon-0-path-0516">
            <a:extLst xmlns:a="http://schemas.openxmlformats.org/drawingml/2006/main">
              <a:ext uri="{FF2B5EF4-FFF2-40B4-BE49-F238E27FC236}">
                <a16:creationId xmlns:a16="http://schemas.microsoft.com/office/drawing/2014/main" id="{EB82BA74-8694-4A1D-85A0-B573F03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8" y="7003124"/>
            <a:ext cx="284812" cy="476"/>
          </a:xfrm>
          <a:custGeom xmlns:a="http://schemas.openxmlformats.org/drawingml/2006/main">
            <a:pathLst>
              <a:path w="247563" h="476">
                <a:moveTo>
                  <a:pt x="0" y="0"/>
                </a:moveTo>
                <a:lnTo>
                  <a:pt x="247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5" name="d-tree-epsilon-0-path-0517">
            <a:extLst xmlns:a="http://schemas.openxmlformats.org/drawingml/2006/main">
              <a:ext uri="{FF2B5EF4-FFF2-40B4-BE49-F238E27FC236}">
                <a16:creationId xmlns:a16="http://schemas.microsoft.com/office/drawing/2014/main" id="{13D429F4-D80D-41DD-A1F6-FB71987D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298" y="6980559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6" name="d-tree-epsilon-0-path-0518">
            <a:extLst xmlns:a="http://schemas.openxmlformats.org/drawingml/2006/main">
              <a:ext uri="{FF2B5EF4-FFF2-40B4-BE49-F238E27FC236}">
                <a16:creationId xmlns:a16="http://schemas.microsoft.com/office/drawing/2014/main" id="{71BD4010-825D-4D6E-9350-31DE2ED2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184" y="698055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7" name="d-tree-epsilon-0-path-0519">
            <a:extLst xmlns:a="http://schemas.openxmlformats.org/drawingml/2006/main">
              <a:ext uri="{FF2B5EF4-FFF2-40B4-BE49-F238E27FC236}">
                <a16:creationId xmlns:a16="http://schemas.microsoft.com/office/drawing/2014/main" id="{B900ADBE-5C81-4484-9391-DBB1872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298" y="6980559"/>
            <a:ext cx="156886" cy="476"/>
          </a:xfrm>
          <a:custGeom xmlns:a="http://schemas.openxmlformats.org/drawingml/2006/main">
            <a:pathLst>
              <a:path w="136368" h="476">
                <a:moveTo>
                  <a:pt x="0" y="0"/>
                </a:moveTo>
                <a:lnTo>
                  <a:pt x="136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8" name="d-tree-epsilon-0-path-0520">
            <a:extLst xmlns:a="http://schemas.openxmlformats.org/drawingml/2006/main">
              <a:ext uri="{FF2B5EF4-FFF2-40B4-BE49-F238E27FC236}">
                <a16:creationId xmlns:a16="http://schemas.microsoft.com/office/drawing/2014/main" id="{267114CC-C421-423C-BE57-F1932FE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6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59" name="d-tree-epsilon-0-path-0521">
            <a:extLst xmlns:a="http://schemas.openxmlformats.org/drawingml/2006/main">
              <a:ext uri="{FF2B5EF4-FFF2-40B4-BE49-F238E27FC236}">
                <a16:creationId xmlns:a16="http://schemas.microsoft.com/office/drawing/2014/main" id="{C5C0CB00-5E91-4FCC-BE49-0ADBE167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31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0" name="d-tree-epsilon-0-path-0522">
            <a:extLst xmlns:a="http://schemas.openxmlformats.org/drawingml/2006/main">
              <a:ext uri="{FF2B5EF4-FFF2-40B4-BE49-F238E27FC236}">
                <a16:creationId xmlns:a16="http://schemas.microsoft.com/office/drawing/2014/main" id="{2B4784DC-48F5-44A8-9AA7-7367639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65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1" name="d-tree-epsilon-0-path-0523">
            <a:extLst xmlns:a="http://schemas.openxmlformats.org/drawingml/2006/main">
              <a:ext uri="{FF2B5EF4-FFF2-40B4-BE49-F238E27FC236}">
                <a16:creationId xmlns:a16="http://schemas.microsoft.com/office/drawing/2014/main" id="{D5FBFF08-F82D-448D-9EF7-95964DCD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493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2" name="d-tree-epsilon-0-path-0524">
            <a:extLst xmlns:a="http://schemas.openxmlformats.org/drawingml/2006/main">
              <a:ext uri="{FF2B5EF4-FFF2-40B4-BE49-F238E27FC236}">
                <a16:creationId xmlns:a16="http://schemas.microsoft.com/office/drawing/2014/main" id="{91B2998D-EBF3-457B-B811-821BABFD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72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3" name="d-tree-epsilon-0-path-0525">
            <a:extLst xmlns:a="http://schemas.openxmlformats.org/drawingml/2006/main">
              <a:ext uri="{FF2B5EF4-FFF2-40B4-BE49-F238E27FC236}">
                <a16:creationId xmlns:a16="http://schemas.microsoft.com/office/drawing/2014/main" id="{0AAD9C4B-EFC1-4BF0-822B-51680F4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493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4" name="d-tree-epsilon-0-path-0526">
            <a:extLst xmlns:a="http://schemas.openxmlformats.org/drawingml/2006/main">
              <a:ext uri="{FF2B5EF4-FFF2-40B4-BE49-F238E27FC236}">
                <a16:creationId xmlns:a16="http://schemas.microsoft.com/office/drawing/2014/main" id="{71ED05A2-DDED-4510-B32D-6E68411A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732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5" name="d-tree-epsilon-0-path-0527">
            <a:extLst xmlns:a="http://schemas.openxmlformats.org/drawingml/2006/main">
              <a:ext uri="{FF2B5EF4-FFF2-40B4-BE49-F238E27FC236}">
                <a16:creationId xmlns:a16="http://schemas.microsoft.com/office/drawing/2014/main" id="{FA40722D-3018-4723-8A0B-B1092DE1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626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6" name="d-tree-epsilon-0-path-0528">
            <a:extLst xmlns:a="http://schemas.openxmlformats.org/drawingml/2006/main">
              <a:ext uri="{FF2B5EF4-FFF2-40B4-BE49-F238E27FC236}">
                <a16:creationId xmlns:a16="http://schemas.microsoft.com/office/drawing/2014/main" id="{8C1FE255-A0C2-402F-9E24-02C4DB9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732" y="7364165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7" name="d-tree-epsilon-0-path-0529">
            <a:extLst xmlns:a="http://schemas.openxmlformats.org/drawingml/2006/main">
              <a:ext uri="{FF2B5EF4-FFF2-40B4-BE49-F238E27FC236}">
                <a16:creationId xmlns:a16="http://schemas.microsoft.com/office/drawing/2014/main" id="{30C56F1B-2E5F-4CD4-A751-0B43D831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12" y="7341600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8" name="d-tree-epsilon-0-path-0530">
            <a:extLst xmlns:a="http://schemas.openxmlformats.org/drawingml/2006/main">
              <a:ext uri="{FF2B5EF4-FFF2-40B4-BE49-F238E27FC236}">
                <a16:creationId xmlns:a16="http://schemas.microsoft.com/office/drawing/2014/main" id="{29F8C15D-657F-4F4F-9326-6C56CAF0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179" y="734160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69" name="d-tree-epsilon-0-path-0531">
            <a:extLst xmlns:a="http://schemas.openxmlformats.org/drawingml/2006/main">
              <a:ext uri="{FF2B5EF4-FFF2-40B4-BE49-F238E27FC236}">
                <a16:creationId xmlns:a16="http://schemas.microsoft.com/office/drawing/2014/main" id="{27418FE4-0A4D-4528-A2AC-735784F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12" y="7341600"/>
            <a:ext cx="30167" cy="476"/>
          </a:xfrm>
          <a:custGeom xmlns:a="http://schemas.openxmlformats.org/drawingml/2006/main">
            <a:pathLst>
              <a:path w="26222" h="476">
                <a:moveTo>
                  <a:pt x="0" y="0"/>
                </a:moveTo>
                <a:lnTo>
                  <a:pt x="26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0" name="d-tree-epsilon-0-path-0532">
            <a:extLst xmlns:a="http://schemas.openxmlformats.org/drawingml/2006/main">
              <a:ext uri="{FF2B5EF4-FFF2-40B4-BE49-F238E27FC236}">
                <a16:creationId xmlns:a16="http://schemas.microsoft.com/office/drawing/2014/main" id="{B2102F2B-4608-4A8E-B6A8-D082EA9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27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1" name="d-tree-epsilon-0-path-0533">
            <a:extLst xmlns:a="http://schemas.openxmlformats.org/drawingml/2006/main">
              <a:ext uri="{FF2B5EF4-FFF2-40B4-BE49-F238E27FC236}">
                <a16:creationId xmlns:a16="http://schemas.microsoft.com/office/drawing/2014/main" id="{CB11AA2C-323B-4F01-953D-0B5588E8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33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2" name="d-tree-epsilon-0-path-0534">
            <a:extLst xmlns:a="http://schemas.openxmlformats.org/drawingml/2006/main">
              <a:ext uri="{FF2B5EF4-FFF2-40B4-BE49-F238E27FC236}">
                <a16:creationId xmlns:a16="http://schemas.microsoft.com/office/drawing/2014/main" id="{587D3027-9209-468E-A803-5E293B9E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279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3" name="d-tree-epsilon-0-path-0535">
            <a:extLst xmlns:a="http://schemas.openxmlformats.org/drawingml/2006/main">
              <a:ext uri="{FF2B5EF4-FFF2-40B4-BE49-F238E27FC236}">
                <a16:creationId xmlns:a16="http://schemas.microsoft.com/office/drawing/2014/main" id="{42EFE2EB-626B-4C86-99F0-00147AD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095" y="731903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4" name="d-tree-epsilon-0-path-0536">
            <a:extLst xmlns:a="http://schemas.openxmlformats.org/drawingml/2006/main">
              <a:ext uri="{FF2B5EF4-FFF2-40B4-BE49-F238E27FC236}">
                <a16:creationId xmlns:a16="http://schemas.microsoft.com/office/drawing/2014/main" id="{1E4E8BCC-3793-44D5-AB2A-52C00B13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6106" y="7319035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5" name="d-tree-epsilon-0-path-0537">
            <a:extLst xmlns:a="http://schemas.openxmlformats.org/drawingml/2006/main">
              <a:ext uri="{FF2B5EF4-FFF2-40B4-BE49-F238E27FC236}">
                <a16:creationId xmlns:a16="http://schemas.microsoft.com/office/drawing/2014/main" id="{1D8E7BAC-B24B-48A0-A018-4779896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095" y="7319035"/>
            <a:ext cx="38010" cy="476"/>
          </a:xfrm>
          <a:custGeom xmlns:a="http://schemas.openxmlformats.org/drawingml/2006/main">
            <a:pathLst>
              <a:path w="33039" h="476">
                <a:moveTo>
                  <a:pt x="0" y="0"/>
                </a:moveTo>
                <a:lnTo>
                  <a:pt x="330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6" name="d-tree-epsilon-0-path-0538">
            <a:extLst xmlns:a="http://schemas.openxmlformats.org/drawingml/2006/main">
              <a:ext uri="{FF2B5EF4-FFF2-40B4-BE49-F238E27FC236}">
                <a16:creationId xmlns:a16="http://schemas.microsoft.com/office/drawing/2014/main" id="{BD139E5E-44B3-4FAE-B541-17F0D8D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101" y="729647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7" name="d-tree-epsilon-0-path-0539">
            <a:extLst xmlns:a="http://schemas.openxmlformats.org/drawingml/2006/main">
              <a:ext uri="{FF2B5EF4-FFF2-40B4-BE49-F238E27FC236}">
                <a16:creationId xmlns:a16="http://schemas.microsoft.com/office/drawing/2014/main" id="{B8CAF195-95EF-4F49-B675-6B7820A3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0586" y="7296470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8" name="d-tree-epsilon-0-path-0540">
            <a:extLst xmlns:a="http://schemas.openxmlformats.org/drawingml/2006/main">
              <a:ext uri="{FF2B5EF4-FFF2-40B4-BE49-F238E27FC236}">
                <a16:creationId xmlns:a16="http://schemas.microsoft.com/office/drawing/2014/main" id="{15916F74-0651-4A5D-BA0E-43BB0527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101" y="7296470"/>
            <a:ext cx="33485" cy="476"/>
          </a:xfrm>
          <a:custGeom xmlns:a="http://schemas.openxmlformats.org/drawingml/2006/main">
            <a:pathLst>
              <a:path w="29106" h="476">
                <a:moveTo>
                  <a:pt x="0" y="0"/>
                </a:moveTo>
                <a:lnTo>
                  <a:pt x="291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79" name="d-tree-epsilon-0-path-0541">
            <a:extLst xmlns:a="http://schemas.openxmlformats.org/drawingml/2006/main">
              <a:ext uri="{FF2B5EF4-FFF2-40B4-BE49-F238E27FC236}">
                <a16:creationId xmlns:a16="http://schemas.microsoft.com/office/drawing/2014/main" id="{18C94429-1244-4F9F-BB24-5DCD5BE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844" y="727390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0" name="d-tree-epsilon-0-path-0542">
            <a:extLst xmlns:a="http://schemas.openxmlformats.org/drawingml/2006/main">
              <a:ext uri="{FF2B5EF4-FFF2-40B4-BE49-F238E27FC236}">
                <a16:creationId xmlns:a16="http://schemas.microsoft.com/office/drawing/2014/main" id="{F5CCA549-15D6-47F8-9507-0BFD3CD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240" y="7273905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1" name="d-tree-epsilon-0-path-0543">
            <a:extLst xmlns:a="http://schemas.openxmlformats.org/drawingml/2006/main">
              <a:ext uri="{FF2B5EF4-FFF2-40B4-BE49-F238E27FC236}">
                <a16:creationId xmlns:a16="http://schemas.microsoft.com/office/drawing/2014/main" id="{8F9678B0-C094-4C98-A58A-0FADFEB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844" y="7273905"/>
            <a:ext cx="26396" cy="476"/>
          </a:xfrm>
          <a:custGeom xmlns:a="http://schemas.openxmlformats.org/drawingml/2006/main">
            <a:pathLst>
              <a:path w="22944" h="476">
                <a:moveTo>
                  <a:pt x="0" y="0"/>
                </a:moveTo>
                <a:lnTo>
                  <a:pt x="229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2" name="d-tree-epsilon-0-path-0544">
            <a:extLst xmlns:a="http://schemas.openxmlformats.org/drawingml/2006/main">
              <a:ext uri="{FF2B5EF4-FFF2-40B4-BE49-F238E27FC236}">
                <a16:creationId xmlns:a16="http://schemas.microsoft.com/office/drawing/2014/main" id="{107E08A6-84E9-4084-A684-AFD81B4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741" y="695799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3" name="d-tree-epsilon-0-path-0545">
            <a:extLst xmlns:a="http://schemas.openxmlformats.org/drawingml/2006/main">
              <a:ext uri="{FF2B5EF4-FFF2-40B4-BE49-F238E27FC236}">
                <a16:creationId xmlns:a16="http://schemas.microsoft.com/office/drawing/2014/main" id="{2C9C6F15-0712-440C-A9FB-D63EF95C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042" y="6957994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4" name="d-tree-epsilon-0-path-0546">
            <a:extLst xmlns:a="http://schemas.openxmlformats.org/drawingml/2006/main">
              <a:ext uri="{FF2B5EF4-FFF2-40B4-BE49-F238E27FC236}">
                <a16:creationId xmlns:a16="http://schemas.microsoft.com/office/drawing/2014/main" id="{BB336C6B-8BAD-4D2F-915F-585D397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741" y="6957994"/>
            <a:ext cx="439301" cy="476"/>
          </a:xfrm>
          <a:custGeom xmlns:a="http://schemas.openxmlformats.org/drawingml/2006/main">
            <a:pathLst>
              <a:path w="381847" h="476">
                <a:moveTo>
                  <a:pt x="0" y="0"/>
                </a:moveTo>
                <a:lnTo>
                  <a:pt x="3818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5" name="d-tree-epsilon-0-path-0547">
            <a:extLst xmlns:a="http://schemas.openxmlformats.org/drawingml/2006/main">
              <a:ext uri="{FF2B5EF4-FFF2-40B4-BE49-F238E27FC236}">
                <a16:creationId xmlns:a16="http://schemas.microsoft.com/office/drawing/2014/main" id="{A43EFD1F-294C-4E29-B73E-2F6341BA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39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6" name="d-tree-epsilon-0-path-0548">
            <a:extLst xmlns:a="http://schemas.openxmlformats.org/drawingml/2006/main">
              <a:ext uri="{FF2B5EF4-FFF2-40B4-BE49-F238E27FC236}">
                <a16:creationId xmlns:a16="http://schemas.microsoft.com/office/drawing/2014/main" id="{95E15BFA-85F3-4FEB-8E2E-4DD08550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894" y="6935429"/>
            <a:ext cx="548" cy="496431"/>
          </a:xfrm>
          <a:custGeom xmlns:a="http://schemas.openxmlformats.org/drawingml/2006/main">
            <a:pathLst>
              <a:path w="476" h="496431">
                <a:moveTo>
                  <a:pt x="0" y="4964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7" name="d-tree-epsilon-0-path-0549">
            <a:extLst xmlns:a="http://schemas.openxmlformats.org/drawingml/2006/main">
              <a:ext uri="{FF2B5EF4-FFF2-40B4-BE49-F238E27FC236}">
                <a16:creationId xmlns:a16="http://schemas.microsoft.com/office/drawing/2014/main" id="{4D1A853D-58C2-4820-A57B-3C0E1A7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391" y="6935429"/>
            <a:ext cx="242501" cy="476"/>
          </a:xfrm>
          <a:custGeom xmlns:a="http://schemas.openxmlformats.org/drawingml/2006/main">
            <a:pathLst>
              <a:path w="210786" h="476">
                <a:moveTo>
                  <a:pt x="0" y="0"/>
                </a:moveTo>
                <a:lnTo>
                  <a:pt x="2107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8" name="d-tree-epsilon-0-path-0550">
            <a:extLst xmlns:a="http://schemas.openxmlformats.org/drawingml/2006/main">
              <a:ext uri="{FF2B5EF4-FFF2-40B4-BE49-F238E27FC236}">
                <a16:creationId xmlns:a16="http://schemas.microsoft.com/office/drawing/2014/main" id="{D7F5FB9A-697F-4351-A4D4-68A0F7B1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644" y="6912864"/>
            <a:ext cx="548" cy="518996"/>
          </a:xfrm>
          <a:custGeom xmlns:a="http://schemas.openxmlformats.org/drawingml/2006/main">
            <a:pathLst>
              <a:path w="476" h="518996">
                <a:moveTo>
                  <a:pt x="0" y="5189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89" name="d-tree-epsilon-0-path-0551">
            <a:extLst xmlns:a="http://schemas.openxmlformats.org/drawingml/2006/main">
              <a:ext uri="{FF2B5EF4-FFF2-40B4-BE49-F238E27FC236}">
                <a16:creationId xmlns:a16="http://schemas.microsoft.com/office/drawing/2014/main" id="{3675F846-CF1A-4F97-9A0C-9414DC36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643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0" name="d-tree-epsilon-0-path-0552">
            <a:extLst xmlns:a="http://schemas.openxmlformats.org/drawingml/2006/main">
              <a:ext uri="{FF2B5EF4-FFF2-40B4-BE49-F238E27FC236}">
                <a16:creationId xmlns:a16="http://schemas.microsoft.com/office/drawing/2014/main" id="{B4A04170-F9DA-45FC-9CD7-EFB6F49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644" y="6912864"/>
            <a:ext cx="428998" cy="476"/>
          </a:xfrm>
          <a:custGeom xmlns:a="http://schemas.openxmlformats.org/drawingml/2006/main">
            <a:pathLst>
              <a:path w="372892" h="476">
                <a:moveTo>
                  <a:pt x="0" y="0"/>
                </a:moveTo>
                <a:lnTo>
                  <a:pt x="372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1" name="d-tree-epsilon-0-path-0553">
            <a:extLst xmlns:a="http://schemas.openxmlformats.org/drawingml/2006/main">
              <a:ext uri="{FF2B5EF4-FFF2-40B4-BE49-F238E27FC236}">
                <a16:creationId xmlns:a16="http://schemas.microsoft.com/office/drawing/2014/main" id="{DAB3F12D-D841-448D-AC99-1A3FFD0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01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2" name="d-tree-epsilon-0-path-0554">
            <a:extLst xmlns:a="http://schemas.openxmlformats.org/drawingml/2006/main">
              <a:ext uri="{FF2B5EF4-FFF2-40B4-BE49-F238E27FC236}">
                <a16:creationId xmlns:a16="http://schemas.microsoft.com/office/drawing/2014/main" id="{04C105D9-E1CB-4573-914E-221A0D58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54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3" name="d-tree-epsilon-0-path-0555">
            <a:extLst xmlns:a="http://schemas.openxmlformats.org/drawingml/2006/main">
              <a:ext uri="{FF2B5EF4-FFF2-40B4-BE49-F238E27FC236}">
                <a16:creationId xmlns:a16="http://schemas.microsoft.com/office/drawing/2014/main" id="{E8740233-92DF-4CB9-8F72-71A8F606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01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4" name="d-tree-epsilon-0-path-0556">
            <a:extLst xmlns:a="http://schemas.openxmlformats.org/drawingml/2006/main">
              <a:ext uri="{FF2B5EF4-FFF2-40B4-BE49-F238E27FC236}">
                <a16:creationId xmlns:a16="http://schemas.microsoft.com/office/drawing/2014/main" id="{0EC71C13-444E-408A-B077-01C41A48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27" y="7386730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5" name="d-tree-epsilon-0-path-0557">
            <a:extLst xmlns:a="http://schemas.openxmlformats.org/drawingml/2006/main">
              <a:ext uri="{FF2B5EF4-FFF2-40B4-BE49-F238E27FC236}">
                <a16:creationId xmlns:a16="http://schemas.microsoft.com/office/drawing/2014/main" id="{674A9F7B-E951-40B6-A11B-DC3DE9C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508" y="7386730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6" name="d-tree-epsilon-0-path-0558">
            <a:extLst xmlns:a="http://schemas.openxmlformats.org/drawingml/2006/main">
              <a:ext uri="{FF2B5EF4-FFF2-40B4-BE49-F238E27FC236}">
                <a16:creationId xmlns:a16="http://schemas.microsoft.com/office/drawing/2014/main" id="{2B371265-937B-45F3-A781-B7515F3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027" y="7386730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7" name="d-tree-epsilon-0-path-0559">
            <a:extLst xmlns:a="http://schemas.openxmlformats.org/drawingml/2006/main">
              <a:ext uri="{FF2B5EF4-FFF2-40B4-BE49-F238E27FC236}">
                <a16:creationId xmlns:a16="http://schemas.microsoft.com/office/drawing/2014/main" id="{9282D103-8656-4B96-B97D-DF15C7DA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47" y="7364165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8" name="d-tree-epsilon-0-path-0560">
            <a:extLst xmlns:a="http://schemas.openxmlformats.org/drawingml/2006/main">
              <a:ext uri="{FF2B5EF4-FFF2-40B4-BE49-F238E27FC236}">
                <a16:creationId xmlns:a16="http://schemas.microsoft.com/office/drawing/2014/main" id="{ADF9BBBB-FAD0-4AE7-B952-A572C7E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267" y="736416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599" name="d-tree-epsilon-0-path-0561">
            <a:extLst xmlns:a="http://schemas.openxmlformats.org/drawingml/2006/main">
              <a:ext uri="{FF2B5EF4-FFF2-40B4-BE49-F238E27FC236}">
                <a16:creationId xmlns:a16="http://schemas.microsoft.com/office/drawing/2014/main" id="{5CEA8038-72C4-4DFA-848C-D21A2D69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47" y="7364165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0" name="d-tree-epsilon-0-path-0562">
            <a:extLst xmlns:a="http://schemas.openxmlformats.org/drawingml/2006/main">
              <a:ext uri="{FF2B5EF4-FFF2-40B4-BE49-F238E27FC236}">
                <a16:creationId xmlns:a16="http://schemas.microsoft.com/office/drawing/2014/main" id="{138919B3-A7F9-49F0-BFD4-7415B339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144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1" name="d-tree-epsilon-0-path-0563">
            <a:extLst xmlns:a="http://schemas.openxmlformats.org/drawingml/2006/main">
              <a:ext uri="{FF2B5EF4-FFF2-40B4-BE49-F238E27FC236}">
                <a16:creationId xmlns:a16="http://schemas.microsoft.com/office/drawing/2014/main" id="{A05D69F7-CFCC-4BEE-B299-7B74FF60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407" y="6890299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2" name="d-tree-epsilon-0-path-0564">
            <a:extLst xmlns:a="http://schemas.openxmlformats.org/drawingml/2006/main">
              <a:ext uri="{FF2B5EF4-FFF2-40B4-BE49-F238E27FC236}">
                <a16:creationId xmlns:a16="http://schemas.microsoft.com/office/drawing/2014/main" id="{65848693-3456-4AAF-B222-DBB9483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144" y="6890299"/>
            <a:ext cx="356264" cy="476"/>
          </a:xfrm>
          <a:custGeom xmlns:a="http://schemas.openxmlformats.org/drawingml/2006/main">
            <a:pathLst>
              <a:path w="309670" h="476">
                <a:moveTo>
                  <a:pt x="0" y="0"/>
                </a:moveTo>
                <a:lnTo>
                  <a:pt x="309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3" name="d-tree-epsilon-0-path-0565">
            <a:extLst xmlns:a="http://schemas.openxmlformats.org/drawingml/2006/main">
              <a:ext uri="{FF2B5EF4-FFF2-40B4-BE49-F238E27FC236}">
                <a16:creationId xmlns:a16="http://schemas.microsoft.com/office/drawing/2014/main" id="{2371C3E6-D70C-4D31-A854-EDBFE01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991" y="6867734"/>
            <a:ext cx="548" cy="564126"/>
          </a:xfrm>
          <a:custGeom xmlns:a="http://schemas.openxmlformats.org/drawingml/2006/main">
            <a:pathLst>
              <a:path w="476" h="564126">
                <a:moveTo>
                  <a:pt x="0" y="564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4" name="d-tree-epsilon-0-path-0566">
            <a:extLst xmlns:a="http://schemas.openxmlformats.org/drawingml/2006/main">
              <a:ext uri="{FF2B5EF4-FFF2-40B4-BE49-F238E27FC236}">
                <a16:creationId xmlns:a16="http://schemas.microsoft.com/office/drawing/2014/main" id="{B0A9957E-0BD8-49C7-9C69-20446F4D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276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5" name="d-tree-epsilon-0-path-0567">
            <a:extLst xmlns:a="http://schemas.openxmlformats.org/drawingml/2006/main">
              <a:ext uri="{FF2B5EF4-FFF2-40B4-BE49-F238E27FC236}">
                <a16:creationId xmlns:a16="http://schemas.microsoft.com/office/drawing/2014/main" id="{88CFA493-AA12-49A6-8941-A40A5029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991" y="6867734"/>
            <a:ext cx="402285" cy="476"/>
          </a:xfrm>
          <a:custGeom xmlns:a="http://schemas.openxmlformats.org/drawingml/2006/main">
            <a:pathLst>
              <a:path w="349672" h="476">
                <a:moveTo>
                  <a:pt x="0" y="0"/>
                </a:moveTo>
                <a:lnTo>
                  <a:pt x="349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6" name="d-tree-epsilon-0-path-0568">
            <a:extLst xmlns:a="http://schemas.openxmlformats.org/drawingml/2006/main">
              <a:ext uri="{FF2B5EF4-FFF2-40B4-BE49-F238E27FC236}">
                <a16:creationId xmlns:a16="http://schemas.microsoft.com/office/drawing/2014/main" id="{E0B338A3-3AB6-4EAE-A6F3-D0A3A05E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33" y="684516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7" name="d-tree-epsilon-0-path-0569">
            <a:extLst xmlns:a="http://schemas.openxmlformats.org/drawingml/2006/main">
              <a:ext uri="{FF2B5EF4-FFF2-40B4-BE49-F238E27FC236}">
                <a16:creationId xmlns:a16="http://schemas.microsoft.com/office/drawing/2014/main" id="{E184F159-4E3E-428B-BB71-6814D50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161" y="6845169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8" name="d-tree-epsilon-0-path-0570">
            <a:extLst xmlns:a="http://schemas.openxmlformats.org/drawingml/2006/main">
              <a:ext uri="{FF2B5EF4-FFF2-40B4-BE49-F238E27FC236}">
                <a16:creationId xmlns:a16="http://schemas.microsoft.com/office/drawing/2014/main" id="{3929ABCB-38CE-4E64-B446-5587894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33" y="6845169"/>
            <a:ext cx="407028" cy="476"/>
          </a:xfrm>
          <a:custGeom xmlns:a="http://schemas.openxmlformats.org/drawingml/2006/main">
            <a:pathLst>
              <a:path w="353795" h="476">
                <a:moveTo>
                  <a:pt x="0" y="0"/>
                </a:moveTo>
                <a:lnTo>
                  <a:pt x="353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09" name="d-tree-epsilon-0-path-0571">
            <a:extLst xmlns:a="http://schemas.openxmlformats.org/drawingml/2006/main">
              <a:ext uri="{FF2B5EF4-FFF2-40B4-BE49-F238E27FC236}">
                <a16:creationId xmlns:a16="http://schemas.microsoft.com/office/drawing/2014/main" id="{3D6DBA9E-4623-4072-8547-5C3808B2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64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0" name="d-tree-epsilon-0-path-0572">
            <a:extLst xmlns:a="http://schemas.openxmlformats.org/drawingml/2006/main">
              <a:ext uri="{FF2B5EF4-FFF2-40B4-BE49-F238E27FC236}">
                <a16:creationId xmlns:a16="http://schemas.microsoft.com/office/drawing/2014/main" id="{48C67CD9-D0CE-4DC1-B6FD-8D76321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815" y="6822604"/>
            <a:ext cx="548" cy="609256"/>
          </a:xfrm>
          <a:custGeom xmlns:a="http://schemas.openxmlformats.org/drawingml/2006/main">
            <a:pathLst>
              <a:path w="476" h="609256">
                <a:moveTo>
                  <a:pt x="0" y="609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1" name="d-tree-epsilon-0-path-0573">
            <a:extLst xmlns:a="http://schemas.openxmlformats.org/drawingml/2006/main">
              <a:ext uri="{FF2B5EF4-FFF2-40B4-BE49-F238E27FC236}">
                <a16:creationId xmlns:a16="http://schemas.microsoft.com/office/drawing/2014/main" id="{C446B1A1-1A5D-45C1-A39B-C89ACDE6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647" y="6822604"/>
            <a:ext cx="213167" cy="476"/>
          </a:xfrm>
          <a:custGeom xmlns:a="http://schemas.openxmlformats.org/drawingml/2006/main">
            <a:pathLst>
              <a:path w="185288" h="476">
                <a:moveTo>
                  <a:pt x="0" y="0"/>
                </a:moveTo>
                <a:lnTo>
                  <a:pt x="185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2" name="d-tree-epsilon-0-path-0574">
            <a:extLst xmlns:a="http://schemas.openxmlformats.org/drawingml/2006/main">
              <a:ext uri="{FF2B5EF4-FFF2-40B4-BE49-F238E27FC236}">
                <a16:creationId xmlns:a16="http://schemas.microsoft.com/office/drawing/2014/main" id="{86D6360F-BE0F-4801-888E-A3392385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30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3" name="d-tree-epsilon-0-path-0575">
            <a:extLst xmlns:a="http://schemas.openxmlformats.org/drawingml/2006/main">
              <a:ext uri="{FF2B5EF4-FFF2-40B4-BE49-F238E27FC236}">
                <a16:creationId xmlns:a16="http://schemas.microsoft.com/office/drawing/2014/main" id="{B20FB9AD-25A5-412E-9A52-9709E4D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468" y="6800039"/>
            <a:ext cx="548" cy="631821"/>
          </a:xfrm>
          <a:custGeom xmlns:a="http://schemas.openxmlformats.org/drawingml/2006/main">
            <a:pathLst>
              <a:path w="476" h="631821">
                <a:moveTo>
                  <a:pt x="0" y="6318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4" name="d-tree-epsilon-0-path-0576">
            <a:extLst xmlns:a="http://schemas.openxmlformats.org/drawingml/2006/main">
              <a:ext uri="{FF2B5EF4-FFF2-40B4-BE49-F238E27FC236}">
                <a16:creationId xmlns:a16="http://schemas.microsoft.com/office/drawing/2014/main" id="{FDDE0FE2-4220-4D8E-98EF-2D4D70F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30" y="6800039"/>
            <a:ext cx="116237" cy="476"/>
          </a:xfrm>
          <a:custGeom xmlns:a="http://schemas.openxmlformats.org/drawingml/2006/main">
            <a:pathLst>
              <a:path w="101035" h="476">
                <a:moveTo>
                  <a:pt x="0" y="0"/>
                </a:moveTo>
                <a:lnTo>
                  <a:pt x="1010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5" name="d-tree-epsilon-0-path-0577">
            <a:extLst xmlns:a="http://schemas.openxmlformats.org/drawingml/2006/main">
              <a:ext uri="{FF2B5EF4-FFF2-40B4-BE49-F238E27FC236}">
                <a16:creationId xmlns:a16="http://schemas.microsoft.com/office/drawing/2014/main" id="{13B56E6D-1A17-4CC9-BCA0-4AC67FE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349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6" name="d-tree-epsilon-0-path-0578">
            <a:extLst xmlns:a="http://schemas.openxmlformats.org/drawingml/2006/main">
              <a:ext uri="{FF2B5EF4-FFF2-40B4-BE49-F238E27FC236}">
                <a16:creationId xmlns:a16="http://schemas.microsoft.com/office/drawing/2014/main" id="{AD7E5D96-6221-4498-89F0-0A46B57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121" y="6777474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7" name="d-tree-epsilon-0-path-0579">
            <a:extLst xmlns:a="http://schemas.openxmlformats.org/drawingml/2006/main">
              <a:ext uri="{FF2B5EF4-FFF2-40B4-BE49-F238E27FC236}">
                <a16:creationId xmlns:a16="http://schemas.microsoft.com/office/drawing/2014/main" id="{E562E15A-3658-4D5F-9572-0EB2412D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349" y="6777474"/>
            <a:ext cx="67773" cy="476"/>
          </a:xfrm>
          <a:custGeom xmlns:a="http://schemas.openxmlformats.org/drawingml/2006/main">
            <a:pathLst>
              <a:path w="58909" h="476">
                <a:moveTo>
                  <a:pt x="0" y="0"/>
                </a:moveTo>
                <a:lnTo>
                  <a:pt x="589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8" name="d-tree-epsilon-0-path-0580">
            <a:extLst xmlns:a="http://schemas.openxmlformats.org/drawingml/2006/main">
              <a:ext uri="{FF2B5EF4-FFF2-40B4-BE49-F238E27FC236}">
                <a16:creationId xmlns:a16="http://schemas.microsoft.com/office/drawing/2014/main" id="{9FE8CD25-BE18-47E8-9F32-84E9A23E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337" y="6754909"/>
            <a:ext cx="548" cy="676951"/>
          </a:xfrm>
          <a:custGeom xmlns:a="http://schemas.openxmlformats.org/drawingml/2006/main">
            <a:pathLst>
              <a:path w="476" h="676951">
                <a:moveTo>
                  <a:pt x="0" y="676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19" name="d-tree-epsilon-0-path-0581">
            <a:extLst xmlns:a="http://schemas.openxmlformats.org/drawingml/2006/main">
              <a:ext uri="{FF2B5EF4-FFF2-40B4-BE49-F238E27FC236}">
                <a16:creationId xmlns:a16="http://schemas.microsoft.com/office/drawing/2014/main" id="{1CA81B34-3554-4D38-BBCB-100CCFD5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35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0" name="d-tree-epsilon-0-path-0582">
            <a:extLst xmlns:a="http://schemas.openxmlformats.org/drawingml/2006/main">
              <a:ext uri="{FF2B5EF4-FFF2-40B4-BE49-F238E27FC236}">
                <a16:creationId xmlns:a16="http://schemas.microsoft.com/office/drawing/2014/main" id="{B6506DCC-D751-42A6-90CF-74844153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337" y="6754909"/>
            <a:ext cx="612898" cy="476"/>
          </a:xfrm>
          <a:custGeom xmlns:a="http://schemas.openxmlformats.org/drawingml/2006/main">
            <a:pathLst>
              <a:path w="532740" h="476">
                <a:moveTo>
                  <a:pt x="0" y="0"/>
                </a:moveTo>
                <a:lnTo>
                  <a:pt x="532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1" name="d-tree-epsilon-0-path-0583">
            <a:extLst xmlns:a="http://schemas.openxmlformats.org/drawingml/2006/main">
              <a:ext uri="{FF2B5EF4-FFF2-40B4-BE49-F238E27FC236}">
                <a16:creationId xmlns:a16="http://schemas.microsoft.com/office/drawing/2014/main" id="{42DCD567-4671-49E7-BA58-6D461C5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115" y="6732344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2" name="d-tree-epsilon-0-path-0584">
            <a:extLst xmlns:a="http://schemas.openxmlformats.org/drawingml/2006/main">
              <a:ext uri="{FF2B5EF4-FFF2-40B4-BE49-F238E27FC236}">
                <a16:creationId xmlns:a16="http://schemas.microsoft.com/office/drawing/2014/main" id="{BE11AE3C-3A56-4048-AA22-4D6EEF0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786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3" name="d-tree-epsilon-0-path-0585">
            <a:extLst xmlns:a="http://schemas.openxmlformats.org/drawingml/2006/main">
              <a:ext uri="{FF2B5EF4-FFF2-40B4-BE49-F238E27FC236}">
                <a16:creationId xmlns:a16="http://schemas.microsoft.com/office/drawing/2014/main" id="{020958AD-0F6D-44F4-932A-2248747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115" y="6732344"/>
            <a:ext cx="364671" cy="476"/>
          </a:xfrm>
          <a:custGeom xmlns:a="http://schemas.openxmlformats.org/drawingml/2006/main">
            <a:pathLst>
              <a:path w="316978" h="476">
                <a:moveTo>
                  <a:pt x="0" y="0"/>
                </a:moveTo>
                <a:lnTo>
                  <a:pt x="3169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4" name="d-tree-epsilon-0-path-0586">
            <a:extLst xmlns:a="http://schemas.openxmlformats.org/drawingml/2006/main">
              <a:ext uri="{FF2B5EF4-FFF2-40B4-BE49-F238E27FC236}">
                <a16:creationId xmlns:a16="http://schemas.microsoft.com/office/drawing/2014/main" id="{AA75E2B0-02AD-4389-9598-D58E6DB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802" y="6709779"/>
            <a:ext cx="548" cy="722081"/>
          </a:xfrm>
          <a:custGeom xmlns:a="http://schemas.openxmlformats.org/drawingml/2006/main">
            <a:pathLst>
              <a:path w="476" h="722081">
                <a:moveTo>
                  <a:pt x="0" y="7220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5" name="d-tree-epsilon-0-path-0587">
            <a:extLst xmlns:a="http://schemas.openxmlformats.org/drawingml/2006/main">
              <a:ext uri="{FF2B5EF4-FFF2-40B4-BE49-F238E27FC236}">
                <a16:creationId xmlns:a16="http://schemas.microsoft.com/office/drawing/2014/main" id="{7436D104-CF72-407C-AE79-74CCB444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50" y="67097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6" name="d-tree-epsilon-0-path-0588">
            <a:extLst xmlns:a="http://schemas.openxmlformats.org/drawingml/2006/main">
              <a:ext uri="{FF2B5EF4-FFF2-40B4-BE49-F238E27FC236}">
                <a16:creationId xmlns:a16="http://schemas.microsoft.com/office/drawing/2014/main" id="{54DD1576-7C11-43CF-8063-F2D4669C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802" y="6709779"/>
            <a:ext cx="220648" cy="476"/>
          </a:xfrm>
          <a:custGeom xmlns:a="http://schemas.openxmlformats.org/drawingml/2006/main">
            <a:pathLst>
              <a:path w="191791" h="476">
                <a:moveTo>
                  <a:pt x="0" y="0"/>
                </a:moveTo>
                <a:lnTo>
                  <a:pt x="1917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7" name="d-tree-epsilon-0-path-0589">
            <a:extLst xmlns:a="http://schemas.openxmlformats.org/drawingml/2006/main">
              <a:ext uri="{FF2B5EF4-FFF2-40B4-BE49-F238E27FC236}">
                <a16:creationId xmlns:a16="http://schemas.microsoft.com/office/drawing/2014/main" id="{6A72F682-C4F6-4DD8-9B4B-38C2CCC8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48" y="6687214"/>
            <a:ext cx="548" cy="744646"/>
          </a:xfrm>
          <a:custGeom xmlns:a="http://schemas.openxmlformats.org/drawingml/2006/main">
            <a:pathLst>
              <a:path w="476" h="744646">
                <a:moveTo>
                  <a:pt x="0" y="7446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8" name="d-tree-epsilon-0-path-0590">
            <a:extLst xmlns:a="http://schemas.openxmlformats.org/drawingml/2006/main">
              <a:ext uri="{FF2B5EF4-FFF2-40B4-BE49-F238E27FC236}">
                <a16:creationId xmlns:a16="http://schemas.microsoft.com/office/drawing/2014/main" id="{4CE68EDA-EC7D-4C22-9C33-431246B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27" y="66872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29" name="d-tree-epsilon-0-path-0591">
            <a:extLst xmlns:a="http://schemas.openxmlformats.org/drawingml/2006/main">
              <a:ext uri="{FF2B5EF4-FFF2-40B4-BE49-F238E27FC236}">
                <a16:creationId xmlns:a16="http://schemas.microsoft.com/office/drawing/2014/main" id="{495F8A27-797E-4737-8901-603F8F8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48" y="6687214"/>
            <a:ext cx="119977" cy="476"/>
          </a:xfrm>
          <a:custGeom xmlns:a="http://schemas.openxmlformats.org/drawingml/2006/main">
            <a:pathLst>
              <a:path w="104286" h="476">
                <a:moveTo>
                  <a:pt x="0" y="0"/>
                </a:moveTo>
                <a:lnTo>
                  <a:pt x="1042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0" name="d-tree-epsilon-0-path-0592">
            <a:extLst xmlns:a="http://schemas.openxmlformats.org/drawingml/2006/main">
              <a:ext uri="{FF2B5EF4-FFF2-40B4-BE49-F238E27FC236}">
                <a16:creationId xmlns:a16="http://schemas.microsoft.com/office/drawing/2014/main" id="{C59A7880-0EE4-43F8-9F38-3DD40EC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137" y="666464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1" name="d-tree-epsilon-0-path-0593">
            <a:extLst xmlns:a="http://schemas.openxmlformats.org/drawingml/2006/main">
              <a:ext uri="{FF2B5EF4-FFF2-40B4-BE49-F238E27FC236}">
                <a16:creationId xmlns:a16="http://schemas.microsoft.com/office/drawing/2014/main" id="{879172CA-96F2-4186-A7FE-BD578746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4" y="6664649"/>
            <a:ext cx="548" cy="767211"/>
          </a:xfrm>
          <a:custGeom xmlns:a="http://schemas.openxmlformats.org/drawingml/2006/main">
            <a:pathLst>
              <a:path w="476" h="767211">
                <a:moveTo>
                  <a:pt x="0" y="767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2" name="d-tree-epsilon-0-path-0594">
            <a:extLst xmlns:a="http://schemas.openxmlformats.org/drawingml/2006/main">
              <a:ext uri="{FF2B5EF4-FFF2-40B4-BE49-F238E27FC236}">
                <a16:creationId xmlns:a16="http://schemas.microsoft.com/office/drawing/2014/main" id="{45D83BFC-D1F8-4A5B-863B-964D7DDF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137" y="6664649"/>
            <a:ext cx="702637" cy="476"/>
          </a:xfrm>
          <a:custGeom xmlns:a="http://schemas.openxmlformats.org/drawingml/2006/main">
            <a:pathLst>
              <a:path w="610743" h="476">
                <a:moveTo>
                  <a:pt x="0" y="0"/>
                </a:moveTo>
                <a:lnTo>
                  <a:pt x="610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3" name="d-tree-epsilon-0-path-0595">
            <a:extLst xmlns:a="http://schemas.openxmlformats.org/drawingml/2006/main">
              <a:ext uri="{FF2B5EF4-FFF2-40B4-BE49-F238E27FC236}">
                <a16:creationId xmlns:a16="http://schemas.microsoft.com/office/drawing/2014/main" id="{7F614894-0952-4B1C-B349-AB12114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45" y="6642084"/>
            <a:ext cx="548" cy="699516"/>
          </a:xfrm>
          <a:custGeom xmlns:a="http://schemas.openxmlformats.org/drawingml/2006/main">
            <a:pathLst>
              <a:path w="476" h="699516">
                <a:moveTo>
                  <a:pt x="0" y="6995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4" name="d-tree-epsilon-0-path-0596">
            <a:extLst xmlns:a="http://schemas.openxmlformats.org/drawingml/2006/main">
              <a:ext uri="{FF2B5EF4-FFF2-40B4-BE49-F238E27FC236}">
                <a16:creationId xmlns:a16="http://schemas.microsoft.com/office/drawing/2014/main" id="{CB3C267C-89D6-476C-B24B-69FF9989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456" y="664208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5" name="d-tree-epsilon-0-path-0597">
            <a:extLst xmlns:a="http://schemas.openxmlformats.org/drawingml/2006/main">
              <a:ext uri="{FF2B5EF4-FFF2-40B4-BE49-F238E27FC236}">
                <a16:creationId xmlns:a16="http://schemas.microsoft.com/office/drawing/2014/main" id="{42C91AE6-7962-4390-BD15-9559473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45" y="6642084"/>
            <a:ext cx="448111" cy="476"/>
          </a:xfrm>
          <a:custGeom xmlns:a="http://schemas.openxmlformats.org/drawingml/2006/main">
            <a:pathLst>
              <a:path w="389505" h="476">
                <a:moveTo>
                  <a:pt x="0" y="0"/>
                </a:moveTo>
                <a:lnTo>
                  <a:pt x="389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6" name="d-tree-epsilon-0-path-0598">
            <a:extLst xmlns:a="http://schemas.openxmlformats.org/drawingml/2006/main">
              <a:ext uri="{FF2B5EF4-FFF2-40B4-BE49-F238E27FC236}">
                <a16:creationId xmlns:a16="http://schemas.microsoft.com/office/drawing/2014/main" id="{BA297E0D-A9B3-48D5-9340-E36EDAEE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00" y="661951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7" name="d-tree-epsilon-0-path-0599">
            <a:extLst xmlns:a="http://schemas.openxmlformats.org/drawingml/2006/main">
              <a:ext uri="{FF2B5EF4-FFF2-40B4-BE49-F238E27FC236}">
                <a16:creationId xmlns:a16="http://schemas.microsoft.com/office/drawing/2014/main" id="{6D7E4117-3F5C-4496-B82A-A2782B3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28" y="6619519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8" name="d-tree-epsilon-0-path-0600">
            <a:extLst xmlns:a="http://schemas.openxmlformats.org/drawingml/2006/main">
              <a:ext uri="{FF2B5EF4-FFF2-40B4-BE49-F238E27FC236}">
                <a16:creationId xmlns:a16="http://schemas.microsoft.com/office/drawing/2014/main" id="{723BED06-B440-426F-8F72-4481A558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00" y="6619519"/>
            <a:ext cx="585028" cy="476"/>
          </a:xfrm>
          <a:custGeom xmlns:a="http://schemas.openxmlformats.org/drawingml/2006/main">
            <a:pathLst>
              <a:path w="508515" h="476">
                <a:moveTo>
                  <a:pt x="0" y="0"/>
                </a:moveTo>
                <a:lnTo>
                  <a:pt x="5085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39" name="d-tree-epsilon-0-path-0601">
            <a:extLst xmlns:a="http://schemas.openxmlformats.org/drawingml/2006/main">
              <a:ext uri="{FF2B5EF4-FFF2-40B4-BE49-F238E27FC236}">
                <a16:creationId xmlns:a16="http://schemas.microsoft.com/office/drawing/2014/main" id="{67DD2853-27FC-4D50-A281-B8C1B186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574" y="6596954"/>
            <a:ext cx="548" cy="834906"/>
          </a:xfrm>
          <a:custGeom xmlns:a="http://schemas.openxmlformats.org/drawingml/2006/main">
            <a:pathLst>
              <a:path w="476" h="834906">
                <a:moveTo>
                  <a:pt x="0" y="8349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0" name="d-tree-epsilon-0-path-0602">
            <a:extLst xmlns:a="http://schemas.openxmlformats.org/drawingml/2006/main">
              <a:ext uri="{FF2B5EF4-FFF2-40B4-BE49-F238E27FC236}">
                <a16:creationId xmlns:a16="http://schemas.microsoft.com/office/drawing/2014/main" id="{C90B201C-AD0F-4088-BCE1-8A56A25C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15" y="659695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1" name="d-tree-epsilon-0-path-0603">
            <a:extLst xmlns:a="http://schemas.openxmlformats.org/drawingml/2006/main">
              <a:ext uri="{FF2B5EF4-FFF2-40B4-BE49-F238E27FC236}">
                <a16:creationId xmlns:a16="http://schemas.microsoft.com/office/drawing/2014/main" id="{4873A378-361E-48A5-A602-BE7A3B0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574" y="6596954"/>
            <a:ext cx="547340" cy="476"/>
          </a:xfrm>
          <a:custGeom xmlns:a="http://schemas.openxmlformats.org/drawingml/2006/main">
            <a:pathLst>
              <a:path w="475756" h="476">
                <a:moveTo>
                  <a:pt x="0" y="0"/>
                </a:moveTo>
                <a:lnTo>
                  <a:pt x="4757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2" name="d-tree-epsilon-0-path-0604">
            <a:extLst xmlns:a="http://schemas.openxmlformats.org/drawingml/2006/main">
              <a:ext uri="{FF2B5EF4-FFF2-40B4-BE49-F238E27FC236}">
                <a16:creationId xmlns:a16="http://schemas.microsoft.com/office/drawing/2014/main" id="{D21D99EE-5C12-4E2D-881C-F54F818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094" y="6574389"/>
            <a:ext cx="548" cy="834906"/>
          </a:xfrm>
          <a:custGeom xmlns:a="http://schemas.openxmlformats.org/drawingml/2006/main">
            <a:pathLst>
              <a:path w="476" h="834906">
                <a:moveTo>
                  <a:pt x="0" y="8349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3" name="d-tree-epsilon-0-path-0605">
            <a:extLst xmlns:a="http://schemas.openxmlformats.org/drawingml/2006/main">
              <a:ext uri="{FF2B5EF4-FFF2-40B4-BE49-F238E27FC236}">
                <a16:creationId xmlns:a16="http://schemas.microsoft.com/office/drawing/2014/main" id="{40007C2F-4F96-4470-A9E3-01EA611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245" y="657438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4" name="d-tree-epsilon-0-path-0606">
            <a:extLst xmlns:a="http://schemas.openxmlformats.org/drawingml/2006/main">
              <a:ext uri="{FF2B5EF4-FFF2-40B4-BE49-F238E27FC236}">
                <a16:creationId xmlns:a16="http://schemas.microsoft.com/office/drawing/2014/main" id="{A7731614-CD9E-4492-B39F-D239139D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094" y="6574389"/>
            <a:ext cx="288151" cy="476"/>
          </a:xfrm>
          <a:custGeom xmlns:a="http://schemas.openxmlformats.org/drawingml/2006/main">
            <a:pathLst>
              <a:path w="250465" h="476">
                <a:moveTo>
                  <a:pt x="0" y="0"/>
                </a:moveTo>
                <a:lnTo>
                  <a:pt x="250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5" name="d-tree-epsilon-0-path-0607">
            <a:extLst xmlns:a="http://schemas.openxmlformats.org/drawingml/2006/main">
              <a:ext uri="{FF2B5EF4-FFF2-40B4-BE49-F238E27FC236}">
                <a16:creationId xmlns:a16="http://schemas.microsoft.com/office/drawing/2014/main" id="{40A2D5EA-E06B-4B8B-905F-B202CCBB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169" y="65518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6" name="d-tree-epsilon-0-path-0608">
            <a:extLst xmlns:a="http://schemas.openxmlformats.org/drawingml/2006/main">
              <a:ext uri="{FF2B5EF4-FFF2-40B4-BE49-F238E27FC236}">
                <a16:creationId xmlns:a16="http://schemas.microsoft.com/office/drawing/2014/main" id="{5E986B1C-80FD-44E0-A0AF-67AAAA80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081" y="6551823"/>
            <a:ext cx="548" cy="880036"/>
          </a:xfrm>
          <a:custGeom xmlns:a="http://schemas.openxmlformats.org/drawingml/2006/main">
            <a:pathLst>
              <a:path w="476" h="880036">
                <a:moveTo>
                  <a:pt x="0" y="8800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7" name="d-tree-epsilon-0-path-0609">
            <a:extLst xmlns:a="http://schemas.openxmlformats.org/drawingml/2006/main">
              <a:ext uri="{FF2B5EF4-FFF2-40B4-BE49-F238E27FC236}">
                <a16:creationId xmlns:a16="http://schemas.microsoft.com/office/drawing/2014/main" id="{BA33E016-EA93-4B75-A403-3A9FDCE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169" y="6551823"/>
            <a:ext cx="719913" cy="476"/>
          </a:xfrm>
          <a:custGeom xmlns:a="http://schemas.openxmlformats.org/drawingml/2006/main">
            <a:pathLst>
              <a:path w="625759" h="476">
                <a:moveTo>
                  <a:pt x="0" y="0"/>
                </a:moveTo>
                <a:lnTo>
                  <a:pt x="6257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8" name="d-tree-epsilon-0-path-0610">
            <a:extLst xmlns:a="http://schemas.openxmlformats.org/drawingml/2006/main">
              <a:ext uri="{FF2B5EF4-FFF2-40B4-BE49-F238E27FC236}">
                <a16:creationId xmlns:a16="http://schemas.microsoft.com/office/drawing/2014/main" id="{52E0CA95-279A-4A2E-839D-CA64DA1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126" y="65292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49" name="d-tree-epsilon-0-path-0611">
            <a:extLst xmlns:a="http://schemas.openxmlformats.org/drawingml/2006/main">
              <a:ext uri="{FF2B5EF4-FFF2-40B4-BE49-F238E27FC236}">
                <a16:creationId xmlns:a16="http://schemas.microsoft.com/office/drawing/2014/main" id="{768ACDE5-174C-49D1-B234-47749AB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735" y="6529258"/>
            <a:ext cx="548" cy="902601"/>
          </a:xfrm>
          <a:custGeom xmlns:a="http://schemas.openxmlformats.org/drawingml/2006/main">
            <a:pathLst>
              <a:path w="476" h="902601">
                <a:moveTo>
                  <a:pt x="0" y="9026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0" name="d-tree-epsilon-0-path-0612">
            <a:extLst xmlns:a="http://schemas.openxmlformats.org/drawingml/2006/main">
              <a:ext uri="{FF2B5EF4-FFF2-40B4-BE49-F238E27FC236}">
                <a16:creationId xmlns:a16="http://schemas.microsoft.com/office/drawing/2014/main" id="{26064F07-0FD4-413E-ACA9-F9CDEF17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126" y="6529258"/>
            <a:ext cx="369609" cy="476"/>
          </a:xfrm>
          <a:custGeom xmlns:a="http://schemas.openxmlformats.org/drawingml/2006/main">
            <a:pathLst>
              <a:path w="321270" h="476">
                <a:moveTo>
                  <a:pt x="0" y="0"/>
                </a:moveTo>
                <a:lnTo>
                  <a:pt x="3212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1" name="d-tree-epsilon-0-path-0613">
            <a:extLst xmlns:a="http://schemas.openxmlformats.org/drawingml/2006/main">
              <a:ext uri="{FF2B5EF4-FFF2-40B4-BE49-F238E27FC236}">
                <a16:creationId xmlns:a16="http://schemas.microsoft.com/office/drawing/2014/main" id="{FC4C0A4C-8B25-4C20-B911-F84F0FB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614" y="6506693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2" name="d-tree-epsilon-0-path-0614">
            <a:extLst xmlns:a="http://schemas.openxmlformats.org/drawingml/2006/main">
              <a:ext uri="{FF2B5EF4-FFF2-40B4-BE49-F238E27FC236}">
                <a16:creationId xmlns:a16="http://schemas.microsoft.com/office/drawing/2014/main" id="{880CC095-C3D6-483E-A157-8FCA6337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930" y="65066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3" name="d-tree-epsilon-0-path-0615">
            <a:extLst xmlns:a="http://schemas.openxmlformats.org/drawingml/2006/main">
              <a:ext uri="{FF2B5EF4-FFF2-40B4-BE49-F238E27FC236}">
                <a16:creationId xmlns:a16="http://schemas.microsoft.com/office/drawing/2014/main" id="{C3BB84CE-80EC-4638-8595-E611FA0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614" y="6506693"/>
            <a:ext cx="703317" cy="476"/>
          </a:xfrm>
          <a:custGeom xmlns:a="http://schemas.openxmlformats.org/drawingml/2006/main">
            <a:pathLst>
              <a:path w="611334" h="476">
                <a:moveTo>
                  <a:pt x="0" y="0"/>
                </a:moveTo>
                <a:lnTo>
                  <a:pt x="611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4" name="d-tree-epsilon-0-path-0616">
            <a:extLst xmlns:a="http://schemas.openxmlformats.org/drawingml/2006/main">
              <a:ext uri="{FF2B5EF4-FFF2-40B4-BE49-F238E27FC236}">
                <a16:creationId xmlns:a16="http://schemas.microsoft.com/office/drawing/2014/main" id="{F7ACFC50-F420-4395-8267-FA974AC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2" y="64841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5" name="d-tree-epsilon-0-path-0617">
            <a:extLst xmlns:a="http://schemas.openxmlformats.org/drawingml/2006/main">
              <a:ext uri="{FF2B5EF4-FFF2-40B4-BE49-F238E27FC236}">
                <a16:creationId xmlns:a16="http://schemas.microsoft.com/office/drawing/2014/main" id="{58B33C6D-9917-49FE-83C6-5B7DC556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388" y="6484128"/>
            <a:ext cx="548" cy="947731"/>
          </a:xfrm>
          <a:custGeom xmlns:a="http://schemas.openxmlformats.org/drawingml/2006/main">
            <a:pathLst>
              <a:path w="476" h="947731">
                <a:moveTo>
                  <a:pt x="0" y="94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6" name="d-tree-epsilon-0-path-0618">
            <a:extLst xmlns:a="http://schemas.openxmlformats.org/drawingml/2006/main">
              <a:ext uri="{FF2B5EF4-FFF2-40B4-BE49-F238E27FC236}">
                <a16:creationId xmlns:a16="http://schemas.microsoft.com/office/drawing/2014/main" id="{C9A2BD64-AABB-47E5-9742-5C88A3DF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9272" y="6484128"/>
            <a:ext cx="546117" cy="476"/>
          </a:xfrm>
          <a:custGeom xmlns:a="http://schemas.openxmlformats.org/drawingml/2006/main">
            <a:pathLst>
              <a:path w="474693" h="476">
                <a:moveTo>
                  <a:pt x="0" y="0"/>
                </a:moveTo>
                <a:lnTo>
                  <a:pt x="4746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7" name="d-tree-epsilon-0-path-0619">
            <a:extLst xmlns:a="http://schemas.openxmlformats.org/drawingml/2006/main">
              <a:ext uri="{FF2B5EF4-FFF2-40B4-BE49-F238E27FC236}">
                <a16:creationId xmlns:a16="http://schemas.microsoft.com/office/drawing/2014/main" id="{1E448F19-6A28-4A28-9A64-CC05A61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720" y="6461563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8" name="d-tree-epsilon-0-path-0620">
            <a:extLst xmlns:a="http://schemas.openxmlformats.org/drawingml/2006/main">
              <a:ext uri="{FF2B5EF4-FFF2-40B4-BE49-F238E27FC236}">
                <a16:creationId xmlns:a16="http://schemas.microsoft.com/office/drawing/2014/main" id="{19562265-BC80-4F2D-BA47-DC1ED689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331" y="64615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59" name="d-tree-epsilon-0-path-0621">
            <a:extLst xmlns:a="http://schemas.openxmlformats.org/drawingml/2006/main">
              <a:ext uri="{FF2B5EF4-FFF2-40B4-BE49-F238E27FC236}">
                <a16:creationId xmlns:a16="http://schemas.microsoft.com/office/drawing/2014/main" id="{3CCC6302-DA95-47EF-8DBB-78B3E6C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720" y="6461563"/>
            <a:ext cx="641610" cy="476"/>
          </a:xfrm>
          <a:custGeom xmlns:a="http://schemas.openxmlformats.org/drawingml/2006/main">
            <a:pathLst>
              <a:path w="557697" h="476">
                <a:moveTo>
                  <a:pt x="0" y="0"/>
                </a:moveTo>
                <a:lnTo>
                  <a:pt x="5576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0" name="d-tree-epsilon-0-path-0622">
            <a:extLst xmlns:a="http://schemas.openxmlformats.org/drawingml/2006/main">
              <a:ext uri="{FF2B5EF4-FFF2-40B4-BE49-F238E27FC236}">
                <a16:creationId xmlns:a16="http://schemas.microsoft.com/office/drawing/2014/main" id="{C2E073B6-DDD0-4CA0-B054-93B7FB43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173" y="6438998"/>
            <a:ext cx="548" cy="970296"/>
          </a:xfrm>
          <a:custGeom xmlns:a="http://schemas.openxmlformats.org/drawingml/2006/main">
            <a:pathLst>
              <a:path w="476" h="970296">
                <a:moveTo>
                  <a:pt x="0" y="970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1" name="d-tree-epsilon-0-path-0623">
            <a:extLst xmlns:a="http://schemas.openxmlformats.org/drawingml/2006/main">
              <a:ext uri="{FF2B5EF4-FFF2-40B4-BE49-F238E27FC236}">
                <a16:creationId xmlns:a16="http://schemas.microsoft.com/office/drawing/2014/main" id="{3FA16E55-D55E-4B6B-8014-B96C4031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25" y="64389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2" name="d-tree-epsilon-0-path-0624">
            <a:extLst xmlns:a="http://schemas.openxmlformats.org/drawingml/2006/main">
              <a:ext uri="{FF2B5EF4-FFF2-40B4-BE49-F238E27FC236}">
                <a16:creationId xmlns:a16="http://schemas.microsoft.com/office/drawing/2014/main" id="{683D61B4-EE0A-418D-818A-076EC9E2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173" y="6438998"/>
            <a:ext cx="347352" cy="476"/>
          </a:xfrm>
          <a:custGeom xmlns:a="http://schemas.openxmlformats.org/drawingml/2006/main">
            <a:pathLst>
              <a:path w="301924" h="476">
                <a:moveTo>
                  <a:pt x="0" y="0"/>
                </a:moveTo>
                <a:lnTo>
                  <a:pt x="3019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3" name="d-tree-epsilon-0-path-0625">
            <a:extLst xmlns:a="http://schemas.openxmlformats.org/drawingml/2006/main">
              <a:ext uri="{FF2B5EF4-FFF2-40B4-BE49-F238E27FC236}">
                <a16:creationId xmlns:a16="http://schemas.microsoft.com/office/drawing/2014/main" id="{761BC30F-6F8B-41B1-A58B-08FD0E88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849" y="641643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4" name="d-tree-epsilon-0-path-0626">
            <a:extLst xmlns:a="http://schemas.openxmlformats.org/drawingml/2006/main">
              <a:ext uri="{FF2B5EF4-FFF2-40B4-BE49-F238E27FC236}">
                <a16:creationId xmlns:a16="http://schemas.microsoft.com/office/drawing/2014/main" id="{40648861-62CA-4235-A18B-0AF488D1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042" y="6416433"/>
            <a:ext cx="548" cy="1015426"/>
          </a:xfrm>
          <a:custGeom xmlns:a="http://schemas.openxmlformats.org/drawingml/2006/main">
            <a:pathLst>
              <a:path w="476" h="1015426">
                <a:moveTo>
                  <a:pt x="0" y="10154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5" name="d-tree-epsilon-0-path-0627">
            <a:extLst xmlns:a="http://schemas.openxmlformats.org/drawingml/2006/main">
              <a:ext uri="{FF2B5EF4-FFF2-40B4-BE49-F238E27FC236}">
                <a16:creationId xmlns:a16="http://schemas.microsoft.com/office/drawing/2014/main" id="{38F8452E-0B65-4F21-9134-BFD74EC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849" y="6416433"/>
            <a:ext cx="777193" cy="476"/>
          </a:xfrm>
          <a:custGeom xmlns:a="http://schemas.openxmlformats.org/drawingml/2006/main">
            <a:pathLst>
              <a:path w="675548" h="476">
                <a:moveTo>
                  <a:pt x="0" y="0"/>
                </a:moveTo>
                <a:lnTo>
                  <a:pt x="6755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6" name="d-tree-epsilon-0-path-0628">
            <a:extLst xmlns:a="http://schemas.openxmlformats.org/drawingml/2006/main">
              <a:ext uri="{FF2B5EF4-FFF2-40B4-BE49-F238E27FC236}">
                <a16:creationId xmlns:a16="http://schemas.microsoft.com/office/drawing/2014/main" id="{73F412DD-014B-4B0F-B7EE-38ED4B0D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693" y="6393868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7" name="d-tree-epsilon-0-path-0629">
            <a:extLst xmlns:a="http://schemas.openxmlformats.org/drawingml/2006/main">
              <a:ext uri="{FF2B5EF4-FFF2-40B4-BE49-F238E27FC236}">
                <a16:creationId xmlns:a16="http://schemas.microsoft.com/office/drawing/2014/main" id="{21830CF6-34C5-451A-A8EB-CFCDFAB6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445" y="639386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8" name="d-tree-epsilon-0-path-0630">
            <a:extLst xmlns:a="http://schemas.openxmlformats.org/drawingml/2006/main">
              <a:ext uri="{FF2B5EF4-FFF2-40B4-BE49-F238E27FC236}">
                <a16:creationId xmlns:a16="http://schemas.microsoft.com/office/drawing/2014/main" id="{E2588326-8289-48E8-ACC5-AB3256A4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693" y="6393868"/>
            <a:ext cx="576752" cy="476"/>
          </a:xfrm>
          <a:custGeom xmlns:a="http://schemas.openxmlformats.org/drawingml/2006/main">
            <a:pathLst>
              <a:path w="501322" h="476">
                <a:moveTo>
                  <a:pt x="0" y="0"/>
                </a:moveTo>
                <a:lnTo>
                  <a:pt x="5013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69" name="d-tree-epsilon-0-path-0631">
            <a:extLst xmlns:a="http://schemas.openxmlformats.org/drawingml/2006/main">
              <a:ext uri="{FF2B5EF4-FFF2-40B4-BE49-F238E27FC236}">
                <a16:creationId xmlns:a16="http://schemas.microsoft.com/office/drawing/2014/main" id="{7A5F098C-1887-4812-B083-9ECF1D8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212" y="6371303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0" name="d-tree-epsilon-0-path-0632">
            <a:extLst xmlns:a="http://schemas.openxmlformats.org/drawingml/2006/main">
              <a:ext uri="{FF2B5EF4-FFF2-40B4-BE49-F238E27FC236}">
                <a16:creationId xmlns:a16="http://schemas.microsoft.com/office/drawing/2014/main" id="{D8733471-EA31-4D76-8D8E-E214815E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069" y="637130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1" name="d-tree-epsilon-0-path-0633">
            <a:extLst xmlns:a="http://schemas.openxmlformats.org/drawingml/2006/main">
              <a:ext uri="{FF2B5EF4-FFF2-40B4-BE49-F238E27FC236}">
                <a16:creationId xmlns:a16="http://schemas.microsoft.com/office/drawing/2014/main" id="{33FB8475-EED6-4041-BD7A-FBCCEBC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212" y="6371303"/>
            <a:ext cx="302857" cy="476"/>
          </a:xfrm>
          <a:custGeom xmlns:a="http://schemas.openxmlformats.org/drawingml/2006/main">
            <a:pathLst>
              <a:path w="263248" h="476">
                <a:moveTo>
                  <a:pt x="0" y="0"/>
                </a:moveTo>
                <a:lnTo>
                  <a:pt x="2632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2" name="d-tree-epsilon-0-path-0634">
            <a:extLst xmlns:a="http://schemas.openxmlformats.org/drawingml/2006/main">
              <a:ext uri="{FF2B5EF4-FFF2-40B4-BE49-F238E27FC236}">
                <a16:creationId xmlns:a16="http://schemas.microsoft.com/office/drawing/2014/main" id="{352E0C6C-A134-4B45-BAB7-EF8280C8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493" y="6348738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3" name="d-tree-epsilon-0-path-0635">
            <a:extLst xmlns:a="http://schemas.openxmlformats.org/drawingml/2006/main">
              <a:ext uri="{FF2B5EF4-FFF2-40B4-BE49-F238E27FC236}">
                <a16:creationId xmlns:a16="http://schemas.microsoft.com/office/drawing/2014/main" id="{C45A08D7-131F-4590-BDEF-B1F668A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41" y="634873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4" name="d-tree-epsilon-0-path-0636">
            <a:extLst xmlns:a="http://schemas.openxmlformats.org/drawingml/2006/main">
              <a:ext uri="{FF2B5EF4-FFF2-40B4-BE49-F238E27FC236}">
                <a16:creationId xmlns:a16="http://schemas.microsoft.com/office/drawing/2014/main" id="{8F4EEF02-E0A9-41B2-8E11-339F322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493" y="6348738"/>
            <a:ext cx="173149" cy="476"/>
          </a:xfrm>
          <a:custGeom xmlns:a="http://schemas.openxmlformats.org/drawingml/2006/main">
            <a:pathLst>
              <a:path w="150504" h="476">
                <a:moveTo>
                  <a:pt x="0" y="0"/>
                </a:moveTo>
                <a:lnTo>
                  <a:pt x="1505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5" name="d-tree-epsilon-0-path-0637">
            <a:extLst xmlns:a="http://schemas.openxmlformats.org/drawingml/2006/main">
              <a:ext uri="{FF2B5EF4-FFF2-40B4-BE49-F238E27FC236}">
                <a16:creationId xmlns:a16="http://schemas.microsoft.com/office/drawing/2014/main" id="{DDF28CA9-1F37-45B1-A862-C74FB30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695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6" name="d-tree-epsilon-0-path-0638">
            <a:extLst xmlns:a="http://schemas.openxmlformats.org/drawingml/2006/main">
              <a:ext uri="{FF2B5EF4-FFF2-40B4-BE49-F238E27FC236}">
                <a16:creationId xmlns:a16="http://schemas.microsoft.com/office/drawing/2014/main" id="{E633C1F2-E35B-456C-AFB4-9C9F40B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349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7" name="d-tree-epsilon-0-path-0639">
            <a:extLst xmlns:a="http://schemas.openxmlformats.org/drawingml/2006/main">
              <a:ext uri="{FF2B5EF4-FFF2-40B4-BE49-F238E27FC236}">
                <a16:creationId xmlns:a16="http://schemas.microsoft.com/office/drawing/2014/main" id="{67CB8202-F550-487C-B65C-D9FCC5C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695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8" name="d-tree-epsilon-0-path-0640">
            <a:extLst xmlns:a="http://schemas.openxmlformats.org/drawingml/2006/main">
              <a:ext uri="{FF2B5EF4-FFF2-40B4-BE49-F238E27FC236}">
                <a16:creationId xmlns:a16="http://schemas.microsoft.com/office/drawing/2014/main" id="{AFDBD171-918D-46DD-A59F-EAB24B2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66" y="63261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79" name="d-tree-epsilon-0-path-0641">
            <a:extLst xmlns:a="http://schemas.openxmlformats.org/drawingml/2006/main">
              <a:ext uri="{FF2B5EF4-FFF2-40B4-BE49-F238E27FC236}">
                <a16:creationId xmlns:a16="http://schemas.microsoft.com/office/drawing/2014/main" id="{BBA1DF39-ED5A-4431-BCCF-FADA2B63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23" y="6326173"/>
            <a:ext cx="548" cy="1083122"/>
          </a:xfrm>
          <a:custGeom xmlns:a="http://schemas.openxmlformats.org/drawingml/2006/main">
            <a:pathLst>
              <a:path w="476" h="1083122">
                <a:moveTo>
                  <a:pt x="0" y="1083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0" name="d-tree-epsilon-0-path-0642">
            <a:extLst xmlns:a="http://schemas.openxmlformats.org/drawingml/2006/main">
              <a:ext uri="{FF2B5EF4-FFF2-40B4-BE49-F238E27FC236}">
                <a16:creationId xmlns:a16="http://schemas.microsoft.com/office/drawing/2014/main" id="{882419B5-F16B-4CAA-88DE-E4F96215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66" y="6326173"/>
            <a:ext cx="929456" cy="476"/>
          </a:xfrm>
          <a:custGeom xmlns:a="http://schemas.openxmlformats.org/drawingml/2006/main">
            <a:pathLst>
              <a:path w="807897" h="476">
                <a:moveTo>
                  <a:pt x="0" y="0"/>
                </a:moveTo>
                <a:lnTo>
                  <a:pt x="807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1" name="d-tree-epsilon-0-path-0643">
            <a:extLst xmlns:a="http://schemas.openxmlformats.org/drawingml/2006/main">
              <a:ext uri="{FF2B5EF4-FFF2-40B4-BE49-F238E27FC236}">
                <a16:creationId xmlns:a16="http://schemas.microsoft.com/office/drawing/2014/main" id="{7578FFD2-BEC7-4C84-970E-40BC9CF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772" y="6303608"/>
            <a:ext cx="548" cy="1128252"/>
          </a:xfrm>
          <a:custGeom xmlns:a="http://schemas.openxmlformats.org/drawingml/2006/main">
            <a:pathLst>
              <a:path w="476" h="1128252">
                <a:moveTo>
                  <a:pt x="0" y="11282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2" name="d-tree-epsilon-0-path-0644">
            <a:extLst xmlns:a="http://schemas.openxmlformats.org/drawingml/2006/main">
              <a:ext uri="{FF2B5EF4-FFF2-40B4-BE49-F238E27FC236}">
                <a16:creationId xmlns:a16="http://schemas.microsoft.com/office/drawing/2014/main" id="{60E78DFB-BCAA-4C3D-9615-54F0C5F2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794" y="63036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3" name="d-tree-epsilon-0-path-0645">
            <a:extLst xmlns:a="http://schemas.openxmlformats.org/drawingml/2006/main">
              <a:ext uri="{FF2B5EF4-FFF2-40B4-BE49-F238E27FC236}">
                <a16:creationId xmlns:a16="http://schemas.microsoft.com/office/drawing/2014/main" id="{07C80251-8E4F-4E4A-BE8F-E546EF1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772" y="6303608"/>
            <a:ext cx="573023" cy="476"/>
          </a:xfrm>
          <a:custGeom xmlns:a="http://schemas.openxmlformats.org/drawingml/2006/main">
            <a:pathLst>
              <a:path w="498080" h="476">
                <a:moveTo>
                  <a:pt x="0" y="0"/>
                </a:moveTo>
                <a:lnTo>
                  <a:pt x="4980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4" name="d-tree-epsilon-0-path-0646">
            <a:extLst xmlns:a="http://schemas.openxmlformats.org/drawingml/2006/main">
              <a:ext uri="{FF2B5EF4-FFF2-40B4-BE49-F238E27FC236}">
                <a16:creationId xmlns:a16="http://schemas.microsoft.com/office/drawing/2014/main" id="{0CE273E8-9DA8-4BD5-8C49-8F09B5F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92" y="6281043"/>
            <a:ext cx="548" cy="1128252"/>
          </a:xfrm>
          <a:custGeom xmlns:a="http://schemas.openxmlformats.org/drawingml/2006/main">
            <a:pathLst>
              <a:path w="476" h="1128252">
                <a:moveTo>
                  <a:pt x="0" y="11282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5" name="d-tree-epsilon-0-path-0647">
            <a:extLst xmlns:a="http://schemas.openxmlformats.org/drawingml/2006/main">
              <a:ext uri="{FF2B5EF4-FFF2-40B4-BE49-F238E27FC236}">
                <a16:creationId xmlns:a16="http://schemas.microsoft.com/office/drawing/2014/main" id="{B6479427-18C3-40B2-8B62-132148B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283" y="62810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6" name="d-tree-epsilon-0-path-0648">
            <a:extLst xmlns:a="http://schemas.openxmlformats.org/drawingml/2006/main">
              <a:ext uri="{FF2B5EF4-FFF2-40B4-BE49-F238E27FC236}">
                <a16:creationId xmlns:a16="http://schemas.microsoft.com/office/drawing/2014/main" id="{473CBACC-E7AF-41C9-9F84-1A1DFD5E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92" y="6281043"/>
            <a:ext cx="300991" cy="476"/>
          </a:xfrm>
          <a:custGeom xmlns:a="http://schemas.openxmlformats.org/drawingml/2006/main">
            <a:pathLst>
              <a:path w="261626" h="476">
                <a:moveTo>
                  <a:pt x="0" y="0"/>
                </a:moveTo>
                <a:lnTo>
                  <a:pt x="26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7" name="d-tree-epsilon-0-path-0649">
            <a:extLst xmlns:a="http://schemas.openxmlformats.org/drawingml/2006/main">
              <a:ext uri="{FF2B5EF4-FFF2-40B4-BE49-F238E27FC236}">
                <a16:creationId xmlns:a16="http://schemas.microsoft.com/office/drawing/2014/main" id="{EE1C8F6D-C0AC-4C6D-88BC-14D0603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788" y="625847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8" name="d-tree-epsilon-0-path-0650">
            <a:extLst xmlns:a="http://schemas.openxmlformats.org/drawingml/2006/main">
              <a:ext uri="{FF2B5EF4-FFF2-40B4-BE49-F238E27FC236}">
                <a16:creationId xmlns:a16="http://schemas.microsoft.com/office/drawing/2014/main" id="{89EBD69D-8764-471E-8D17-E87E193D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03" y="6258478"/>
            <a:ext cx="548" cy="1173382"/>
          </a:xfrm>
          <a:custGeom xmlns:a="http://schemas.openxmlformats.org/drawingml/2006/main">
            <a:pathLst>
              <a:path w="476" h="1173382">
                <a:moveTo>
                  <a:pt x="0" y="11733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89" name="d-tree-epsilon-0-path-0651">
            <a:extLst xmlns:a="http://schemas.openxmlformats.org/drawingml/2006/main">
              <a:ext uri="{FF2B5EF4-FFF2-40B4-BE49-F238E27FC236}">
                <a16:creationId xmlns:a16="http://schemas.microsoft.com/office/drawing/2014/main" id="{D0563814-7404-4FDC-A736-1CDDDA7B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788" y="6258478"/>
            <a:ext cx="916215" cy="476"/>
          </a:xfrm>
          <a:custGeom xmlns:a="http://schemas.openxmlformats.org/drawingml/2006/main">
            <a:pathLst>
              <a:path w="796388" h="476">
                <a:moveTo>
                  <a:pt x="0" y="0"/>
                </a:moveTo>
                <a:lnTo>
                  <a:pt x="796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0" name="d-tree-epsilon-0-path-0652">
            <a:extLst xmlns:a="http://schemas.openxmlformats.org/drawingml/2006/main">
              <a:ext uri="{FF2B5EF4-FFF2-40B4-BE49-F238E27FC236}">
                <a16:creationId xmlns:a16="http://schemas.microsoft.com/office/drawing/2014/main" id="{AF04C33A-8D3A-457D-B679-42E2851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11" y="6235913"/>
            <a:ext cx="548" cy="1195947"/>
          </a:xfrm>
          <a:custGeom xmlns:a="http://schemas.openxmlformats.org/drawingml/2006/main">
            <a:pathLst>
              <a:path w="476" h="1195947">
                <a:moveTo>
                  <a:pt x="0" y="1195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1" name="d-tree-epsilon-0-path-0653">
            <a:extLst xmlns:a="http://schemas.openxmlformats.org/drawingml/2006/main">
              <a:ext uri="{FF2B5EF4-FFF2-40B4-BE49-F238E27FC236}">
                <a16:creationId xmlns:a16="http://schemas.microsoft.com/office/drawing/2014/main" id="{07170E14-AAED-4763-A82D-FEA9EE4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895" y="623591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2" name="d-tree-epsilon-0-path-0654">
            <a:extLst xmlns:a="http://schemas.openxmlformats.org/drawingml/2006/main">
              <a:ext uri="{FF2B5EF4-FFF2-40B4-BE49-F238E27FC236}">
                <a16:creationId xmlns:a16="http://schemas.microsoft.com/office/drawing/2014/main" id="{8027B169-BF95-439D-8169-14C52D5C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11" y="6235913"/>
            <a:ext cx="623084" cy="476"/>
          </a:xfrm>
          <a:custGeom xmlns:a="http://schemas.openxmlformats.org/drawingml/2006/main">
            <a:pathLst>
              <a:path w="541594" h="476">
                <a:moveTo>
                  <a:pt x="0" y="0"/>
                </a:moveTo>
                <a:lnTo>
                  <a:pt x="541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3" name="d-tree-epsilon-0-path-0655">
            <a:extLst xmlns:a="http://schemas.openxmlformats.org/drawingml/2006/main">
              <a:ext uri="{FF2B5EF4-FFF2-40B4-BE49-F238E27FC236}">
                <a16:creationId xmlns:a16="http://schemas.microsoft.com/office/drawing/2014/main" id="{8B3A59B7-99F4-4A89-B200-B0F5F23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801" y="6213348"/>
            <a:ext cx="548" cy="1128252"/>
          </a:xfrm>
          <a:custGeom xmlns:a="http://schemas.openxmlformats.org/drawingml/2006/main">
            <a:pathLst>
              <a:path w="476" h="1128252">
                <a:moveTo>
                  <a:pt x="0" y="11282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4" name="d-tree-epsilon-0-path-0656">
            <a:extLst xmlns:a="http://schemas.openxmlformats.org/drawingml/2006/main">
              <a:ext uri="{FF2B5EF4-FFF2-40B4-BE49-F238E27FC236}">
                <a16:creationId xmlns:a16="http://schemas.microsoft.com/office/drawing/2014/main" id="{676C2EB2-3AEB-4C87-B762-04AB2C3D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353" y="62133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5" name="d-tree-epsilon-0-path-0657">
            <a:extLst xmlns:a="http://schemas.openxmlformats.org/drawingml/2006/main">
              <a:ext uri="{FF2B5EF4-FFF2-40B4-BE49-F238E27FC236}">
                <a16:creationId xmlns:a16="http://schemas.microsoft.com/office/drawing/2014/main" id="{5FCB59DC-B0A1-40E3-B6DE-00DC875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801" y="6213348"/>
            <a:ext cx="349552" cy="476"/>
          </a:xfrm>
          <a:custGeom xmlns:a="http://schemas.openxmlformats.org/drawingml/2006/main">
            <a:pathLst>
              <a:path w="303836" h="476">
                <a:moveTo>
                  <a:pt x="0" y="0"/>
                </a:moveTo>
                <a:lnTo>
                  <a:pt x="303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6" name="d-tree-epsilon-0-path-0658">
            <a:extLst xmlns:a="http://schemas.openxmlformats.org/drawingml/2006/main">
              <a:ext uri="{FF2B5EF4-FFF2-40B4-BE49-F238E27FC236}">
                <a16:creationId xmlns:a16="http://schemas.microsoft.com/office/drawing/2014/main" id="{3C251DAF-3F23-4ACF-A79C-FCF19A8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7" y="61907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7" name="d-tree-epsilon-0-path-0659">
            <a:extLst xmlns:a="http://schemas.openxmlformats.org/drawingml/2006/main">
              <a:ext uri="{FF2B5EF4-FFF2-40B4-BE49-F238E27FC236}">
                <a16:creationId xmlns:a16="http://schemas.microsoft.com/office/drawing/2014/main" id="{AE928C0B-FCF5-4DD3-8D15-B1A42408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56" y="6190783"/>
            <a:ext cx="548" cy="1241077"/>
          </a:xfrm>
          <a:custGeom xmlns:a="http://schemas.openxmlformats.org/drawingml/2006/main">
            <a:pathLst>
              <a:path w="476" h="1241077">
                <a:moveTo>
                  <a:pt x="0" y="12410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8" name="d-tree-epsilon-0-path-0660">
            <a:extLst xmlns:a="http://schemas.openxmlformats.org/drawingml/2006/main">
              <a:ext uri="{FF2B5EF4-FFF2-40B4-BE49-F238E27FC236}">
                <a16:creationId xmlns:a16="http://schemas.microsoft.com/office/drawing/2014/main" id="{A62C447D-9A5A-4634-B7E9-85A41A94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577" y="6190783"/>
            <a:ext cx="954079" cy="476"/>
          </a:xfrm>
          <a:custGeom xmlns:a="http://schemas.openxmlformats.org/drawingml/2006/main">
            <a:pathLst>
              <a:path w="829300" h="476">
                <a:moveTo>
                  <a:pt x="0" y="0"/>
                </a:moveTo>
                <a:lnTo>
                  <a:pt x="82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699" name="d-tree-epsilon-0-path-0661">
            <a:extLst xmlns:a="http://schemas.openxmlformats.org/drawingml/2006/main">
              <a:ext uri="{FF2B5EF4-FFF2-40B4-BE49-F238E27FC236}">
                <a16:creationId xmlns:a16="http://schemas.microsoft.com/office/drawing/2014/main" id="{AFF04611-BE09-4B22-B11C-BFD7E7C2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890" y="6168218"/>
            <a:ext cx="548" cy="1263642"/>
          </a:xfrm>
          <a:custGeom xmlns:a="http://schemas.openxmlformats.org/drawingml/2006/main">
            <a:pathLst>
              <a:path w="476" h="1263642">
                <a:moveTo>
                  <a:pt x="0" y="12636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0" name="d-tree-epsilon-0-path-0662">
            <a:extLst xmlns:a="http://schemas.openxmlformats.org/drawingml/2006/main">
              <a:ext uri="{FF2B5EF4-FFF2-40B4-BE49-F238E27FC236}">
                <a16:creationId xmlns:a16="http://schemas.microsoft.com/office/drawing/2014/main" id="{2DA88ED4-BCDB-4AD4-9884-2A70CBA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617" y="61682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1" name="d-tree-epsilon-0-path-0663">
            <a:extLst xmlns:a="http://schemas.openxmlformats.org/drawingml/2006/main">
              <a:ext uri="{FF2B5EF4-FFF2-40B4-BE49-F238E27FC236}">
                <a16:creationId xmlns:a16="http://schemas.microsoft.com/office/drawing/2014/main" id="{1773C238-37AB-4772-AEEB-D2AE38C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890" y="6168218"/>
            <a:ext cx="671727" cy="476"/>
          </a:xfrm>
          <a:custGeom xmlns:a="http://schemas.openxmlformats.org/drawingml/2006/main">
            <a:pathLst>
              <a:path w="583875" h="476">
                <a:moveTo>
                  <a:pt x="0" y="0"/>
                </a:moveTo>
                <a:lnTo>
                  <a:pt x="58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2" name="d-tree-epsilon-0-path-0664">
            <a:extLst xmlns:a="http://schemas.openxmlformats.org/drawingml/2006/main">
              <a:ext uri="{FF2B5EF4-FFF2-40B4-BE49-F238E27FC236}">
                <a16:creationId xmlns:a16="http://schemas.microsoft.com/office/drawing/2014/main" id="{C0F2E17E-3AC1-4321-9444-7459557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36" y="6145653"/>
            <a:ext cx="548" cy="1286207"/>
          </a:xfrm>
          <a:custGeom xmlns:a="http://schemas.openxmlformats.org/drawingml/2006/main">
            <a:pathLst>
              <a:path w="476" h="1286207">
                <a:moveTo>
                  <a:pt x="0" y="12862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3" name="d-tree-epsilon-0-path-0665">
            <a:extLst xmlns:a="http://schemas.openxmlformats.org/drawingml/2006/main">
              <a:ext uri="{FF2B5EF4-FFF2-40B4-BE49-F238E27FC236}">
                <a16:creationId xmlns:a16="http://schemas.microsoft.com/office/drawing/2014/main" id="{09905135-B0AA-43BF-AEE7-04DCCFE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75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4" name="d-tree-epsilon-0-path-0666">
            <a:extLst xmlns:a="http://schemas.openxmlformats.org/drawingml/2006/main">
              <a:ext uri="{FF2B5EF4-FFF2-40B4-BE49-F238E27FC236}">
                <a16:creationId xmlns:a16="http://schemas.microsoft.com/office/drawing/2014/main" id="{046B721D-9C46-4E55-8C1E-4AE6C7C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36" y="6145653"/>
            <a:ext cx="345516" cy="476"/>
          </a:xfrm>
          <a:custGeom xmlns:a="http://schemas.openxmlformats.org/drawingml/2006/main">
            <a:pathLst>
              <a:path w="300328" h="476">
                <a:moveTo>
                  <a:pt x="0" y="0"/>
                </a:moveTo>
                <a:lnTo>
                  <a:pt x="300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5" name="d-tree-epsilon-0-path-0667">
            <a:extLst xmlns:a="http://schemas.openxmlformats.org/drawingml/2006/main">
              <a:ext uri="{FF2B5EF4-FFF2-40B4-BE49-F238E27FC236}">
                <a16:creationId xmlns:a16="http://schemas.microsoft.com/office/drawing/2014/main" id="{960AE343-1C52-4CF0-A097-8979A232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517" y="6123088"/>
            <a:ext cx="548" cy="1263642"/>
          </a:xfrm>
          <a:custGeom xmlns:a="http://schemas.openxmlformats.org/drawingml/2006/main">
            <a:pathLst>
              <a:path w="476" h="1263642">
                <a:moveTo>
                  <a:pt x="0" y="12636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6" name="d-tree-epsilon-0-path-0668">
            <a:extLst xmlns:a="http://schemas.openxmlformats.org/drawingml/2006/main">
              <a:ext uri="{FF2B5EF4-FFF2-40B4-BE49-F238E27FC236}">
                <a16:creationId xmlns:a16="http://schemas.microsoft.com/office/drawing/2014/main" id="{59EBBD20-AD8D-49B5-8313-5BA6D95D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996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7" name="d-tree-epsilon-0-path-0669">
            <a:extLst xmlns:a="http://schemas.openxmlformats.org/drawingml/2006/main">
              <a:ext uri="{FF2B5EF4-FFF2-40B4-BE49-F238E27FC236}">
                <a16:creationId xmlns:a16="http://schemas.microsoft.com/office/drawing/2014/main" id="{95110786-1E91-42CF-A0A8-F56C23EF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517" y="6123088"/>
            <a:ext cx="194479" cy="476"/>
          </a:xfrm>
          <a:custGeom xmlns:a="http://schemas.openxmlformats.org/drawingml/2006/main">
            <a:pathLst>
              <a:path w="169044" h="476">
                <a:moveTo>
                  <a:pt x="0" y="0"/>
                </a:moveTo>
                <a:lnTo>
                  <a:pt x="1690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8" name="d-tree-epsilon-0-path-0670">
            <a:extLst xmlns:a="http://schemas.openxmlformats.org/drawingml/2006/main">
              <a:ext uri="{FF2B5EF4-FFF2-40B4-BE49-F238E27FC236}">
                <a16:creationId xmlns:a16="http://schemas.microsoft.com/office/drawing/2014/main" id="{7B9EFA85-4DA2-417F-BE99-B5901A4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623" y="6100523"/>
            <a:ext cx="548" cy="1331337"/>
          </a:xfrm>
          <a:custGeom xmlns:a="http://schemas.openxmlformats.org/drawingml/2006/main">
            <a:pathLst>
              <a:path w="476" h="1331337">
                <a:moveTo>
                  <a:pt x="0" y="13313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09" name="d-tree-epsilon-0-path-0671">
            <a:extLst xmlns:a="http://schemas.openxmlformats.org/drawingml/2006/main">
              <a:ext uri="{FF2B5EF4-FFF2-40B4-BE49-F238E27FC236}">
                <a16:creationId xmlns:a16="http://schemas.microsoft.com/office/drawing/2014/main" id="{DD2CD228-B201-46D8-8E7F-18D6538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56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0" name="d-tree-epsilon-0-path-0672">
            <a:extLst xmlns:a="http://schemas.openxmlformats.org/drawingml/2006/main">
              <a:ext uri="{FF2B5EF4-FFF2-40B4-BE49-F238E27FC236}">
                <a16:creationId xmlns:a16="http://schemas.microsoft.com/office/drawing/2014/main" id="{4B2CEEE0-2B23-4583-9A68-23B14159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623" y="6100523"/>
            <a:ext cx="114133" cy="476"/>
          </a:xfrm>
          <a:custGeom xmlns:a="http://schemas.openxmlformats.org/drawingml/2006/main">
            <a:pathLst>
              <a:path w="99206" h="476">
                <a:moveTo>
                  <a:pt x="0" y="0"/>
                </a:moveTo>
                <a:lnTo>
                  <a:pt x="99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1" name="d-tree-epsilon-0-path-0673">
            <a:extLst xmlns:a="http://schemas.openxmlformats.org/drawingml/2006/main">
              <a:ext uri="{FF2B5EF4-FFF2-40B4-BE49-F238E27FC236}">
                <a16:creationId xmlns:a16="http://schemas.microsoft.com/office/drawing/2014/main" id="{20E76529-05A1-40CA-B6D2-223A35B4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70" y="6077958"/>
            <a:ext cx="548" cy="1353902"/>
          </a:xfrm>
          <a:custGeom xmlns:a="http://schemas.openxmlformats.org/drawingml/2006/main">
            <a:pathLst>
              <a:path w="476" h="1353902">
                <a:moveTo>
                  <a:pt x="0" y="1353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2" name="d-tree-epsilon-0-path-0674">
            <a:extLst xmlns:a="http://schemas.openxmlformats.org/drawingml/2006/main">
              <a:ext uri="{FF2B5EF4-FFF2-40B4-BE49-F238E27FC236}">
                <a16:creationId xmlns:a16="http://schemas.microsoft.com/office/drawing/2014/main" id="{9CE14AC5-9FB8-45D2-9BAD-F0D3E734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690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3" name="d-tree-epsilon-0-path-0675">
            <a:extLst xmlns:a="http://schemas.openxmlformats.org/drawingml/2006/main">
              <a:ext uri="{FF2B5EF4-FFF2-40B4-BE49-F238E27FC236}">
                <a16:creationId xmlns:a16="http://schemas.microsoft.com/office/drawing/2014/main" id="{FE0E58BA-A506-45B3-A43D-7695D835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970" y="6077958"/>
            <a:ext cx="66720" cy="476"/>
          </a:xfrm>
          <a:custGeom xmlns:a="http://schemas.openxmlformats.org/drawingml/2006/main">
            <a:pathLst>
              <a:path w="57994" h="476">
                <a:moveTo>
                  <a:pt x="0" y="0"/>
                </a:moveTo>
                <a:lnTo>
                  <a:pt x="5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4" name="d-tree-epsilon-0-path-0676">
            <a:extLst xmlns:a="http://schemas.openxmlformats.org/drawingml/2006/main">
              <a:ext uri="{FF2B5EF4-FFF2-40B4-BE49-F238E27FC236}">
                <a16:creationId xmlns:a16="http://schemas.microsoft.com/office/drawing/2014/main" id="{CCDC5195-9469-4C54-B0F5-B739445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330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5" name="d-tree-epsilon-0-path-0677">
            <a:extLst xmlns:a="http://schemas.openxmlformats.org/drawingml/2006/main">
              <a:ext uri="{FF2B5EF4-FFF2-40B4-BE49-F238E27FC236}">
                <a16:creationId xmlns:a16="http://schemas.microsoft.com/office/drawing/2014/main" id="{4C20BCF8-7936-430B-80B6-4BFB60E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310" y="6055393"/>
            <a:ext cx="548" cy="1376467"/>
          </a:xfrm>
          <a:custGeom xmlns:a="http://schemas.openxmlformats.org/drawingml/2006/main">
            <a:pathLst>
              <a:path w="476" h="1376467">
                <a:moveTo>
                  <a:pt x="0" y="13764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6" name="d-tree-epsilon-0-path-0678">
            <a:extLst xmlns:a="http://schemas.openxmlformats.org/drawingml/2006/main">
              <a:ext uri="{FF2B5EF4-FFF2-40B4-BE49-F238E27FC236}">
                <a16:creationId xmlns:a16="http://schemas.microsoft.com/office/drawing/2014/main" id="{C0608639-F223-4ABE-AC06-044A75C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330" y="6055393"/>
            <a:ext cx="1182981" cy="476"/>
          </a:xfrm>
          <a:custGeom xmlns:a="http://schemas.openxmlformats.org/drawingml/2006/main">
            <a:pathLst>
              <a:path w="1028265" h="476">
                <a:moveTo>
                  <a:pt x="0" y="0"/>
                </a:moveTo>
                <a:lnTo>
                  <a:pt x="10282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7" name="d-tree-epsilon-0-path-0679">
            <a:extLst xmlns:a="http://schemas.openxmlformats.org/drawingml/2006/main">
              <a:ext uri="{FF2B5EF4-FFF2-40B4-BE49-F238E27FC236}">
                <a16:creationId xmlns:a16="http://schemas.microsoft.com/office/drawing/2014/main" id="{F60A2746-F029-4FB5-B1DB-54960533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820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8" name="d-tree-epsilon-0-path-0680">
            <a:extLst xmlns:a="http://schemas.openxmlformats.org/drawingml/2006/main">
              <a:ext uri="{FF2B5EF4-FFF2-40B4-BE49-F238E27FC236}">
                <a16:creationId xmlns:a16="http://schemas.microsoft.com/office/drawing/2014/main" id="{9AA5D5CD-305C-4AB5-937C-DBECD308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963" y="6032828"/>
            <a:ext cx="548" cy="1399032"/>
          </a:xfrm>
          <a:custGeom xmlns:a="http://schemas.openxmlformats.org/drawingml/2006/main">
            <a:pathLst>
              <a:path w="476" h="1399032">
                <a:moveTo>
                  <a:pt x="0" y="13990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19" name="d-tree-epsilon-0-path-0681">
            <a:extLst xmlns:a="http://schemas.openxmlformats.org/drawingml/2006/main">
              <a:ext uri="{FF2B5EF4-FFF2-40B4-BE49-F238E27FC236}">
                <a16:creationId xmlns:a16="http://schemas.microsoft.com/office/drawing/2014/main" id="{523B7B7D-51D2-49F0-9CBE-DA312CE8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820" y="6032828"/>
            <a:ext cx="601143" cy="476"/>
          </a:xfrm>
          <a:custGeom xmlns:a="http://schemas.openxmlformats.org/drawingml/2006/main">
            <a:pathLst>
              <a:path w="522523" h="476">
                <a:moveTo>
                  <a:pt x="0" y="0"/>
                </a:moveTo>
                <a:lnTo>
                  <a:pt x="5225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0" name="d-tree-epsilon-0-path-0682">
            <a:extLst xmlns:a="http://schemas.openxmlformats.org/drawingml/2006/main">
              <a:ext uri="{FF2B5EF4-FFF2-40B4-BE49-F238E27FC236}">
                <a16:creationId xmlns:a16="http://schemas.microsoft.com/office/drawing/2014/main" id="{1B09B656-8365-430E-9B2C-D59AD3C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489" y="6010263"/>
            <a:ext cx="548" cy="1399032"/>
          </a:xfrm>
          <a:custGeom xmlns:a="http://schemas.openxmlformats.org/drawingml/2006/main">
            <a:pathLst>
              <a:path w="476" h="1399032">
                <a:moveTo>
                  <a:pt x="0" y="13990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1" name="d-tree-epsilon-0-path-0683">
            <a:extLst xmlns:a="http://schemas.openxmlformats.org/drawingml/2006/main">
              <a:ext uri="{FF2B5EF4-FFF2-40B4-BE49-F238E27FC236}">
                <a16:creationId xmlns:a16="http://schemas.microsoft.com/office/drawing/2014/main" id="{D9A9C0ED-30BC-48CA-B298-5BC3057C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391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2" name="d-tree-epsilon-0-path-0684">
            <a:extLst xmlns:a="http://schemas.openxmlformats.org/drawingml/2006/main">
              <a:ext uri="{FF2B5EF4-FFF2-40B4-BE49-F238E27FC236}">
                <a16:creationId xmlns:a16="http://schemas.microsoft.com/office/drawing/2014/main" id="{6F83E044-D8FE-46FB-87F1-BD04ADDF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489" y="6010263"/>
            <a:ext cx="939902" cy="476"/>
          </a:xfrm>
          <a:custGeom xmlns:a="http://schemas.openxmlformats.org/drawingml/2006/main">
            <a:pathLst>
              <a:path w="816977" h="476">
                <a:moveTo>
                  <a:pt x="0" y="0"/>
                </a:moveTo>
                <a:lnTo>
                  <a:pt x="816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3" name="d-tree-epsilon-0-path-0685">
            <a:extLst xmlns:a="http://schemas.openxmlformats.org/drawingml/2006/main">
              <a:ext uri="{FF2B5EF4-FFF2-40B4-BE49-F238E27FC236}">
                <a16:creationId xmlns:a16="http://schemas.microsoft.com/office/drawing/2014/main" id="{EE2AE86D-F1CF-4B90-A3CB-4E6DF938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617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4" name="d-tree-epsilon-0-path-0686">
            <a:extLst xmlns:a="http://schemas.openxmlformats.org/drawingml/2006/main">
              <a:ext uri="{FF2B5EF4-FFF2-40B4-BE49-F238E27FC236}">
                <a16:creationId xmlns:a16="http://schemas.microsoft.com/office/drawing/2014/main" id="{BE65DF63-9A0D-421A-AFB6-848E2352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270" y="7409295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5" name="d-tree-epsilon-0-path-0687">
            <a:extLst xmlns:a="http://schemas.openxmlformats.org/drawingml/2006/main">
              <a:ext uri="{FF2B5EF4-FFF2-40B4-BE49-F238E27FC236}">
                <a16:creationId xmlns:a16="http://schemas.microsoft.com/office/drawing/2014/main" id="{F02EE23E-0DDB-4816-BF19-C2F9003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617" y="7409295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6" name="d-tree-epsilon-0-path-0688">
            <a:extLst xmlns:a="http://schemas.openxmlformats.org/drawingml/2006/main">
              <a:ext uri="{FF2B5EF4-FFF2-40B4-BE49-F238E27FC236}">
                <a16:creationId xmlns:a16="http://schemas.microsoft.com/office/drawing/2014/main" id="{991E20E6-C5C0-487E-BED1-24709EEB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441" y="59876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7" name="d-tree-epsilon-0-path-0689">
            <a:extLst xmlns:a="http://schemas.openxmlformats.org/drawingml/2006/main">
              <a:ext uri="{FF2B5EF4-FFF2-40B4-BE49-F238E27FC236}">
                <a16:creationId xmlns:a16="http://schemas.microsoft.com/office/drawing/2014/main" id="{37E0066B-DE09-485D-B88E-E13334D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444" y="5987698"/>
            <a:ext cx="548" cy="1421597"/>
          </a:xfrm>
          <a:custGeom xmlns:a="http://schemas.openxmlformats.org/drawingml/2006/main">
            <a:pathLst>
              <a:path w="476" h="1421597">
                <a:moveTo>
                  <a:pt x="0" y="14215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8" name="d-tree-epsilon-0-path-0690">
            <a:extLst xmlns:a="http://schemas.openxmlformats.org/drawingml/2006/main">
              <a:ext uri="{FF2B5EF4-FFF2-40B4-BE49-F238E27FC236}">
                <a16:creationId xmlns:a16="http://schemas.microsoft.com/office/drawing/2014/main" id="{AAE47314-9476-468D-8A2E-B850703D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441" y="5987698"/>
            <a:ext cx="785003" cy="476"/>
          </a:xfrm>
          <a:custGeom xmlns:a="http://schemas.openxmlformats.org/drawingml/2006/main">
            <a:pathLst>
              <a:path w="682337" h="476">
                <a:moveTo>
                  <a:pt x="0" y="0"/>
                </a:moveTo>
                <a:lnTo>
                  <a:pt x="682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29" name="d-tree-epsilon-0-path-0691">
            <a:extLst xmlns:a="http://schemas.openxmlformats.org/drawingml/2006/main">
              <a:ext uri="{FF2B5EF4-FFF2-40B4-BE49-F238E27FC236}">
                <a16:creationId xmlns:a16="http://schemas.microsoft.com/office/drawing/2014/main" id="{D096C6B7-D477-4B96-A29A-3469242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942" y="596513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0" name="d-tree-epsilon-0-path-0692">
            <a:extLst xmlns:a="http://schemas.openxmlformats.org/drawingml/2006/main">
              <a:ext uri="{FF2B5EF4-FFF2-40B4-BE49-F238E27FC236}">
                <a16:creationId xmlns:a16="http://schemas.microsoft.com/office/drawing/2014/main" id="{4DE0651A-29E5-4F96-A9C7-5BE229C9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24" y="5965133"/>
            <a:ext cx="548" cy="1466727"/>
          </a:xfrm>
          <a:custGeom xmlns:a="http://schemas.openxmlformats.org/drawingml/2006/main">
            <a:pathLst>
              <a:path w="476" h="1466727">
                <a:moveTo>
                  <a:pt x="0" y="14667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1" name="d-tree-epsilon-0-path-0693">
            <a:extLst xmlns:a="http://schemas.openxmlformats.org/drawingml/2006/main">
              <a:ext uri="{FF2B5EF4-FFF2-40B4-BE49-F238E27FC236}">
                <a16:creationId xmlns:a16="http://schemas.microsoft.com/office/drawing/2014/main" id="{C6976BC8-1847-497A-9F26-53B63AC6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942" y="5965133"/>
            <a:ext cx="406982" cy="476"/>
          </a:xfrm>
          <a:custGeom xmlns:a="http://schemas.openxmlformats.org/drawingml/2006/main">
            <a:pathLst>
              <a:path w="353755" h="476">
                <a:moveTo>
                  <a:pt x="0" y="0"/>
                </a:moveTo>
                <a:lnTo>
                  <a:pt x="3537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2" name="d-tree-epsilon-0-path-0694">
            <a:extLst xmlns:a="http://schemas.openxmlformats.org/drawingml/2006/main">
              <a:ext uri="{FF2B5EF4-FFF2-40B4-BE49-F238E27FC236}">
                <a16:creationId xmlns:a16="http://schemas.microsoft.com/office/drawing/2014/main" id="{C60948AB-0441-40E5-BFD5-3B7AEB69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009" y="5942568"/>
            <a:ext cx="548" cy="1489292"/>
          </a:xfrm>
          <a:custGeom xmlns:a="http://schemas.openxmlformats.org/drawingml/2006/main">
            <a:pathLst>
              <a:path w="476" h="1489292">
                <a:moveTo>
                  <a:pt x="0" y="148929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3" name="d-tree-epsilon-0-path-0695">
            <a:extLst xmlns:a="http://schemas.openxmlformats.org/drawingml/2006/main">
              <a:ext uri="{FF2B5EF4-FFF2-40B4-BE49-F238E27FC236}">
                <a16:creationId xmlns:a16="http://schemas.microsoft.com/office/drawing/2014/main" id="{EEFA78EB-0A25-4C25-A786-FACB356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433" y="594256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4" name="d-tree-epsilon-0-path-0696">
            <a:extLst xmlns:a="http://schemas.openxmlformats.org/drawingml/2006/main">
              <a:ext uri="{FF2B5EF4-FFF2-40B4-BE49-F238E27FC236}">
                <a16:creationId xmlns:a16="http://schemas.microsoft.com/office/drawing/2014/main" id="{8338BDA8-BA83-4731-B8FE-EFF98E1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009" y="5942568"/>
            <a:ext cx="1080424" cy="476"/>
          </a:xfrm>
          <a:custGeom xmlns:a="http://schemas.openxmlformats.org/drawingml/2006/main">
            <a:pathLst>
              <a:path w="939121" h="476">
                <a:moveTo>
                  <a:pt x="0" y="0"/>
                </a:moveTo>
                <a:lnTo>
                  <a:pt x="9391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5" name="d-tree-epsilon-0-path-0697">
            <a:extLst xmlns:a="http://schemas.openxmlformats.org/drawingml/2006/main">
              <a:ext uri="{FF2B5EF4-FFF2-40B4-BE49-F238E27FC236}">
                <a16:creationId xmlns:a16="http://schemas.microsoft.com/office/drawing/2014/main" id="{B798B2EB-802F-4917-93D3-6802FB6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356" y="5920003"/>
            <a:ext cx="548" cy="1511857"/>
          </a:xfrm>
          <a:custGeom xmlns:a="http://schemas.openxmlformats.org/drawingml/2006/main">
            <a:pathLst>
              <a:path w="476" h="1511857">
                <a:moveTo>
                  <a:pt x="0" y="15118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6" name="d-tree-epsilon-0-path-0698">
            <a:extLst xmlns:a="http://schemas.openxmlformats.org/drawingml/2006/main">
              <a:ext uri="{FF2B5EF4-FFF2-40B4-BE49-F238E27FC236}">
                <a16:creationId xmlns:a16="http://schemas.microsoft.com/office/drawing/2014/main" id="{E2DE7935-8128-438A-8298-FB9ED4D5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221" y="592000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7" name="d-tree-epsilon-0-path-0699">
            <a:extLst xmlns:a="http://schemas.openxmlformats.org/drawingml/2006/main">
              <a:ext uri="{FF2B5EF4-FFF2-40B4-BE49-F238E27FC236}">
                <a16:creationId xmlns:a16="http://schemas.microsoft.com/office/drawing/2014/main" id="{075A406A-11B2-42AA-81BC-D0F641D2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356" y="5920003"/>
            <a:ext cx="549865" cy="476"/>
          </a:xfrm>
          <a:custGeom xmlns:a="http://schemas.openxmlformats.org/drawingml/2006/main">
            <a:pathLst>
              <a:path w="477951" h="476">
                <a:moveTo>
                  <a:pt x="0" y="0"/>
                </a:moveTo>
                <a:lnTo>
                  <a:pt x="4779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8" name="d-tree-epsilon-0-path-0700">
            <a:extLst xmlns:a="http://schemas.openxmlformats.org/drawingml/2006/main">
              <a:ext uri="{FF2B5EF4-FFF2-40B4-BE49-F238E27FC236}">
                <a16:creationId xmlns:a16="http://schemas.microsoft.com/office/drawing/2014/main" id="{E3148A11-EB7C-4E62-9235-DC5FEE6A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702" y="5897438"/>
            <a:ext cx="548" cy="1534422"/>
          </a:xfrm>
          <a:custGeom xmlns:a="http://schemas.openxmlformats.org/drawingml/2006/main">
            <a:pathLst>
              <a:path w="476" h="1534422">
                <a:moveTo>
                  <a:pt x="0" y="15344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39" name="d-tree-epsilon-0-path-0701">
            <a:extLst xmlns:a="http://schemas.openxmlformats.org/drawingml/2006/main">
              <a:ext uri="{FF2B5EF4-FFF2-40B4-BE49-F238E27FC236}">
                <a16:creationId xmlns:a16="http://schemas.microsoft.com/office/drawing/2014/main" id="{09C5D8F9-81D7-4C58-A334-5882EF6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288" y="589743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0" name="d-tree-epsilon-0-path-0702">
            <a:extLst xmlns:a="http://schemas.openxmlformats.org/drawingml/2006/main">
              <a:ext uri="{FF2B5EF4-FFF2-40B4-BE49-F238E27FC236}">
                <a16:creationId xmlns:a16="http://schemas.microsoft.com/office/drawing/2014/main" id="{9B395C13-A694-40F5-9337-81675A8C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702" y="5897438"/>
            <a:ext cx="284587" cy="476"/>
          </a:xfrm>
          <a:custGeom xmlns:a="http://schemas.openxmlformats.org/drawingml/2006/main">
            <a:pathLst>
              <a:path w="247367" h="476">
                <a:moveTo>
                  <a:pt x="0" y="0"/>
                </a:moveTo>
                <a:lnTo>
                  <a:pt x="2473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1" name="d-tree-epsilon-0-path-0703">
            <a:extLst xmlns:a="http://schemas.openxmlformats.org/drawingml/2006/main">
              <a:ext uri="{FF2B5EF4-FFF2-40B4-BE49-F238E27FC236}">
                <a16:creationId xmlns:a16="http://schemas.microsoft.com/office/drawing/2014/main" id="{D1AECD79-0036-44CF-B178-561DB66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49" y="5874873"/>
            <a:ext cx="548" cy="1556987"/>
          </a:xfrm>
          <a:custGeom xmlns:a="http://schemas.openxmlformats.org/drawingml/2006/main">
            <a:pathLst>
              <a:path w="476" h="1556987">
                <a:moveTo>
                  <a:pt x="0" y="15569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2" name="d-tree-epsilon-0-path-0704">
            <a:extLst xmlns:a="http://schemas.openxmlformats.org/drawingml/2006/main">
              <a:ext uri="{FF2B5EF4-FFF2-40B4-BE49-F238E27FC236}">
                <a16:creationId xmlns:a16="http://schemas.microsoft.com/office/drawing/2014/main" id="{1B3866EA-4DF7-49CE-B784-70ED64D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95" y="58748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3" name="d-tree-epsilon-0-path-0705">
            <a:extLst xmlns:a="http://schemas.openxmlformats.org/drawingml/2006/main">
              <a:ext uri="{FF2B5EF4-FFF2-40B4-BE49-F238E27FC236}">
                <a16:creationId xmlns:a16="http://schemas.microsoft.com/office/drawing/2014/main" id="{A2F200DB-5AB8-454D-9AE8-ABA6FD81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049" y="5874873"/>
            <a:ext cx="151946" cy="476"/>
          </a:xfrm>
          <a:custGeom xmlns:a="http://schemas.openxmlformats.org/drawingml/2006/main">
            <a:pathLst>
              <a:path w="132074" h="476">
                <a:moveTo>
                  <a:pt x="0" y="0"/>
                </a:moveTo>
                <a:lnTo>
                  <a:pt x="1320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4" name="d-tree-epsilon-0-path-0706">
            <a:extLst xmlns:a="http://schemas.openxmlformats.org/drawingml/2006/main">
              <a:ext uri="{FF2B5EF4-FFF2-40B4-BE49-F238E27FC236}">
                <a16:creationId xmlns:a16="http://schemas.microsoft.com/office/drawing/2014/main" id="{A3A0A486-AD02-4B67-8D48-3EA9F1B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022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5" name="d-tree-epsilon-0-path-0707">
            <a:extLst xmlns:a="http://schemas.openxmlformats.org/drawingml/2006/main">
              <a:ext uri="{FF2B5EF4-FFF2-40B4-BE49-F238E27FC236}">
                <a16:creationId xmlns:a16="http://schemas.microsoft.com/office/drawing/2014/main" id="{19C41B79-E6F3-4310-A755-14952AE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577" y="5852307"/>
            <a:ext cx="548" cy="1579552"/>
          </a:xfrm>
          <a:custGeom xmlns:a="http://schemas.openxmlformats.org/drawingml/2006/main">
            <a:pathLst>
              <a:path w="476" h="1579552">
                <a:moveTo>
                  <a:pt x="0" y="15795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6" name="d-tree-epsilon-0-path-0708">
            <a:extLst xmlns:a="http://schemas.openxmlformats.org/drawingml/2006/main">
              <a:ext uri="{FF2B5EF4-FFF2-40B4-BE49-F238E27FC236}">
                <a16:creationId xmlns:a16="http://schemas.microsoft.com/office/drawing/2014/main" id="{C8893CC7-8E55-4603-9255-E5739CFA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022" y="5852307"/>
            <a:ext cx="1246555" cy="476"/>
          </a:xfrm>
          <a:custGeom xmlns:a="http://schemas.openxmlformats.org/drawingml/2006/main">
            <a:pathLst>
              <a:path w="1083525" h="476">
                <a:moveTo>
                  <a:pt x="0" y="0"/>
                </a:moveTo>
                <a:lnTo>
                  <a:pt x="108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7" name="d-tree-epsilon-0-path-0709">
            <a:extLst xmlns:a="http://schemas.openxmlformats.org/drawingml/2006/main">
              <a:ext uri="{FF2B5EF4-FFF2-40B4-BE49-F238E27FC236}">
                <a16:creationId xmlns:a16="http://schemas.microsoft.com/office/drawing/2014/main" id="{5A03DB08-8756-4149-BB18-2AF45CDC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99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8" name="d-tree-epsilon-0-path-0710">
            <a:extLst xmlns:a="http://schemas.openxmlformats.org/drawingml/2006/main">
              <a:ext uri="{FF2B5EF4-FFF2-40B4-BE49-F238E27FC236}">
                <a16:creationId xmlns:a16="http://schemas.microsoft.com/office/drawing/2014/main" id="{44447DAD-F69C-4404-BE73-02FFD91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231" y="5829742"/>
            <a:ext cx="548" cy="1602117"/>
          </a:xfrm>
          <a:custGeom xmlns:a="http://schemas.openxmlformats.org/drawingml/2006/main">
            <a:pathLst>
              <a:path w="476" h="1602117">
                <a:moveTo>
                  <a:pt x="0" y="16021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49" name="d-tree-epsilon-0-path-0711">
            <a:extLst xmlns:a="http://schemas.openxmlformats.org/drawingml/2006/main">
              <a:ext uri="{FF2B5EF4-FFF2-40B4-BE49-F238E27FC236}">
                <a16:creationId xmlns:a16="http://schemas.microsoft.com/office/drawing/2014/main" id="{227A646B-E162-4E86-906F-91FF5C6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299" y="5829742"/>
            <a:ext cx="632931" cy="476"/>
          </a:xfrm>
          <a:custGeom xmlns:a="http://schemas.openxmlformats.org/drawingml/2006/main">
            <a:pathLst>
              <a:path w="550153" h="476">
                <a:moveTo>
                  <a:pt x="0" y="0"/>
                </a:moveTo>
                <a:lnTo>
                  <a:pt x="550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0" name="d-tree-epsilon-0-path-0712">
            <a:extLst xmlns:a="http://schemas.openxmlformats.org/drawingml/2006/main">
              <a:ext uri="{FF2B5EF4-FFF2-40B4-BE49-F238E27FC236}">
                <a16:creationId xmlns:a16="http://schemas.microsoft.com/office/drawing/2014/main" id="{BDD5EC55-5EB3-4804-B88B-1595C5D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765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1" name="d-tree-epsilon-0-path-0713">
            <a:extLst xmlns:a="http://schemas.openxmlformats.org/drawingml/2006/main">
              <a:ext uri="{FF2B5EF4-FFF2-40B4-BE49-F238E27FC236}">
                <a16:creationId xmlns:a16="http://schemas.microsoft.com/office/drawing/2014/main" id="{6E77D50A-0BA7-457A-BA4F-B8ADF89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884" y="5807177"/>
            <a:ext cx="548" cy="1624682"/>
          </a:xfrm>
          <a:custGeom xmlns:a="http://schemas.openxmlformats.org/drawingml/2006/main">
            <a:pathLst>
              <a:path w="476" h="1624682">
                <a:moveTo>
                  <a:pt x="0" y="16246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2" name="d-tree-epsilon-0-path-0714">
            <a:extLst xmlns:a="http://schemas.openxmlformats.org/drawingml/2006/main">
              <a:ext uri="{FF2B5EF4-FFF2-40B4-BE49-F238E27FC236}">
                <a16:creationId xmlns:a16="http://schemas.microsoft.com/office/drawing/2014/main" id="{323CC18E-8F21-467D-81F2-10D7CB7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765" y="5807177"/>
            <a:ext cx="326119" cy="476"/>
          </a:xfrm>
          <a:custGeom xmlns:a="http://schemas.openxmlformats.org/drawingml/2006/main">
            <a:pathLst>
              <a:path w="283468" h="476">
                <a:moveTo>
                  <a:pt x="0" y="0"/>
                </a:moveTo>
                <a:lnTo>
                  <a:pt x="2834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3" name="d-tree-epsilon-0-path-0715">
            <a:extLst xmlns:a="http://schemas.openxmlformats.org/drawingml/2006/main">
              <a:ext uri="{FF2B5EF4-FFF2-40B4-BE49-F238E27FC236}">
                <a16:creationId xmlns:a16="http://schemas.microsoft.com/office/drawing/2014/main" id="{72433DDD-A4F6-4130-B001-391BD92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95" y="5784612"/>
            <a:ext cx="548" cy="1647247"/>
          </a:xfrm>
          <a:custGeom xmlns:a="http://schemas.openxmlformats.org/drawingml/2006/main">
            <a:pathLst>
              <a:path w="476" h="1647247">
                <a:moveTo>
                  <a:pt x="0" y="16472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4" name="d-tree-epsilon-0-path-0716">
            <a:extLst xmlns:a="http://schemas.openxmlformats.org/drawingml/2006/main">
              <a:ext uri="{FF2B5EF4-FFF2-40B4-BE49-F238E27FC236}">
                <a16:creationId xmlns:a16="http://schemas.microsoft.com/office/drawing/2014/main" id="{80093ED7-1C21-44F4-BCBE-9B5CA11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825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5" name="d-tree-epsilon-0-path-0717">
            <a:extLst xmlns:a="http://schemas.openxmlformats.org/drawingml/2006/main">
              <a:ext uri="{FF2B5EF4-FFF2-40B4-BE49-F238E27FC236}">
                <a16:creationId xmlns:a16="http://schemas.microsoft.com/office/drawing/2014/main" id="{B7C6CD77-4879-422C-8030-C74247D6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395" y="5784612"/>
            <a:ext cx="1188429" cy="476"/>
          </a:xfrm>
          <a:custGeom xmlns:a="http://schemas.openxmlformats.org/drawingml/2006/main">
            <a:pathLst>
              <a:path w="1033001" h="476">
                <a:moveTo>
                  <a:pt x="0" y="0"/>
                </a:moveTo>
                <a:lnTo>
                  <a:pt x="1033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6" name="d-tree-epsilon-0-path-0718">
            <a:extLst xmlns:a="http://schemas.openxmlformats.org/drawingml/2006/main">
              <a:ext uri="{FF2B5EF4-FFF2-40B4-BE49-F238E27FC236}">
                <a16:creationId xmlns:a16="http://schemas.microsoft.com/office/drawing/2014/main" id="{6680D4BF-40DC-4A78-857B-25B337DA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609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7" name="d-tree-epsilon-0-path-0719">
            <a:extLst xmlns:a="http://schemas.openxmlformats.org/drawingml/2006/main">
              <a:ext uri="{FF2B5EF4-FFF2-40B4-BE49-F238E27FC236}">
                <a16:creationId xmlns:a16="http://schemas.microsoft.com/office/drawing/2014/main" id="{CA4D4E53-2EFF-49C8-A68A-7227136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538" y="5762047"/>
            <a:ext cx="548" cy="1669812"/>
          </a:xfrm>
          <a:custGeom xmlns:a="http://schemas.openxmlformats.org/drawingml/2006/main">
            <a:pathLst>
              <a:path w="476" h="1669812">
                <a:moveTo>
                  <a:pt x="0" y="16698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8" name="d-tree-epsilon-0-path-0720">
            <a:extLst xmlns:a="http://schemas.openxmlformats.org/drawingml/2006/main">
              <a:ext uri="{FF2B5EF4-FFF2-40B4-BE49-F238E27FC236}">
                <a16:creationId xmlns:a16="http://schemas.microsoft.com/office/drawing/2014/main" id="{BE23A13F-E0ED-4EC9-A342-8B877CB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609" y="5762047"/>
            <a:ext cx="766927" cy="476"/>
          </a:xfrm>
          <a:custGeom xmlns:a="http://schemas.openxmlformats.org/drawingml/2006/main">
            <a:pathLst>
              <a:path w="666625" h="476">
                <a:moveTo>
                  <a:pt x="0" y="0"/>
                </a:moveTo>
                <a:lnTo>
                  <a:pt x="66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59" name="d-tree-epsilon-0-path-0721">
            <a:extLst xmlns:a="http://schemas.openxmlformats.org/drawingml/2006/main">
              <a:ext uri="{FF2B5EF4-FFF2-40B4-BE49-F238E27FC236}">
                <a16:creationId xmlns:a16="http://schemas.microsoft.com/office/drawing/2014/main" id="{2132586B-3668-4A0F-945D-DCEE01F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74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760" name="d-tree-epsilon-0-path-0727">
            <a:extLst xmlns:a="http://schemas.openxmlformats.org/drawingml/2006/main">
              <a:ext uri="{FF2B5EF4-FFF2-40B4-BE49-F238E27FC236}">
                <a16:creationId xmlns:a16="http://schemas.microsoft.com/office/drawing/2014/main" id="{34E50A20-40C5-4671-ADA0-A19B538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61" name="d-tree-epsilon-0-path-0729">
            <a:extLst xmlns:a="http://schemas.openxmlformats.org/drawingml/2006/main">
              <a:ext uri="{FF2B5EF4-FFF2-40B4-BE49-F238E27FC236}">
                <a16:creationId xmlns:a16="http://schemas.microsoft.com/office/drawing/2014/main" id="{CEE98BF1-225A-41CE-8DA3-E619F95D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62" name="d-tree-epsilon-0-path-0731">
            <a:extLst xmlns:a="http://schemas.openxmlformats.org/drawingml/2006/main">
              <a:ext uri="{FF2B5EF4-FFF2-40B4-BE49-F238E27FC236}">
                <a16:creationId xmlns:a16="http://schemas.microsoft.com/office/drawing/2014/main" id="{3B484F01-13DC-4579-BD7E-DB9C8B0A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63" name="d-tree-epsilon-0-path-0733">
            <a:extLst xmlns:a="http://schemas.openxmlformats.org/drawingml/2006/main">
              <a:ext uri="{FF2B5EF4-FFF2-40B4-BE49-F238E27FC236}">
                <a16:creationId xmlns:a16="http://schemas.microsoft.com/office/drawing/2014/main" id="{8DFCA985-34C6-4CEC-AED1-3352E7F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64" name="d-tree-epsilon-0-path-0735">
            <a:extLst xmlns:a="http://schemas.openxmlformats.org/drawingml/2006/main">
              <a:ext uri="{FF2B5EF4-FFF2-40B4-BE49-F238E27FC236}">
                <a16:creationId xmlns:a16="http://schemas.microsoft.com/office/drawing/2014/main" id="{E41ED5DF-6860-4E6A-B275-26291A93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120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65" name="d-tree-epsilon-0-path-0725">
            <a:extLst xmlns:a="http://schemas.openxmlformats.org/drawingml/2006/main">
              <a:ext uri="{FF2B5EF4-FFF2-40B4-BE49-F238E27FC236}">
                <a16:creationId xmlns:a16="http://schemas.microsoft.com/office/drawing/2014/main" id="{73C4AE45-A869-4335-9EBC-3F5D4782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474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766" name="d-tree-epsilon-0 A16">
            <a:extLst xmlns:a="http://schemas.openxmlformats.org/drawingml/2006/main">
              <a:ext uri="{FF2B5EF4-FFF2-40B4-BE49-F238E27FC236}">
                <a16:creationId xmlns:a16="http://schemas.microsoft.com/office/drawing/2014/main" id="{00D9828E-4DFA-419B-A410-ABFC37F1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2094" y="7592919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A16</a:t>
            </a:r>
          </a:p>
        </p:txBody>
      </p:sp>
      <p:sp>
        <p:nvSpPr>
          <p:cNvPr id="767" name="d-tree-epsilon-0 B16">
            <a:extLst xmlns:a="http://schemas.openxmlformats.org/drawingml/2006/main">
              <a:ext uri="{FF2B5EF4-FFF2-40B4-BE49-F238E27FC236}">
                <a16:creationId xmlns:a16="http://schemas.microsoft.com/office/drawing/2014/main" id="{ED5BEEA5-2F51-4A69-B0A2-A7E022CA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8829" y="7440519"/>
            <a:ext cx="35311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B16</a:t>
            </a:r>
          </a:p>
        </p:txBody>
      </p:sp>
      <p:sp>
        <p:nvSpPr>
          <p:cNvPr id="768" name="d-tree-epsilon-0 74 levels">
            <a:extLst xmlns:a="http://schemas.openxmlformats.org/drawingml/2006/main">
              <a:ext uri="{FF2B5EF4-FFF2-40B4-BE49-F238E27FC236}">
                <a16:creationId xmlns:a16="http://schemas.microsoft.com/office/drawing/2014/main" id="{B17C56A6-0932-4246-8D0B-AC9B01FE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130" y="5336423"/>
            <a:ext cx="874092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74 levels</a:t>
            </a:r>
          </a:p>
        </p:txBody>
      </p:sp>
      <p:sp>
        <p:nvSpPr>
          <p:cNvPr id="769" name="d-tree-epsilon-0 Nested merge levels">
            <a:extLst xmlns:a="http://schemas.openxmlformats.org/drawingml/2006/main">
              <a:ext uri="{FF2B5EF4-FFF2-40B4-BE49-F238E27FC236}">
                <a16:creationId xmlns:a16="http://schemas.microsoft.com/office/drawing/2014/main" id="{306756E0-6AB4-4249-B544-4C8D9EE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715808" y="6456775"/>
            <a:ext cx="1956565" cy="241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Levels below root</a:t>
            </a:r>
          </a:p>
        </p:txBody>
      </p:sp>
      <p:sp>
        <p:nvSpPr>
          <p:cNvPr id="770" name="d-tree-epsilon-0 0">
            <a:extLst xmlns:a="http://schemas.openxmlformats.org/drawingml/2006/main">
              <a:ext uri="{FF2B5EF4-FFF2-40B4-BE49-F238E27FC236}">
                <a16:creationId xmlns:a16="http://schemas.microsoft.com/office/drawing/2014/main" id="{812E2EE6-D532-4BFA-934F-14F05A47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2119" y="5677708"/>
            <a:ext cx="16413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0</a:t>
            </a:r>
          </a:p>
        </p:txBody>
      </p:sp>
      <p:sp>
        <p:nvSpPr>
          <p:cNvPr id="771" name="d-tree-epsilon-0 20">
            <a:extLst xmlns:a="http://schemas.openxmlformats.org/drawingml/2006/main">
              <a:ext uri="{FF2B5EF4-FFF2-40B4-BE49-F238E27FC236}">
                <a16:creationId xmlns:a16="http://schemas.microsoft.com/office/drawing/2014/main" id="{8AD0FA04-31E5-4C18-AFFD-6FFE048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845" y="6129009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20</a:t>
            </a:r>
          </a:p>
        </p:txBody>
      </p:sp>
      <p:sp>
        <p:nvSpPr>
          <p:cNvPr id="772" name="d-tree-epsilon-0 40">
            <a:extLst xmlns:a="http://schemas.openxmlformats.org/drawingml/2006/main">
              <a:ext uri="{FF2B5EF4-FFF2-40B4-BE49-F238E27FC236}">
                <a16:creationId xmlns:a16="http://schemas.microsoft.com/office/drawing/2014/main" id="{8F770A21-1FE5-4CAE-BDCD-94192E3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845" y="6580309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40</a:t>
            </a:r>
          </a:p>
        </p:txBody>
      </p:sp>
      <p:sp>
        <p:nvSpPr>
          <p:cNvPr id="773" name="d-tree-epsilon-0 60">
            <a:extLst xmlns:a="http://schemas.openxmlformats.org/drawingml/2006/main">
              <a:ext uri="{FF2B5EF4-FFF2-40B4-BE49-F238E27FC236}">
                <a16:creationId xmlns:a16="http://schemas.microsoft.com/office/drawing/2014/main" id="{40CCB712-2515-4BA1-A708-005AE406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845" y="7031609"/>
            <a:ext cx="28064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60</a:t>
            </a:r>
          </a:p>
        </p:txBody>
      </p:sp>
      <p:sp>
        <p:nvSpPr>
          <p:cNvPr id="774" name="d-tree-epsilon-0 80">
            <a:extLst xmlns:a="http://schemas.openxmlformats.org/drawingml/2006/main">
              <a:ext uri="{FF2B5EF4-FFF2-40B4-BE49-F238E27FC236}">
                <a16:creationId xmlns:a16="http://schemas.microsoft.com/office/drawing/2014/main" id="{5F0A11D0-87B9-414E-830F-B730582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7265" y="7482911"/>
            <a:ext cx="280251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80</a:t>
            </a:r>
          </a:p>
        </p:txBody>
      </p:sp>
      <p:sp>
        <p:nvSpPr>
          <p:cNvPr id="775" name="c-map-epsilon-0.02-path-0737">
            <a:extLst xmlns:a="http://schemas.openxmlformats.org/drawingml/2006/main">
              <a:ext uri="{FF2B5EF4-FFF2-40B4-BE49-F238E27FC236}">
                <a16:creationId xmlns:a16="http://schemas.microsoft.com/office/drawing/2014/main" id="{CFA1EED5-6529-4D9C-95B0-8EBB64EF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776" name="c-map-epsilon-0.02-path-0738 white halo">
            <a:extLst xmlns:a="http://schemas.openxmlformats.org/drawingml/2006/main">
              <a:ext uri="{FF2B5EF4-FFF2-40B4-BE49-F238E27FC236}">
                <a16:creationId xmlns:a16="http://schemas.microsoft.com/office/drawing/2014/main" id="{E187B163-F636-4889-AB58-5857F23B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848" y="3246638"/>
            <a:ext cx="1230821" cy="69530"/>
          </a:xfrm>
          <a:custGeom xmlns:a="http://schemas.openxmlformats.org/drawingml/2006/main">
            <a:pathLst>
              <a:path w="1069848" h="69530">
                <a:moveTo>
                  <a:pt x="0" y="69530"/>
                </a:moveTo>
                <a:lnTo>
                  <a:pt x="213970" y="19448"/>
                </a:lnTo>
                <a:lnTo>
                  <a:pt x="427939" y="38357"/>
                </a:lnTo>
                <a:lnTo>
                  <a:pt x="641909" y="45797"/>
                </a:lnTo>
                <a:lnTo>
                  <a:pt x="855878" y="4333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77" name="c-map-epsilon-0.02-path-0738">
            <a:extLst xmlns:a="http://schemas.openxmlformats.org/drawingml/2006/main">
              <a:ext uri="{FF2B5EF4-FFF2-40B4-BE49-F238E27FC236}">
                <a16:creationId xmlns:a16="http://schemas.microsoft.com/office/drawing/2014/main" id="{CD4F747A-C1F2-409C-BD73-98564480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848" y="3246638"/>
            <a:ext cx="1230821" cy="69530"/>
          </a:xfrm>
          <a:custGeom xmlns:a="http://schemas.openxmlformats.org/drawingml/2006/main">
            <a:pathLst>
              <a:path w="1069848" h="69530">
                <a:moveTo>
                  <a:pt x="0" y="69530"/>
                </a:moveTo>
                <a:lnTo>
                  <a:pt x="213970" y="19448"/>
                </a:lnTo>
                <a:lnTo>
                  <a:pt x="427939" y="38357"/>
                </a:lnTo>
                <a:lnTo>
                  <a:pt x="641909" y="45797"/>
                </a:lnTo>
                <a:lnTo>
                  <a:pt x="855878" y="4333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778" name="c-map-epsilon-0.02-path-0745 white halo">
            <a:extLst xmlns:a="http://schemas.openxmlformats.org/drawingml/2006/main">
              <a:ext uri="{FF2B5EF4-FFF2-40B4-BE49-F238E27FC236}">
                <a16:creationId xmlns:a16="http://schemas.microsoft.com/office/drawing/2014/main" id="{5F691BBD-8801-470C-8A7E-5B556B6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2625631"/>
            <a:ext cx="548" cy="621007"/>
          </a:xfrm>
          <a:custGeom xmlns:a="http://schemas.openxmlformats.org/drawingml/2006/main">
            <a:pathLst>
              <a:path w="476" h="621007">
                <a:moveTo>
                  <a:pt x="0" y="621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79" name="c-map-epsilon-0.02-path-0745">
            <a:extLst xmlns:a="http://schemas.openxmlformats.org/drawingml/2006/main">
              <a:ext uri="{FF2B5EF4-FFF2-40B4-BE49-F238E27FC236}">
                <a16:creationId xmlns:a16="http://schemas.microsoft.com/office/drawing/2014/main" id="{3A8B8393-C85F-4F01-B1D1-B819BDA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2625631"/>
            <a:ext cx="548" cy="621007"/>
          </a:xfrm>
          <a:custGeom xmlns:a="http://schemas.openxmlformats.org/drawingml/2006/main">
            <a:pathLst>
              <a:path w="476" h="621007">
                <a:moveTo>
                  <a:pt x="0" y="6210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780" name="c-map-epsilon-0.02-path-0747 white halo">
            <a:extLst xmlns:a="http://schemas.openxmlformats.org/drawingml/2006/main">
              <a:ext uri="{FF2B5EF4-FFF2-40B4-BE49-F238E27FC236}">
                <a16:creationId xmlns:a16="http://schemas.microsoft.com/office/drawing/2014/main" id="{CDFFF2D1-C657-4CCB-A584-5EC3FCBB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848" y="4022565"/>
            <a:ext cx="1230821" cy="427614"/>
          </a:xfrm>
          <a:custGeom xmlns:a="http://schemas.openxmlformats.org/drawingml/2006/main">
            <a:pathLst>
              <a:path w="1069848" h="427614">
                <a:moveTo>
                  <a:pt x="0" y="89481"/>
                </a:moveTo>
                <a:lnTo>
                  <a:pt x="213970" y="427614"/>
                </a:lnTo>
                <a:lnTo>
                  <a:pt x="427939" y="98419"/>
                </a:lnTo>
                <a:lnTo>
                  <a:pt x="641909" y="277620"/>
                </a:lnTo>
                <a:lnTo>
                  <a:pt x="855878" y="19363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81" name="c-map-epsilon-0.02-path-0747">
            <a:extLst xmlns:a="http://schemas.openxmlformats.org/drawingml/2006/main">
              <a:ext uri="{FF2B5EF4-FFF2-40B4-BE49-F238E27FC236}">
                <a16:creationId xmlns:a16="http://schemas.microsoft.com/office/drawing/2014/main" id="{C304DFF0-56BB-4258-9253-CA4E7504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848" y="4022565"/>
            <a:ext cx="1230821" cy="427614"/>
          </a:xfrm>
          <a:custGeom xmlns:a="http://schemas.openxmlformats.org/drawingml/2006/main">
            <a:pathLst>
              <a:path w="1069848" h="427614">
                <a:moveTo>
                  <a:pt x="0" y="89481"/>
                </a:moveTo>
                <a:lnTo>
                  <a:pt x="213970" y="427614"/>
                </a:lnTo>
                <a:lnTo>
                  <a:pt x="427939" y="98419"/>
                </a:lnTo>
                <a:lnTo>
                  <a:pt x="641909" y="277620"/>
                </a:lnTo>
                <a:lnTo>
                  <a:pt x="855878" y="19363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782" name="c-map-epsilon-0.02-path-0754 white halo">
            <a:extLst xmlns:a="http://schemas.openxmlformats.org/drawingml/2006/main">
              <a:ext uri="{FF2B5EF4-FFF2-40B4-BE49-F238E27FC236}">
                <a16:creationId xmlns:a16="http://schemas.microsoft.com/office/drawing/2014/main" id="{912ED21C-7E18-4369-A248-8A054C4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4022565"/>
            <a:ext cx="548" cy="420706"/>
          </a:xfrm>
          <a:custGeom xmlns:a="http://schemas.openxmlformats.org/drawingml/2006/main">
            <a:pathLst>
              <a:path w="476" h="420706">
                <a:moveTo>
                  <a:pt x="0" y="0"/>
                </a:moveTo>
                <a:lnTo>
                  <a:pt x="0" y="42070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83" name="c-map-epsilon-0.02-path-0754">
            <a:extLst xmlns:a="http://schemas.openxmlformats.org/drawingml/2006/main">
              <a:ext uri="{FF2B5EF4-FFF2-40B4-BE49-F238E27FC236}">
                <a16:creationId xmlns:a16="http://schemas.microsoft.com/office/drawing/2014/main" id="{5D83F10E-8FAE-494E-B5D5-4AAF53A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4022565"/>
            <a:ext cx="548" cy="420706"/>
          </a:xfrm>
          <a:custGeom xmlns:a="http://schemas.openxmlformats.org/drawingml/2006/main">
            <a:pathLst>
              <a:path w="476" h="420706">
                <a:moveTo>
                  <a:pt x="0" y="0"/>
                </a:moveTo>
                <a:lnTo>
                  <a:pt x="0" y="420706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784" name="c-map-epsilon-0.02-marker-0739">
            <a:extLst xmlns:a="http://schemas.openxmlformats.org/drawingml/2006/main">
              <a:ext uri="{FF2B5EF4-FFF2-40B4-BE49-F238E27FC236}">
                <a16:creationId xmlns:a16="http://schemas.microsoft.com/office/drawing/2014/main" id="{CC74AD8F-D3F9-4EB6-96B3-6D07471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988" y="32933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5" name="c-map-epsilon-0.02-marker-0740">
            <a:extLst xmlns:a="http://schemas.openxmlformats.org/drawingml/2006/main">
              <a:ext uri="{FF2B5EF4-FFF2-40B4-BE49-F238E27FC236}">
                <a16:creationId xmlns:a16="http://schemas.microsoft.com/office/drawing/2014/main" id="{7B218767-6A49-4FDD-ABB2-85CC3F9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153" y="324322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6" name="c-map-epsilon-0.02-marker-0741">
            <a:extLst xmlns:a="http://schemas.openxmlformats.org/drawingml/2006/main">
              <a:ext uri="{FF2B5EF4-FFF2-40B4-BE49-F238E27FC236}">
                <a16:creationId xmlns:a16="http://schemas.microsoft.com/office/drawing/2014/main" id="{1585DE40-C980-468D-B29E-4DCF115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317" y="326213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7" name="c-map-epsilon-0.02-marker-0742">
            <a:extLst xmlns:a="http://schemas.openxmlformats.org/drawingml/2006/main">
              <a:ext uri="{FF2B5EF4-FFF2-40B4-BE49-F238E27FC236}">
                <a16:creationId xmlns:a16="http://schemas.microsoft.com/office/drawing/2014/main" id="{572EF475-C2B6-4B5C-B357-8089247C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81" y="326957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8" name="c-map-epsilon-0.02-marker-0743">
            <a:extLst xmlns:a="http://schemas.openxmlformats.org/drawingml/2006/main">
              <a:ext uri="{FF2B5EF4-FFF2-40B4-BE49-F238E27FC236}">
                <a16:creationId xmlns:a16="http://schemas.microsoft.com/office/drawing/2014/main" id="{AFD9C1D1-AB02-43A4-BD92-DAF4AC6C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645" y="322811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9" name="c-map-epsilon-0.02-marker-0744">
            <a:extLst xmlns:a="http://schemas.openxmlformats.org/drawingml/2006/main">
              <a:ext uri="{FF2B5EF4-FFF2-40B4-BE49-F238E27FC236}">
                <a16:creationId xmlns:a16="http://schemas.microsoft.com/office/drawing/2014/main" id="{2BDF14ED-CA37-4155-8F8E-5E9DA4E5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809" y="322377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0" name="c-map-epsilon-0.02-marker-0746">
            <a:extLst xmlns:a="http://schemas.openxmlformats.org/drawingml/2006/main">
              <a:ext uri="{FF2B5EF4-FFF2-40B4-BE49-F238E27FC236}">
                <a16:creationId xmlns:a16="http://schemas.microsoft.com/office/drawing/2014/main" id="{AD0FD602-9118-44CB-85DA-09AF1D9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993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791" name="c-map-epsilon-0.02-marker-0748">
            <a:extLst xmlns:a="http://schemas.openxmlformats.org/drawingml/2006/main">
              <a:ext uri="{FF2B5EF4-FFF2-40B4-BE49-F238E27FC236}">
                <a16:creationId xmlns:a16="http://schemas.microsoft.com/office/drawing/2014/main" id="{4CADA7DF-091B-4CFE-B1BC-0DD3A9C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988" y="408918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2" name="c-map-epsilon-0.02-marker-0749">
            <a:extLst xmlns:a="http://schemas.openxmlformats.org/drawingml/2006/main">
              <a:ext uri="{FF2B5EF4-FFF2-40B4-BE49-F238E27FC236}">
                <a16:creationId xmlns:a16="http://schemas.microsoft.com/office/drawing/2014/main" id="{EBD40273-075A-4B6B-A291-893E7F24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153" y="442731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3" name="c-map-epsilon-0.02-marker-0750">
            <a:extLst xmlns:a="http://schemas.openxmlformats.org/drawingml/2006/main">
              <a:ext uri="{FF2B5EF4-FFF2-40B4-BE49-F238E27FC236}">
                <a16:creationId xmlns:a16="http://schemas.microsoft.com/office/drawing/2014/main" id="{EBF376BC-F3EF-4301-BCF4-08045ACE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317" y="409812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4" name="c-map-epsilon-0.02-marker-0751">
            <a:extLst xmlns:a="http://schemas.openxmlformats.org/drawingml/2006/main">
              <a:ext uri="{FF2B5EF4-FFF2-40B4-BE49-F238E27FC236}">
                <a16:creationId xmlns:a16="http://schemas.microsoft.com/office/drawing/2014/main" id="{A3461A79-A6BF-48AF-8661-745679AE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81" y="427732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5" name="c-map-epsilon-0.02-marker-0752">
            <a:extLst xmlns:a="http://schemas.openxmlformats.org/drawingml/2006/main">
              <a:ext uri="{FF2B5EF4-FFF2-40B4-BE49-F238E27FC236}">
                <a16:creationId xmlns:a16="http://schemas.microsoft.com/office/drawing/2014/main" id="{BFAADBA9-1993-4CA9-93CD-BA8C0CD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645" y="419333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6" name="c-map-epsilon-0.02-marker-0753">
            <a:extLst xmlns:a="http://schemas.openxmlformats.org/drawingml/2006/main">
              <a:ext uri="{FF2B5EF4-FFF2-40B4-BE49-F238E27FC236}">
                <a16:creationId xmlns:a16="http://schemas.microsoft.com/office/drawing/2014/main" id="{C3E72972-3844-4C34-ACB9-5CB6E5E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809" y="399970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7" name="c-map-epsilon-0.02-marker-0755">
            <a:extLst xmlns:a="http://schemas.openxmlformats.org/drawingml/2006/main">
              <a:ext uri="{FF2B5EF4-FFF2-40B4-BE49-F238E27FC236}">
                <a16:creationId xmlns:a16="http://schemas.microsoft.com/office/drawing/2014/main" id="{85D409D2-FA3B-4233-9A24-BA1C196F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993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798" name="c-map-epsilon-0.02-path-0771">
            <a:extLst xmlns:a="http://schemas.openxmlformats.org/drawingml/2006/main">
              <a:ext uri="{FF2B5EF4-FFF2-40B4-BE49-F238E27FC236}">
                <a16:creationId xmlns:a16="http://schemas.microsoft.com/office/drawing/2014/main" id="{6E7790BB-A328-4921-9420-E7FE73E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848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799" name="c-map-epsilon-0.02-path-0773">
            <a:extLst xmlns:a="http://schemas.openxmlformats.org/drawingml/2006/main">
              <a:ext uri="{FF2B5EF4-FFF2-40B4-BE49-F238E27FC236}">
                <a16:creationId xmlns:a16="http://schemas.microsoft.com/office/drawing/2014/main" id="{09E2676B-553A-4AEC-9010-3552DA9A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013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0" name="c-map-epsilon-0.02-path-0775">
            <a:extLst xmlns:a="http://schemas.openxmlformats.org/drawingml/2006/main">
              <a:ext uri="{FF2B5EF4-FFF2-40B4-BE49-F238E27FC236}">
                <a16:creationId xmlns:a16="http://schemas.microsoft.com/office/drawing/2014/main" id="{4DF813E0-1E2F-4A29-AB78-837CC7B6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177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1" name="c-map-epsilon-0.02-path-0777">
            <a:extLst xmlns:a="http://schemas.openxmlformats.org/drawingml/2006/main">
              <a:ext uri="{FF2B5EF4-FFF2-40B4-BE49-F238E27FC236}">
                <a16:creationId xmlns:a16="http://schemas.microsoft.com/office/drawing/2014/main" id="{D6182D05-2710-45F6-BE48-066654D7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41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2" name="c-map-epsilon-0.02-path-0779">
            <a:extLst xmlns:a="http://schemas.openxmlformats.org/drawingml/2006/main">
              <a:ext uri="{FF2B5EF4-FFF2-40B4-BE49-F238E27FC236}">
                <a16:creationId xmlns:a16="http://schemas.microsoft.com/office/drawing/2014/main" id="{277DC269-BF93-4BFE-9A63-A78D8A1D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505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3" name="c-map-epsilon-0.02-path-0781">
            <a:extLst xmlns:a="http://schemas.openxmlformats.org/drawingml/2006/main">
              <a:ext uri="{FF2B5EF4-FFF2-40B4-BE49-F238E27FC236}">
                <a16:creationId xmlns:a16="http://schemas.microsoft.com/office/drawing/2014/main" id="{EE410C87-AE4C-433C-BFE7-818FCFD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669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4" name="c-map-epsilon-0.02-path-0783">
            <a:extLst xmlns:a="http://schemas.openxmlformats.org/drawingml/2006/main">
              <a:ext uri="{FF2B5EF4-FFF2-40B4-BE49-F238E27FC236}">
                <a16:creationId xmlns:a16="http://schemas.microsoft.com/office/drawing/2014/main" id="{888D3272-3B17-41FC-9E05-51941D77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893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5" name="c-map-epsilon-0.02-path-0784">
            <a:extLst xmlns:a="http://schemas.openxmlformats.org/drawingml/2006/main">
              <a:ext uri="{FF2B5EF4-FFF2-40B4-BE49-F238E27FC236}">
                <a16:creationId xmlns:a16="http://schemas.microsoft.com/office/drawing/2014/main" id="{0A905F24-E9F7-4DE9-A392-9DF2DC2F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893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6" name="c-map-epsilon-0.02-path-0785">
            <a:extLst xmlns:a="http://schemas.openxmlformats.org/drawingml/2006/main">
              <a:ext uri="{FF2B5EF4-FFF2-40B4-BE49-F238E27FC236}">
                <a16:creationId xmlns:a16="http://schemas.microsoft.com/office/drawing/2014/main" id="{AE574C7A-9B8A-442F-B3AA-196E3EC3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893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07" name="c-map-epsilon-0.02-path-0769">
            <a:extLst xmlns:a="http://schemas.openxmlformats.org/drawingml/2006/main">
              <a:ext uri="{FF2B5EF4-FFF2-40B4-BE49-F238E27FC236}">
                <a16:creationId xmlns:a16="http://schemas.microsoft.com/office/drawing/2014/main" id="{41C5633C-E744-45DD-96F7-95398C73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767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808" name="c-map-epsilon-0.02-path-0770">
            <a:extLst xmlns:a="http://schemas.openxmlformats.org/drawingml/2006/main">
              <a:ext uri="{FF2B5EF4-FFF2-40B4-BE49-F238E27FC236}">
                <a16:creationId xmlns:a16="http://schemas.microsoft.com/office/drawing/2014/main" id="{BEA5682A-4CD1-49B2-B286-612C6577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767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809" name="c-map-epsilon-0.02 ε = 2%">
            <a:extLst xmlns:a="http://schemas.openxmlformats.org/drawingml/2006/main">
              <a:ext uri="{FF2B5EF4-FFF2-40B4-BE49-F238E27FC236}">
                <a16:creationId xmlns:a16="http://schemas.microsoft.com/office/drawing/2014/main" id="{48D00CF4-957D-4121-AB78-33DE4FF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8625" y="2303602"/>
            <a:ext cx="646141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2%</a:t>
            </a:r>
          </a:p>
        </p:txBody>
      </p:sp>
      <p:sp>
        <p:nvSpPr>
          <p:cNvPr id="810" name="c-map-epsilon-0.02 3">
            <a:extLst xmlns:a="http://schemas.openxmlformats.org/drawingml/2006/main">
              <a:ext uri="{FF2B5EF4-FFF2-40B4-BE49-F238E27FC236}">
                <a16:creationId xmlns:a16="http://schemas.microsoft.com/office/drawing/2014/main" id="{3FB6D687-EE89-47C0-9C71-8423385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2207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811" name="c-map-epsilon-0.02 4">
            <a:extLst xmlns:a="http://schemas.openxmlformats.org/drawingml/2006/main">
              <a:ext uri="{FF2B5EF4-FFF2-40B4-BE49-F238E27FC236}">
                <a16:creationId xmlns:a16="http://schemas.microsoft.com/office/drawing/2014/main" id="{CCA0C08C-6217-4ED2-AF30-D27CAAA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8371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812" name="c-map-epsilon-0.02 5">
            <a:extLst xmlns:a="http://schemas.openxmlformats.org/drawingml/2006/main">
              <a:ext uri="{FF2B5EF4-FFF2-40B4-BE49-F238E27FC236}">
                <a16:creationId xmlns:a16="http://schemas.microsoft.com/office/drawing/2014/main" id="{D2947B32-8FEB-4E21-A69B-A6F6FFA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4341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813" name="c-map-epsilon-0.02 6">
            <a:extLst xmlns:a="http://schemas.openxmlformats.org/drawingml/2006/main">
              <a:ext uri="{FF2B5EF4-FFF2-40B4-BE49-F238E27FC236}">
                <a16:creationId xmlns:a16="http://schemas.microsoft.com/office/drawing/2014/main" id="{B9679840-E417-49A7-A627-7989699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0699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814" name="c-map-epsilon-0.02 7">
            <a:extLst xmlns:a="http://schemas.openxmlformats.org/drawingml/2006/main">
              <a:ext uri="{FF2B5EF4-FFF2-40B4-BE49-F238E27FC236}">
                <a16:creationId xmlns:a16="http://schemas.microsoft.com/office/drawing/2014/main" id="{D47CF0EF-21AA-4733-9C29-580D06A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6864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815" name="c-map-epsilon-0.02 8">
            <a:extLst xmlns:a="http://schemas.openxmlformats.org/drawingml/2006/main">
              <a:ext uri="{FF2B5EF4-FFF2-40B4-BE49-F238E27FC236}">
                <a16:creationId xmlns:a16="http://schemas.microsoft.com/office/drawing/2014/main" id="{CF899CE4-A0B6-4AB9-A574-EBF2DBE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3027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816" name="c-map-epsilon-0.02 A21">
            <a:extLst xmlns:a="http://schemas.openxmlformats.org/drawingml/2006/main">
              <a:ext uri="{FF2B5EF4-FFF2-40B4-BE49-F238E27FC236}">
                <a16:creationId xmlns:a16="http://schemas.microsoft.com/office/drawing/2014/main" id="{05284C70-DD9D-4301-9DAC-6E848934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6872" y="312133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A21</a:t>
            </a:r>
          </a:p>
        </p:txBody>
      </p:sp>
      <p:sp>
        <p:nvSpPr>
          <p:cNvPr id="817" name="c-map-epsilon-0.02 A22">
            <a:extLst xmlns:a="http://schemas.openxmlformats.org/drawingml/2006/main">
              <a:ext uri="{FF2B5EF4-FFF2-40B4-BE49-F238E27FC236}">
                <a16:creationId xmlns:a16="http://schemas.microsoft.com/office/drawing/2014/main" id="{7751750A-8D4A-486F-86B7-A202696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230" y="2909331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A22</a:t>
            </a:r>
          </a:p>
        </p:txBody>
      </p:sp>
      <p:sp>
        <p:nvSpPr>
          <p:cNvPr id="818" name="c-map-epsilon-0.02 A23">
            <a:extLst xmlns:a="http://schemas.openxmlformats.org/drawingml/2006/main">
              <a:ext uri="{FF2B5EF4-FFF2-40B4-BE49-F238E27FC236}">
                <a16:creationId xmlns:a16="http://schemas.microsoft.com/office/drawing/2014/main" id="{DECB7AF9-C254-4239-BA79-D9C104D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395" y="3090166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A23</a:t>
            </a:r>
          </a:p>
        </p:txBody>
      </p:sp>
      <p:sp>
        <p:nvSpPr>
          <p:cNvPr id="819" name="c-map-epsilon-0.02 A24">
            <a:extLst xmlns:a="http://schemas.openxmlformats.org/drawingml/2006/main">
              <a:ext uri="{FF2B5EF4-FFF2-40B4-BE49-F238E27FC236}">
                <a16:creationId xmlns:a16="http://schemas.microsoft.com/office/drawing/2014/main" id="{EFD66AB4-361B-4266-9E42-DEFD493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560" y="2935680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A24</a:t>
            </a:r>
          </a:p>
        </p:txBody>
      </p:sp>
      <p:sp>
        <p:nvSpPr>
          <p:cNvPr id="820" name="c-map-epsilon-0.02 A25">
            <a:extLst xmlns:a="http://schemas.openxmlformats.org/drawingml/2006/main">
              <a:ext uri="{FF2B5EF4-FFF2-40B4-BE49-F238E27FC236}">
                <a16:creationId xmlns:a16="http://schemas.microsoft.com/office/drawing/2014/main" id="{D7A92D1F-9A45-4BD0-890C-06882A6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1528" y="3056141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A25</a:t>
            </a:r>
          </a:p>
        </p:txBody>
      </p:sp>
      <p:sp>
        <p:nvSpPr>
          <p:cNvPr id="821" name="c-map-epsilon-0.02 A26">
            <a:extLst xmlns:a="http://schemas.openxmlformats.org/drawingml/2006/main">
              <a:ext uri="{FF2B5EF4-FFF2-40B4-BE49-F238E27FC236}">
                <a16:creationId xmlns:a16="http://schemas.microsoft.com/office/drawing/2014/main" id="{C42EDEB9-7ABF-4E6E-AB52-C646446E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7888" y="2889884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A26</a:t>
            </a:r>
          </a:p>
        </p:txBody>
      </p:sp>
      <p:sp>
        <p:nvSpPr>
          <p:cNvPr id="822" name="c-map-epsilon-0.02 B21">
            <a:extLst xmlns:a="http://schemas.openxmlformats.org/drawingml/2006/main">
              <a:ext uri="{FF2B5EF4-FFF2-40B4-BE49-F238E27FC236}">
                <a16:creationId xmlns:a16="http://schemas.microsoft.com/office/drawing/2014/main" id="{AF9E78E2-457B-4833-B978-761451C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6872" y="4164867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B21</a:t>
            </a:r>
          </a:p>
        </p:txBody>
      </p:sp>
      <p:sp>
        <p:nvSpPr>
          <p:cNvPr id="823" name="c-map-epsilon-0.02 B22">
            <a:extLst xmlns:a="http://schemas.openxmlformats.org/drawingml/2006/main">
              <a:ext uri="{FF2B5EF4-FFF2-40B4-BE49-F238E27FC236}">
                <a16:creationId xmlns:a16="http://schemas.microsoft.com/office/drawing/2014/main" id="{AB8BF11D-F6B1-47D2-9A43-1A941077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230" y="4093424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B22</a:t>
            </a:r>
          </a:p>
        </p:txBody>
      </p:sp>
      <p:sp>
        <p:nvSpPr>
          <p:cNvPr id="824" name="c-map-epsilon-0.02 B23">
            <a:extLst xmlns:a="http://schemas.openxmlformats.org/drawingml/2006/main">
              <a:ext uri="{FF2B5EF4-FFF2-40B4-BE49-F238E27FC236}">
                <a16:creationId xmlns:a16="http://schemas.microsoft.com/office/drawing/2014/main" id="{E271DB81-EEAB-451B-992B-E3D81AF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395" y="4173804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B23</a:t>
            </a:r>
          </a:p>
        </p:txBody>
      </p:sp>
      <p:sp>
        <p:nvSpPr>
          <p:cNvPr id="825" name="c-map-epsilon-0.02 B24">
            <a:extLst xmlns:a="http://schemas.openxmlformats.org/drawingml/2006/main">
              <a:ext uri="{FF2B5EF4-FFF2-40B4-BE49-F238E27FC236}">
                <a16:creationId xmlns:a16="http://schemas.microsoft.com/office/drawing/2014/main" id="{A4D6D858-A208-4E0F-A012-246E5AB3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560" y="3943431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B24</a:t>
            </a:r>
          </a:p>
        </p:txBody>
      </p:sp>
      <p:sp>
        <p:nvSpPr>
          <p:cNvPr id="826" name="c-map-epsilon-0.02 B25">
            <a:extLst xmlns:a="http://schemas.openxmlformats.org/drawingml/2006/main">
              <a:ext uri="{FF2B5EF4-FFF2-40B4-BE49-F238E27FC236}">
                <a16:creationId xmlns:a16="http://schemas.microsoft.com/office/drawing/2014/main" id="{DF6F7FC5-BB5A-4DC2-A743-79AF2C99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1528" y="4021367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B25</a:t>
            </a:r>
          </a:p>
        </p:txBody>
      </p:sp>
      <p:sp>
        <p:nvSpPr>
          <p:cNvPr id="827" name="c-map-epsilon-0.02 B26">
            <a:extLst xmlns:a="http://schemas.openxmlformats.org/drawingml/2006/main">
              <a:ext uri="{FF2B5EF4-FFF2-40B4-BE49-F238E27FC236}">
                <a16:creationId xmlns:a16="http://schemas.microsoft.com/office/drawing/2014/main" id="{F95DB842-2E88-47D6-8817-B0EA8335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7888" y="4237311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B26</a:t>
            </a:r>
          </a:p>
        </p:txBody>
      </p:sp>
      <p:sp>
        <p:nvSpPr>
          <p:cNvPr id="828" name="d-tree-epsilon-0.02-path-0786">
            <a:extLst xmlns:a="http://schemas.openxmlformats.org/drawingml/2006/main">
              <a:ext uri="{FF2B5EF4-FFF2-40B4-BE49-F238E27FC236}">
                <a16:creationId xmlns:a16="http://schemas.microsoft.com/office/drawing/2014/main" id="{87C60AE2-7B50-41B7-B685-6CEC552E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29" name="d-tree-epsilon-0.02-path-0787">
            <a:extLst xmlns:a="http://schemas.openxmlformats.org/drawingml/2006/main">
              <a:ext uri="{FF2B5EF4-FFF2-40B4-BE49-F238E27FC236}">
                <a16:creationId xmlns:a16="http://schemas.microsoft.com/office/drawing/2014/main" id="{3943C500-88C9-44A3-A4C2-16140DCB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60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0" name="d-tree-epsilon-0.02-path-0788">
            <a:extLst xmlns:a="http://schemas.openxmlformats.org/drawingml/2006/main">
              <a:ext uri="{FF2B5EF4-FFF2-40B4-BE49-F238E27FC236}">
                <a16:creationId xmlns:a16="http://schemas.microsoft.com/office/drawing/2014/main" id="{4EB3D4D2-1022-45D1-B968-33D71C16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5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1" name="d-tree-epsilon-0.02-path-0789">
            <a:extLst xmlns:a="http://schemas.openxmlformats.org/drawingml/2006/main">
              <a:ext uri="{FF2B5EF4-FFF2-40B4-BE49-F238E27FC236}">
                <a16:creationId xmlns:a16="http://schemas.microsoft.com/office/drawing/2014/main" id="{F462E3E8-4F4F-44E5-AB0B-871F1DB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22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2" name="d-tree-epsilon-0.02-path-0790">
            <a:extLst xmlns:a="http://schemas.openxmlformats.org/drawingml/2006/main">
              <a:ext uri="{FF2B5EF4-FFF2-40B4-BE49-F238E27FC236}">
                <a16:creationId xmlns:a16="http://schemas.microsoft.com/office/drawing/2014/main" id="{9786E57D-092C-4F4F-8CC9-CF07F6A5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876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3" name="d-tree-epsilon-0.02-path-0791">
            <a:extLst xmlns:a="http://schemas.openxmlformats.org/drawingml/2006/main">
              <a:ext uri="{FF2B5EF4-FFF2-40B4-BE49-F238E27FC236}">
                <a16:creationId xmlns:a16="http://schemas.microsoft.com/office/drawing/2014/main" id="{D192EE11-B163-44FB-B0F6-9AE751B3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222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4" name="d-tree-epsilon-0.02-path-0792">
            <a:extLst xmlns:a="http://schemas.openxmlformats.org/drawingml/2006/main">
              <a:ext uri="{FF2B5EF4-FFF2-40B4-BE49-F238E27FC236}">
                <a16:creationId xmlns:a16="http://schemas.microsoft.com/office/drawing/2014/main" id="{CE1F3FF8-8210-4F70-AE13-336A8C1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69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5" name="d-tree-epsilon-0.02-path-0793">
            <a:extLst xmlns:a="http://schemas.openxmlformats.org/drawingml/2006/main">
              <a:ext uri="{FF2B5EF4-FFF2-40B4-BE49-F238E27FC236}">
                <a16:creationId xmlns:a16="http://schemas.microsoft.com/office/drawing/2014/main" id="{72B9E4E3-5BC1-4826-B8D8-577B302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050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6" name="d-tree-epsilon-0.02-path-0794">
            <a:extLst xmlns:a="http://schemas.openxmlformats.org/drawingml/2006/main">
              <a:ext uri="{FF2B5EF4-FFF2-40B4-BE49-F238E27FC236}">
                <a16:creationId xmlns:a16="http://schemas.microsoft.com/office/drawing/2014/main" id="{D6A17BED-8E39-4758-8ADF-03E457C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69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7" name="d-tree-epsilon-0.02-path-0795">
            <a:extLst xmlns:a="http://schemas.openxmlformats.org/drawingml/2006/main">
              <a:ext uri="{FF2B5EF4-FFF2-40B4-BE49-F238E27FC236}">
                <a16:creationId xmlns:a16="http://schemas.microsoft.com/office/drawing/2014/main" id="{95DADD39-8F6C-41E1-A570-425D84D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4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8" name="d-tree-epsilon-0.02-path-0796">
            <a:extLst xmlns:a="http://schemas.openxmlformats.org/drawingml/2006/main">
              <a:ext uri="{FF2B5EF4-FFF2-40B4-BE49-F238E27FC236}">
                <a16:creationId xmlns:a16="http://schemas.microsoft.com/office/drawing/2014/main" id="{627AEF54-217D-43CF-B617-B75D0452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97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39" name="d-tree-epsilon-0.02-path-0797">
            <a:extLst xmlns:a="http://schemas.openxmlformats.org/drawingml/2006/main">
              <a:ext uri="{FF2B5EF4-FFF2-40B4-BE49-F238E27FC236}">
                <a16:creationId xmlns:a16="http://schemas.microsoft.com/office/drawing/2014/main" id="{54681A2B-40CB-4E87-898E-080D72E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44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0" name="d-tree-epsilon-0.02-path-0798">
            <a:extLst xmlns:a="http://schemas.openxmlformats.org/drawingml/2006/main">
              <a:ext uri="{FF2B5EF4-FFF2-40B4-BE49-F238E27FC236}">
                <a16:creationId xmlns:a16="http://schemas.microsoft.com/office/drawing/2014/main" id="{1725201F-1477-44DD-ABEF-12D01893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970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1" name="d-tree-epsilon-0.02-path-0799">
            <a:extLst xmlns:a="http://schemas.openxmlformats.org/drawingml/2006/main">
              <a:ext uri="{FF2B5EF4-FFF2-40B4-BE49-F238E27FC236}">
                <a16:creationId xmlns:a16="http://schemas.microsoft.com/office/drawing/2014/main" id="{31386D35-F783-47F4-AA6D-1EE669F2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8451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2" name="d-tree-epsilon-0.02-path-0800">
            <a:extLst xmlns:a="http://schemas.openxmlformats.org/drawingml/2006/main">
              <a:ext uri="{FF2B5EF4-FFF2-40B4-BE49-F238E27FC236}">
                <a16:creationId xmlns:a16="http://schemas.microsoft.com/office/drawing/2014/main" id="{3E69C0B3-4D4E-432D-B66A-5FE9B34B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970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3" name="d-tree-epsilon-0.02-path-0801">
            <a:extLst xmlns:a="http://schemas.openxmlformats.org/drawingml/2006/main">
              <a:ext uri="{FF2B5EF4-FFF2-40B4-BE49-F238E27FC236}">
                <a16:creationId xmlns:a16="http://schemas.microsoft.com/office/drawing/2014/main" id="{0E3F3E72-A936-4FF6-9851-3695F16F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490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4" name="d-tree-epsilon-0.02-path-0802">
            <a:extLst xmlns:a="http://schemas.openxmlformats.org/drawingml/2006/main">
              <a:ext uri="{FF2B5EF4-FFF2-40B4-BE49-F238E27FC236}">
                <a16:creationId xmlns:a16="http://schemas.microsoft.com/office/drawing/2014/main" id="{4E8B361A-5322-405F-8A2C-F8E088F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211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5" name="d-tree-epsilon-0.02-path-0803">
            <a:extLst xmlns:a="http://schemas.openxmlformats.org/drawingml/2006/main">
              <a:ext uri="{FF2B5EF4-FFF2-40B4-BE49-F238E27FC236}">
                <a16:creationId xmlns:a16="http://schemas.microsoft.com/office/drawing/2014/main" id="{98694850-2F94-4F77-A129-97EB400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490" y="689029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6" name="d-tree-epsilon-0.02-path-0804">
            <a:extLst xmlns:a="http://schemas.openxmlformats.org/drawingml/2006/main">
              <a:ext uri="{FF2B5EF4-FFF2-40B4-BE49-F238E27FC236}">
                <a16:creationId xmlns:a16="http://schemas.microsoft.com/office/drawing/2014/main" id="{C0093649-5F86-481F-A1FE-96FF7F1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837" y="686773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7" name="d-tree-epsilon-0.02-path-0805">
            <a:extLst xmlns:a="http://schemas.openxmlformats.org/drawingml/2006/main">
              <a:ext uri="{FF2B5EF4-FFF2-40B4-BE49-F238E27FC236}">
                <a16:creationId xmlns:a16="http://schemas.microsoft.com/office/drawing/2014/main" id="{B0B854A8-755A-47DA-AEB5-6084B0BC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351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8" name="d-tree-epsilon-0.02-path-0806">
            <a:extLst xmlns:a="http://schemas.openxmlformats.org/drawingml/2006/main">
              <a:ext uri="{FF2B5EF4-FFF2-40B4-BE49-F238E27FC236}">
                <a16:creationId xmlns:a16="http://schemas.microsoft.com/office/drawing/2014/main" id="{D6197D7A-0643-4650-B53F-B4B0F49D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837" y="6867734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49" name="d-tree-epsilon-0.02-path-0807">
            <a:extLst xmlns:a="http://schemas.openxmlformats.org/drawingml/2006/main">
              <a:ext uri="{FF2B5EF4-FFF2-40B4-BE49-F238E27FC236}">
                <a16:creationId xmlns:a16="http://schemas.microsoft.com/office/drawing/2014/main" id="{925D4276-AD46-4FAE-96AF-25E98C29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75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0" name="d-tree-epsilon-0.02-path-0808">
            <a:extLst xmlns:a="http://schemas.openxmlformats.org/drawingml/2006/main">
              <a:ext uri="{FF2B5EF4-FFF2-40B4-BE49-F238E27FC236}">
                <a16:creationId xmlns:a16="http://schemas.microsoft.com/office/drawing/2014/main" id="{58699FBB-F5A3-42EF-AFB0-FDD77F1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41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1" name="d-tree-epsilon-0.02-path-0809">
            <a:extLst xmlns:a="http://schemas.openxmlformats.org/drawingml/2006/main">
              <a:ext uri="{FF2B5EF4-FFF2-40B4-BE49-F238E27FC236}">
                <a16:creationId xmlns:a16="http://schemas.microsoft.com/office/drawing/2014/main" id="{1EE730B4-3B1C-4ACA-9EB4-CCF01BDF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758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2" name="d-tree-epsilon-0.02-path-0810">
            <a:extLst xmlns:a="http://schemas.openxmlformats.org/drawingml/2006/main">
              <a:ext uri="{FF2B5EF4-FFF2-40B4-BE49-F238E27FC236}">
                <a16:creationId xmlns:a16="http://schemas.microsoft.com/office/drawing/2014/main" id="{C9C7DA5D-EDB6-4F72-933B-C08B278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1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3" name="d-tree-epsilon-0.02-path-0811">
            <a:extLst xmlns:a="http://schemas.openxmlformats.org/drawingml/2006/main">
              <a:ext uri="{FF2B5EF4-FFF2-40B4-BE49-F238E27FC236}">
                <a16:creationId xmlns:a16="http://schemas.microsoft.com/office/drawing/2014/main" id="{79FF0D2F-5D00-4558-8613-CBA4E68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637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4" name="d-tree-epsilon-0.02-path-0812">
            <a:extLst xmlns:a="http://schemas.openxmlformats.org/drawingml/2006/main">
              <a:ext uri="{FF2B5EF4-FFF2-40B4-BE49-F238E27FC236}">
                <a16:creationId xmlns:a16="http://schemas.microsoft.com/office/drawing/2014/main" id="{0B7A8E59-A274-4ADD-8D04-D1CCEFAC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18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5" name="d-tree-epsilon-0.02-path-0813">
            <a:extLst xmlns:a="http://schemas.openxmlformats.org/drawingml/2006/main">
              <a:ext uri="{FF2B5EF4-FFF2-40B4-BE49-F238E27FC236}">
                <a16:creationId xmlns:a16="http://schemas.microsoft.com/office/drawing/2014/main" id="{D5752BBF-015A-4384-8725-90036A9C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545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6" name="d-tree-epsilon-0.02-path-0814">
            <a:extLst xmlns:a="http://schemas.openxmlformats.org/drawingml/2006/main">
              <a:ext uri="{FF2B5EF4-FFF2-40B4-BE49-F238E27FC236}">
                <a16:creationId xmlns:a16="http://schemas.microsoft.com/office/drawing/2014/main" id="{0E896D07-EF69-461C-B802-6DDA779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6025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7" name="d-tree-epsilon-0.02-path-0815">
            <a:extLst xmlns:a="http://schemas.openxmlformats.org/drawingml/2006/main">
              <a:ext uri="{FF2B5EF4-FFF2-40B4-BE49-F238E27FC236}">
                <a16:creationId xmlns:a16="http://schemas.microsoft.com/office/drawing/2014/main" id="{D1186236-B532-4178-9863-E3AF85C6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545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8" name="d-tree-epsilon-0.02-path-0816">
            <a:extLst xmlns:a="http://schemas.openxmlformats.org/drawingml/2006/main">
              <a:ext uri="{FF2B5EF4-FFF2-40B4-BE49-F238E27FC236}">
                <a16:creationId xmlns:a16="http://schemas.microsoft.com/office/drawing/2014/main" id="{B3EFF219-4D63-474B-AC15-BEA8BFF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8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59" name="d-tree-epsilon-0.02-path-0817">
            <a:extLst xmlns:a="http://schemas.openxmlformats.org/drawingml/2006/main">
              <a:ext uri="{FF2B5EF4-FFF2-40B4-BE49-F238E27FC236}">
                <a16:creationId xmlns:a16="http://schemas.microsoft.com/office/drawing/2014/main" id="{D5F04F02-E9E9-4BFF-8F71-C6EE9933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463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0" name="d-tree-epsilon-0.02-path-0818">
            <a:extLst xmlns:a="http://schemas.openxmlformats.org/drawingml/2006/main">
              <a:ext uri="{FF2B5EF4-FFF2-40B4-BE49-F238E27FC236}">
                <a16:creationId xmlns:a16="http://schemas.microsoft.com/office/drawing/2014/main" id="{BA5CFC32-D044-4B86-B065-BD81ABE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85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1" name="d-tree-epsilon-0.02-path-0819">
            <a:extLst xmlns:a="http://schemas.openxmlformats.org/drawingml/2006/main">
              <a:ext uri="{FF2B5EF4-FFF2-40B4-BE49-F238E27FC236}">
                <a16:creationId xmlns:a16="http://schemas.microsoft.com/office/drawing/2014/main" id="{78B8E56B-FEAE-45EB-8891-5D94B39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9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2" name="d-tree-epsilon-0.02-path-0820">
            <a:extLst xmlns:a="http://schemas.openxmlformats.org/drawingml/2006/main">
              <a:ext uri="{FF2B5EF4-FFF2-40B4-BE49-F238E27FC236}">
                <a16:creationId xmlns:a16="http://schemas.microsoft.com/office/drawing/2014/main" id="{A78B7B5C-4E8A-4291-9F0C-262C11E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946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3" name="d-tree-epsilon-0.02-path-0821">
            <a:extLst xmlns:a="http://schemas.openxmlformats.org/drawingml/2006/main">
              <a:ext uri="{FF2B5EF4-FFF2-40B4-BE49-F238E27FC236}">
                <a16:creationId xmlns:a16="http://schemas.microsoft.com/office/drawing/2014/main" id="{92577540-A727-4585-9F5D-06D879F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92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4" name="d-tree-epsilon-0.02-path-0822">
            <a:extLst xmlns:a="http://schemas.openxmlformats.org/drawingml/2006/main">
              <a:ext uri="{FF2B5EF4-FFF2-40B4-BE49-F238E27FC236}">
                <a16:creationId xmlns:a16="http://schemas.microsoft.com/office/drawing/2014/main" id="{ED561332-E180-4968-99EC-4B10340F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60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5" name="d-tree-epsilon-0.02-path-0823">
            <a:extLst xmlns:a="http://schemas.openxmlformats.org/drawingml/2006/main">
              <a:ext uri="{FF2B5EF4-FFF2-40B4-BE49-F238E27FC236}">
                <a16:creationId xmlns:a16="http://schemas.microsoft.com/office/drawing/2014/main" id="{4D34DF0C-98F0-4AAA-AB65-13706590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213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6" name="d-tree-epsilon-0.02-path-0824">
            <a:extLst xmlns:a="http://schemas.openxmlformats.org/drawingml/2006/main">
              <a:ext uri="{FF2B5EF4-FFF2-40B4-BE49-F238E27FC236}">
                <a16:creationId xmlns:a16="http://schemas.microsoft.com/office/drawing/2014/main" id="{F3E0C472-CE00-48BA-BCA5-DEA217F5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60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7" name="d-tree-epsilon-0.02-path-0825">
            <a:extLst xmlns:a="http://schemas.openxmlformats.org/drawingml/2006/main">
              <a:ext uri="{FF2B5EF4-FFF2-40B4-BE49-F238E27FC236}">
                <a16:creationId xmlns:a16="http://schemas.microsoft.com/office/drawing/2014/main" id="{29CFD5E5-3D92-488B-BB6F-BBF70F8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17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8" name="d-tree-epsilon-0.02-path-0826">
            <a:extLst xmlns:a="http://schemas.openxmlformats.org/drawingml/2006/main">
              <a:ext uri="{FF2B5EF4-FFF2-40B4-BE49-F238E27FC236}">
                <a16:creationId xmlns:a16="http://schemas.microsoft.com/office/drawing/2014/main" id="{CD040D68-CDA6-432C-B8E1-751812A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27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69" name="d-tree-epsilon-0.02-path-0827">
            <a:extLst xmlns:a="http://schemas.openxmlformats.org/drawingml/2006/main">
              <a:ext uri="{FF2B5EF4-FFF2-40B4-BE49-F238E27FC236}">
                <a16:creationId xmlns:a16="http://schemas.microsoft.com/office/drawing/2014/main" id="{090F8B11-7599-40E5-8CA3-095B99B4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174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0" name="d-tree-epsilon-0.02-path-0828">
            <a:extLst xmlns:a="http://schemas.openxmlformats.org/drawingml/2006/main">
              <a:ext uri="{FF2B5EF4-FFF2-40B4-BE49-F238E27FC236}">
                <a16:creationId xmlns:a16="http://schemas.microsoft.com/office/drawing/2014/main" id="{54FEA90A-CF64-4EC5-A490-28CBE730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520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1" name="d-tree-epsilon-0.02-path-0829">
            <a:extLst xmlns:a="http://schemas.openxmlformats.org/drawingml/2006/main">
              <a:ext uri="{FF2B5EF4-FFF2-40B4-BE49-F238E27FC236}">
                <a16:creationId xmlns:a16="http://schemas.microsoft.com/office/drawing/2014/main" id="{9443E518-9EA9-4FA3-8865-AC46D97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000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2" name="d-tree-epsilon-0.02-path-0830">
            <a:extLst xmlns:a="http://schemas.openxmlformats.org/drawingml/2006/main">
              <a:ext uri="{FF2B5EF4-FFF2-40B4-BE49-F238E27FC236}">
                <a16:creationId xmlns:a16="http://schemas.microsoft.com/office/drawing/2014/main" id="{72995EA1-D8E8-4689-85C8-95FB677F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520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3" name="d-tree-epsilon-0.02-path-0831">
            <a:extLst xmlns:a="http://schemas.openxmlformats.org/drawingml/2006/main">
              <a:ext uri="{FF2B5EF4-FFF2-40B4-BE49-F238E27FC236}">
                <a16:creationId xmlns:a16="http://schemas.microsoft.com/office/drawing/2014/main" id="{2FF554DB-4B32-4B55-9103-3DB8E41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867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4" name="d-tree-epsilon-0.02-path-0832">
            <a:extLst xmlns:a="http://schemas.openxmlformats.org/drawingml/2006/main">
              <a:ext uri="{FF2B5EF4-FFF2-40B4-BE49-F238E27FC236}">
                <a16:creationId xmlns:a16="http://schemas.microsoft.com/office/drawing/2014/main" id="{92F4E7BC-C9BF-4919-875B-5C19523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60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5" name="d-tree-epsilon-0.02-path-0833">
            <a:extLst xmlns:a="http://schemas.openxmlformats.org/drawingml/2006/main">
              <a:ext uri="{FF2B5EF4-FFF2-40B4-BE49-F238E27FC236}">
                <a16:creationId xmlns:a16="http://schemas.microsoft.com/office/drawing/2014/main" id="{A810D8E4-4534-4550-AB6A-808895BE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867" y="6890299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6" name="d-tree-epsilon-0.02-path-0834">
            <a:extLst xmlns:a="http://schemas.openxmlformats.org/drawingml/2006/main">
              <a:ext uri="{FF2B5EF4-FFF2-40B4-BE49-F238E27FC236}">
                <a16:creationId xmlns:a16="http://schemas.microsoft.com/office/drawing/2014/main" id="{ACCC8E5F-5ED7-4430-8861-78086D69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87" y="686773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7" name="d-tree-epsilon-0.02-path-0835">
            <a:extLst xmlns:a="http://schemas.openxmlformats.org/drawingml/2006/main">
              <a:ext uri="{FF2B5EF4-FFF2-40B4-BE49-F238E27FC236}">
                <a16:creationId xmlns:a16="http://schemas.microsoft.com/office/drawing/2014/main" id="{1F5E085F-EDE4-436C-B8D3-BA83ACC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313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8" name="d-tree-epsilon-0.02-path-0836">
            <a:extLst xmlns:a="http://schemas.openxmlformats.org/drawingml/2006/main">
              <a:ext uri="{FF2B5EF4-FFF2-40B4-BE49-F238E27FC236}">
                <a16:creationId xmlns:a16="http://schemas.microsoft.com/office/drawing/2014/main" id="{B3ABD37B-F4BF-41E1-992F-254E3B5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87" y="6867734"/>
            <a:ext cx="22928" cy="476"/>
          </a:xfrm>
          <a:custGeom xmlns:a="http://schemas.openxmlformats.org/drawingml/2006/main">
            <a:pathLst>
              <a:path w="19929" h="476">
                <a:moveTo>
                  <a:pt x="0" y="0"/>
                </a:moveTo>
                <a:lnTo>
                  <a:pt x="199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79" name="d-tree-epsilon-0.02-path-0837">
            <a:extLst xmlns:a="http://schemas.openxmlformats.org/drawingml/2006/main">
              <a:ext uri="{FF2B5EF4-FFF2-40B4-BE49-F238E27FC236}">
                <a16:creationId xmlns:a16="http://schemas.microsoft.com/office/drawing/2014/main" id="{AB2FBBEC-AF0F-4C55-824C-F840474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09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0" name="d-tree-epsilon-0.02-path-0838">
            <a:extLst xmlns:a="http://schemas.openxmlformats.org/drawingml/2006/main">
              <a:ext uri="{FF2B5EF4-FFF2-40B4-BE49-F238E27FC236}">
                <a16:creationId xmlns:a16="http://schemas.microsoft.com/office/drawing/2014/main" id="{B63300BD-F667-4F0D-AAE0-E5DF82F7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749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1" name="d-tree-epsilon-0.02-path-0839">
            <a:extLst xmlns:a="http://schemas.openxmlformats.org/drawingml/2006/main">
              <a:ext uri="{FF2B5EF4-FFF2-40B4-BE49-F238E27FC236}">
                <a16:creationId xmlns:a16="http://schemas.microsoft.com/office/drawing/2014/main" id="{E4BD5007-87A6-4971-BA39-2DC427B2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095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2" name="d-tree-epsilon-0.02-path-0840">
            <a:extLst xmlns:a="http://schemas.openxmlformats.org/drawingml/2006/main">
              <a:ext uri="{FF2B5EF4-FFF2-40B4-BE49-F238E27FC236}">
                <a16:creationId xmlns:a16="http://schemas.microsoft.com/office/drawing/2014/main" id="{6113AA2A-4097-497D-9910-D5ED0DFE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441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3" name="d-tree-epsilon-0.02-path-0841">
            <a:extLst xmlns:a="http://schemas.openxmlformats.org/drawingml/2006/main">
              <a:ext uri="{FF2B5EF4-FFF2-40B4-BE49-F238E27FC236}">
                <a16:creationId xmlns:a16="http://schemas.microsoft.com/office/drawing/2014/main" id="{44389DFF-BCBA-4C9F-8CB6-CA6B9F23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3921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4" name="d-tree-epsilon-0.02-path-0842">
            <a:extLst xmlns:a="http://schemas.openxmlformats.org/drawingml/2006/main">
              <a:ext uri="{FF2B5EF4-FFF2-40B4-BE49-F238E27FC236}">
                <a16:creationId xmlns:a16="http://schemas.microsoft.com/office/drawing/2014/main" id="{0E7E80E7-E044-4BAF-B4DA-B9AAC184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441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5" name="d-tree-epsilon-0.02-path-0843">
            <a:extLst xmlns:a="http://schemas.openxmlformats.org/drawingml/2006/main">
              <a:ext uri="{FF2B5EF4-FFF2-40B4-BE49-F238E27FC236}">
                <a16:creationId xmlns:a16="http://schemas.microsoft.com/office/drawing/2014/main" id="{07A123DE-C95B-410E-843B-B54516A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88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6" name="d-tree-epsilon-0.02-path-0844">
            <a:extLst xmlns:a="http://schemas.openxmlformats.org/drawingml/2006/main">
              <a:ext uri="{FF2B5EF4-FFF2-40B4-BE49-F238E27FC236}">
                <a16:creationId xmlns:a16="http://schemas.microsoft.com/office/drawing/2014/main" id="{C5BB499E-ADD7-4E8C-836E-1E6400A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81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7" name="d-tree-epsilon-0.02-path-0845">
            <a:extLst xmlns:a="http://schemas.openxmlformats.org/drawingml/2006/main">
              <a:ext uri="{FF2B5EF4-FFF2-40B4-BE49-F238E27FC236}">
                <a16:creationId xmlns:a16="http://schemas.microsoft.com/office/drawing/2014/main" id="{AD512EAE-17E1-4D1F-99B0-56E1659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88" y="6890299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8" name="d-tree-epsilon-0.02-path-0846">
            <a:extLst xmlns:a="http://schemas.openxmlformats.org/drawingml/2006/main">
              <a:ext uri="{FF2B5EF4-FFF2-40B4-BE49-F238E27FC236}">
                <a16:creationId xmlns:a16="http://schemas.microsoft.com/office/drawing/2014/main" id="{1426BF58-0082-4303-A38A-17B7E055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56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89" name="d-tree-epsilon-0.02-path-0847">
            <a:extLst xmlns:a="http://schemas.openxmlformats.org/drawingml/2006/main">
              <a:ext uri="{FF2B5EF4-FFF2-40B4-BE49-F238E27FC236}">
                <a16:creationId xmlns:a16="http://schemas.microsoft.com/office/drawing/2014/main" id="{B23E5F42-AFBC-4F85-963A-8829E1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709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0" name="d-tree-epsilon-0.02-path-0848">
            <a:extLst xmlns:a="http://schemas.openxmlformats.org/drawingml/2006/main">
              <a:ext uri="{FF2B5EF4-FFF2-40B4-BE49-F238E27FC236}">
                <a16:creationId xmlns:a16="http://schemas.microsoft.com/office/drawing/2014/main" id="{29BDA731-B332-4D35-A812-16A1B39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56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1" name="d-tree-epsilon-0.02-path-0849">
            <a:extLst xmlns:a="http://schemas.openxmlformats.org/drawingml/2006/main">
              <a:ext uri="{FF2B5EF4-FFF2-40B4-BE49-F238E27FC236}">
                <a16:creationId xmlns:a16="http://schemas.microsoft.com/office/drawing/2014/main" id="{681E1DE4-9460-4391-9112-2879A09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936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892" name="d-tree-epsilon-0.02-path-0850">
            <a:extLst xmlns:a="http://schemas.openxmlformats.org/drawingml/2006/main">
              <a:ext uri="{FF2B5EF4-FFF2-40B4-BE49-F238E27FC236}">
                <a16:creationId xmlns:a16="http://schemas.microsoft.com/office/drawing/2014/main" id="{28D2104F-8A1A-4791-A3C0-DD49233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90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3" name="d-tree-epsilon-0.02-path-0851">
            <a:extLst xmlns:a="http://schemas.openxmlformats.org/drawingml/2006/main">
              <a:ext uri="{FF2B5EF4-FFF2-40B4-BE49-F238E27FC236}">
                <a16:creationId xmlns:a16="http://schemas.microsoft.com/office/drawing/2014/main" id="{4A664EF7-A504-40E9-9751-DC02276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936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4" name="d-tree-epsilon-0.02-path-0852">
            <a:extLst xmlns:a="http://schemas.openxmlformats.org/drawingml/2006/main">
              <a:ext uri="{FF2B5EF4-FFF2-40B4-BE49-F238E27FC236}">
                <a16:creationId xmlns:a16="http://schemas.microsoft.com/office/drawing/2014/main" id="{EA085132-F765-42E3-8BC7-1C5E2EE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1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5" name="d-tree-epsilon-0.02-path-0853">
            <a:extLst xmlns:a="http://schemas.openxmlformats.org/drawingml/2006/main">
              <a:ext uri="{FF2B5EF4-FFF2-40B4-BE49-F238E27FC236}">
                <a16:creationId xmlns:a16="http://schemas.microsoft.com/office/drawing/2014/main" id="{3B7AE7F8-21A1-4BF8-8DC4-F3668BB1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16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6" name="d-tree-epsilon-0.02-path-0854">
            <a:extLst xmlns:a="http://schemas.openxmlformats.org/drawingml/2006/main">
              <a:ext uri="{FF2B5EF4-FFF2-40B4-BE49-F238E27FC236}">
                <a16:creationId xmlns:a16="http://schemas.microsoft.com/office/drawing/2014/main" id="{C07A459D-F27A-4340-BA42-5450DD16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511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7" name="d-tree-epsilon-0.02-path-0855">
            <a:extLst xmlns:a="http://schemas.openxmlformats.org/drawingml/2006/main">
              <a:ext uri="{FF2B5EF4-FFF2-40B4-BE49-F238E27FC236}">
                <a16:creationId xmlns:a16="http://schemas.microsoft.com/office/drawing/2014/main" id="{782AEA9D-4EA3-4923-87F6-8E9EE9E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858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8" name="d-tree-epsilon-0.02-path-0856">
            <a:extLst xmlns:a="http://schemas.openxmlformats.org/drawingml/2006/main">
              <a:ext uri="{FF2B5EF4-FFF2-40B4-BE49-F238E27FC236}">
                <a16:creationId xmlns:a16="http://schemas.microsoft.com/office/drawing/2014/main" id="{7CE55F5B-3B30-4AA7-95E8-9AD5970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38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899" name="d-tree-epsilon-0.02-path-0857">
            <a:extLst xmlns:a="http://schemas.openxmlformats.org/drawingml/2006/main">
              <a:ext uri="{FF2B5EF4-FFF2-40B4-BE49-F238E27FC236}">
                <a16:creationId xmlns:a16="http://schemas.microsoft.com/office/drawing/2014/main" id="{56CA7168-0FA7-4113-864B-B2D617A7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858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0" name="d-tree-epsilon-0.02-path-0858">
            <a:extLst xmlns:a="http://schemas.openxmlformats.org/drawingml/2006/main">
              <a:ext uri="{FF2B5EF4-FFF2-40B4-BE49-F238E27FC236}">
                <a16:creationId xmlns:a16="http://schemas.microsoft.com/office/drawing/2014/main" id="{5BEA5766-A1A5-4148-8198-BD2E1BE6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81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1" name="d-tree-epsilon-0.02-path-0859">
            <a:extLst xmlns:a="http://schemas.openxmlformats.org/drawingml/2006/main">
              <a:ext uri="{FF2B5EF4-FFF2-40B4-BE49-F238E27FC236}">
                <a16:creationId xmlns:a16="http://schemas.microsoft.com/office/drawing/2014/main" id="{099CA96C-BCB2-43A4-B9F9-44B1A660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47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2" name="d-tree-epsilon-0.02-path-0860">
            <a:extLst xmlns:a="http://schemas.openxmlformats.org/drawingml/2006/main">
              <a:ext uri="{FF2B5EF4-FFF2-40B4-BE49-F238E27FC236}">
                <a16:creationId xmlns:a16="http://schemas.microsoft.com/office/drawing/2014/main" id="{479C099E-C4C7-4246-A21B-6A3B473D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818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3" name="d-tree-epsilon-0.02-path-0861">
            <a:extLst xmlns:a="http://schemas.openxmlformats.org/drawingml/2006/main">
              <a:ext uri="{FF2B5EF4-FFF2-40B4-BE49-F238E27FC236}">
                <a16:creationId xmlns:a16="http://schemas.microsoft.com/office/drawing/2014/main" id="{833F40D1-1607-4E79-9652-751559F3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097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4" name="d-tree-epsilon-0.02-path-0862">
            <a:extLst xmlns:a="http://schemas.openxmlformats.org/drawingml/2006/main">
              <a:ext uri="{FF2B5EF4-FFF2-40B4-BE49-F238E27FC236}">
                <a16:creationId xmlns:a16="http://schemas.microsoft.com/office/drawing/2014/main" id="{BF1B2FCF-1B69-49FC-B43F-1A06B6C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645" y="689029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5" name="d-tree-epsilon-0.02-path-0863">
            <a:extLst xmlns:a="http://schemas.openxmlformats.org/drawingml/2006/main">
              <a:ext uri="{FF2B5EF4-FFF2-40B4-BE49-F238E27FC236}">
                <a16:creationId xmlns:a16="http://schemas.microsoft.com/office/drawing/2014/main" id="{23116CD7-5FDE-4621-A339-3F162AA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097" y="6890299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6" name="d-tree-epsilon-0.02-path-0864">
            <a:extLst xmlns:a="http://schemas.openxmlformats.org/drawingml/2006/main">
              <a:ext uri="{FF2B5EF4-FFF2-40B4-BE49-F238E27FC236}">
                <a16:creationId xmlns:a16="http://schemas.microsoft.com/office/drawing/2014/main" id="{58C76FD8-3249-4DB6-A8CD-28C348F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71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7" name="d-tree-epsilon-0.02-path-0865">
            <a:extLst xmlns:a="http://schemas.openxmlformats.org/drawingml/2006/main">
              <a:ext uri="{FF2B5EF4-FFF2-40B4-BE49-F238E27FC236}">
                <a16:creationId xmlns:a16="http://schemas.microsoft.com/office/drawing/2014/main" id="{B8FBBA8D-6ADD-4944-9C67-DE6E9331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125" y="686773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8" name="d-tree-epsilon-0.02-path-0866">
            <a:extLst xmlns:a="http://schemas.openxmlformats.org/drawingml/2006/main">
              <a:ext uri="{FF2B5EF4-FFF2-40B4-BE49-F238E27FC236}">
                <a16:creationId xmlns:a16="http://schemas.microsoft.com/office/drawing/2014/main" id="{F4781FAC-4E68-462D-B90A-2D3DF8B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371" y="6867734"/>
            <a:ext cx="27754" cy="476"/>
          </a:xfrm>
          <a:custGeom xmlns:a="http://schemas.openxmlformats.org/drawingml/2006/main">
            <a:pathLst>
              <a:path w="24124" h="476">
                <a:moveTo>
                  <a:pt x="0" y="0"/>
                </a:moveTo>
                <a:lnTo>
                  <a:pt x="24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09" name="d-tree-epsilon-0.02-path-0867">
            <a:extLst xmlns:a="http://schemas.openxmlformats.org/drawingml/2006/main">
              <a:ext uri="{FF2B5EF4-FFF2-40B4-BE49-F238E27FC236}">
                <a16:creationId xmlns:a16="http://schemas.microsoft.com/office/drawing/2014/main" id="{51BC1BE8-17F7-4579-9D42-A7F8906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204" y="6845169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0" name="d-tree-epsilon-0.02-path-0868">
            <a:extLst xmlns:a="http://schemas.openxmlformats.org/drawingml/2006/main">
              <a:ext uri="{FF2B5EF4-FFF2-40B4-BE49-F238E27FC236}">
                <a16:creationId xmlns:a16="http://schemas.microsoft.com/office/drawing/2014/main" id="{A0C8D135-F85F-4405-A109-F29D450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248" y="684516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1" name="d-tree-epsilon-0.02-path-0869">
            <a:extLst xmlns:a="http://schemas.openxmlformats.org/drawingml/2006/main">
              <a:ext uri="{FF2B5EF4-FFF2-40B4-BE49-F238E27FC236}">
                <a16:creationId xmlns:a16="http://schemas.microsoft.com/office/drawing/2014/main" id="{AAA18D53-A050-408F-B81C-CAEDB2E4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204" y="6845169"/>
            <a:ext cx="44044" cy="476"/>
          </a:xfrm>
          <a:custGeom xmlns:a="http://schemas.openxmlformats.org/drawingml/2006/main">
            <a:pathLst>
              <a:path w="38284" h="476">
                <a:moveTo>
                  <a:pt x="0" y="0"/>
                </a:moveTo>
                <a:lnTo>
                  <a:pt x="38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2" name="d-tree-epsilon-0.02-path-0870">
            <a:extLst xmlns:a="http://schemas.openxmlformats.org/drawingml/2006/main">
              <a:ext uri="{FF2B5EF4-FFF2-40B4-BE49-F238E27FC236}">
                <a16:creationId xmlns:a16="http://schemas.microsoft.com/office/drawing/2014/main" id="{978E8EAE-FACA-4EB9-8CE3-A882097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2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3" name="d-tree-epsilon-0.02-path-0871">
            <a:extLst xmlns:a="http://schemas.openxmlformats.org/drawingml/2006/main">
              <a:ext uri="{FF2B5EF4-FFF2-40B4-BE49-F238E27FC236}">
                <a16:creationId xmlns:a16="http://schemas.microsoft.com/office/drawing/2014/main" id="{27A4B859-C4FE-4458-9BC6-76E09022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779" y="6822604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4" name="d-tree-epsilon-0.02-path-0872">
            <a:extLst xmlns:a="http://schemas.openxmlformats.org/drawingml/2006/main">
              <a:ext uri="{FF2B5EF4-FFF2-40B4-BE49-F238E27FC236}">
                <a16:creationId xmlns:a16="http://schemas.microsoft.com/office/drawing/2014/main" id="{61BB1AE2-6379-41C4-B2DC-6DF4CEB9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226" y="6822604"/>
            <a:ext cx="45553" cy="476"/>
          </a:xfrm>
          <a:custGeom xmlns:a="http://schemas.openxmlformats.org/drawingml/2006/main">
            <a:pathLst>
              <a:path w="39595" h="476">
                <a:moveTo>
                  <a:pt x="0" y="0"/>
                </a:moveTo>
                <a:lnTo>
                  <a:pt x="39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5" name="d-tree-epsilon-0.02-path-0873">
            <a:extLst xmlns:a="http://schemas.openxmlformats.org/drawingml/2006/main">
              <a:ext uri="{FF2B5EF4-FFF2-40B4-BE49-F238E27FC236}">
                <a16:creationId xmlns:a16="http://schemas.microsoft.com/office/drawing/2014/main" id="{CA701A36-0D06-4DD6-875A-A883C5B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00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6" name="d-tree-epsilon-0.02-path-0874">
            <a:extLst xmlns:a="http://schemas.openxmlformats.org/drawingml/2006/main">
              <a:ext uri="{FF2B5EF4-FFF2-40B4-BE49-F238E27FC236}">
                <a16:creationId xmlns:a16="http://schemas.microsoft.com/office/drawing/2014/main" id="{7DC2725C-09C4-4C0D-9DEE-E99560D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432" y="6800039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7" name="d-tree-epsilon-0.02-path-0875">
            <a:extLst xmlns:a="http://schemas.openxmlformats.org/drawingml/2006/main">
              <a:ext uri="{FF2B5EF4-FFF2-40B4-BE49-F238E27FC236}">
                <a16:creationId xmlns:a16="http://schemas.microsoft.com/office/drawing/2014/main" id="{ED44ABDD-DF73-4028-B4C3-292340B8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003" y="6800039"/>
            <a:ext cx="32429" cy="476"/>
          </a:xfrm>
          <a:custGeom xmlns:a="http://schemas.openxmlformats.org/drawingml/2006/main">
            <a:pathLst>
              <a:path w="28188" h="476">
                <a:moveTo>
                  <a:pt x="0" y="0"/>
                </a:moveTo>
                <a:lnTo>
                  <a:pt x="28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8" name="d-tree-epsilon-0.02-path-0876">
            <a:extLst xmlns:a="http://schemas.openxmlformats.org/drawingml/2006/main">
              <a:ext uri="{FF2B5EF4-FFF2-40B4-BE49-F238E27FC236}">
                <a16:creationId xmlns:a16="http://schemas.microsoft.com/office/drawing/2014/main" id="{87EE19AB-9919-4F9A-9F83-64A45640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218" y="67774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19" name="d-tree-epsilon-0.02-path-0877">
            <a:extLst xmlns:a="http://schemas.openxmlformats.org/drawingml/2006/main">
              <a:ext uri="{FF2B5EF4-FFF2-40B4-BE49-F238E27FC236}">
                <a16:creationId xmlns:a16="http://schemas.microsoft.com/office/drawing/2014/main" id="{0A157491-4156-4E53-A3C7-386CA1EA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086" y="677747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0" name="d-tree-epsilon-0.02-path-0878">
            <a:extLst xmlns:a="http://schemas.openxmlformats.org/drawingml/2006/main">
              <a:ext uri="{FF2B5EF4-FFF2-40B4-BE49-F238E27FC236}">
                <a16:creationId xmlns:a16="http://schemas.microsoft.com/office/drawing/2014/main" id="{87051898-40B5-4EF7-9455-A5014BA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218" y="6777473"/>
            <a:ext cx="25868" cy="476"/>
          </a:xfrm>
          <a:custGeom xmlns:a="http://schemas.openxmlformats.org/drawingml/2006/main">
            <a:pathLst>
              <a:path w="22485" h="476">
                <a:moveTo>
                  <a:pt x="0" y="0"/>
                </a:moveTo>
                <a:lnTo>
                  <a:pt x="22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1" name="d-tree-epsilon-0.02-path-0879">
            <a:extLst xmlns:a="http://schemas.openxmlformats.org/drawingml/2006/main">
              <a:ext uri="{FF2B5EF4-FFF2-40B4-BE49-F238E27FC236}">
                <a16:creationId xmlns:a16="http://schemas.microsoft.com/office/drawing/2014/main" id="{DF8DCAF3-5772-4DE9-BC02-0A75769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39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2" name="d-tree-epsilon-0.02-path-0880">
            <a:extLst xmlns:a="http://schemas.openxmlformats.org/drawingml/2006/main">
              <a:ext uri="{FF2B5EF4-FFF2-40B4-BE49-F238E27FC236}">
                <a16:creationId xmlns:a16="http://schemas.microsoft.com/office/drawing/2014/main" id="{128E382D-6956-44F1-96CE-2E4E4F9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93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3" name="d-tree-epsilon-0.02-path-0881">
            <a:extLst xmlns:a="http://schemas.openxmlformats.org/drawingml/2006/main">
              <a:ext uri="{FF2B5EF4-FFF2-40B4-BE49-F238E27FC236}">
                <a16:creationId xmlns:a16="http://schemas.microsoft.com/office/drawing/2014/main" id="{7C80A79B-C761-46B8-8401-6549752D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39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4" name="d-tree-epsilon-0.02-path-0882">
            <a:extLst xmlns:a="http://schemas.openxmlformats.org/drawingml/2006/main">
              <a:ext uri="{FF2B5EF4-FFF2-40B4-BE49-F238E27FC236}">
                <a16:creationId xmlns:a16="http://schemas.microsoft.com/office/drawing/2014/main" id="{8CBCC5C4-76A8-4560-8F15-2F08FAA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151" y="67549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5" name="d-tree-epsilon-0.02-path-0883">
            <a:extLst xmlns:a="http://schemas.openxmlformats.org/drawingml/2006/main">
              <a:ext uri="{FF2B5EF4-FFF2-40B4-BE49-F238E27FC236}">
                <a16:creationId xmlns:a16="http://schemas.microsoft.com/office/drawing/2014/main" id="{FC5E41E3-5795-497C-8FCA-3CF4584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66" y="675490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6" name="d-tree-epsilon-0.02-path-0884">
            <a:extLst xmlns:a="http://schemas.openxmlformats.org/drawingml/2006/main">
              <a:ext uri="{FF2B5EF4-FFF2-40B4-BE49-F238E27FC236}">
                <a16:creationId xmlns:a16="http://schemas.microsoft.com/office/drawing/2014/main" id="{F1EE09CD-BB5E-4125-86F9-FB30685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151" y="6754908"/>
            <a:ext cx="27414" cy="476"/>
          </a:xfrm>
          <a:custGeom xmlns:a="http://schemas.openxmlformats.org/drawingml/2006/main">
            <a:pathLst>
              <a:path w="23829" h="476">
                <a:moveTo>
                  <a:pt x="0" y="0"/>
                </a:moveTo>
                <a:lnTo>
                  <a:pt x="23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7" name="d-tree-epsilon-0.02-path-0885">
            <a:extLst xmlns:a="http://schemas.openxmlformats.org/drawingml/2006/main">
              <a:ext uri="{FF2B5EF4-FFF2-40B4-BE49-F238E27FC236}">
                <a16:creationId xmlns:a16="http://schemas.microsoft.com/office/drawing/2014/main" id="{BACC5A42-74D3-42F5-BDED-9CECA92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550" y="6732343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8" name="d-tree-epsilon-0.02-path-0886">
            <a:extLst xmlns:a="http://schemas.openxmlformats.org/drawingml/2006/main">
              <a:ext uri="{FF2B5EF4-FFF2-40B4-BE49-F238E27FC236}">
                <a16:creationId xmlns:a16="http://schemas.microsoft.com/office/drawing/2014/main" id="{6B54B145-6B81-4CBC-A179-6DA0EDF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859" y="67323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29" name="d-tree-epsilon-0.02-path-0887">
            <a:extLst xmlns:a="http://schemas.openxmlformats.org/drawingml/2006/main">
              <a:ext uri="{FF2B5EF4-FFF2-40B4-BE49-F238E27FC236}">
                <a16:creationId xmlns:a16="http://schemas.microsoft.com/office/drawing/2014/main" id="{11B7999B-C40A-4CD9-8599-BC2BE865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550" y="6732343"/>
            <a:ext cx="97308" cy="476"/>
          </a:xfrm>
          <a:custGeom xmlns:a="http://schemas.openxmlformats.org/drawingml/2006/main">
            <a:pathLst>
              <a:path w="84582" h="476">
                <a:moveTo>
                  <a:pt x="0" y="0"/>
                </a:moveTo>
                <a:lnTo>
                  <a:pt x="84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0" name="d-tree-epsilon-0.02-path-0888">
            <a:extLst xmlns:a="http://schemas.openxmlformats.org/drawingml/2006/main">
              <a:ext uri="{FF2B5EF4-FFF2-40B4-BE49-F238E27FC236}">
                <a16:creationId xmlns:a16="http://schemas.microsoft.com/office/drawing/2014/main" id="{B33B41AA-D2DA-4BE5-AFD4-C9985187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700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1" name="d-tree-epsilon-0.02-path-0889">
            <a:extLst xmlns:a="http://schemas.openxmlformats.org/drawingml/2006/main">
              <a:ext uri="{FF2B5EF4-FFF2-40B4-BE49-F238E27FC236}">
                <a16:creationId xmlns:a16="http://schemas.microsoft.com/office/drawing/2014/main" id="{E64BC401-093D-4844-A6E1-E6CC82A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353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2" name="d-tree-epsilon-0.02-path-0890">
            <a:extLst xmlns:a="http://schemas.openxmlformats.org/drawingml/2006/main">
              <a:ext uri="{FF2B5EF4-FFF2-40B4-BE49-F238E27FC236}">
                <a16:creationId xmlns:a16="http://schemas.microsoft.com/office/drawing/2014/main" id="{00E41E20-3E50-419B-B1D6-B94D884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700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3" name="d-tree-epsilon-0.02-path-0891">
            <a:extLst xmlns:a="http://schemas.openxmlformats.org/drawingml/2006/main">
              <a:ext uri="{FF2B5EF4-FFF2-40B4-BE49-F238E27FC236}">
                <a16:creationId xmlns:a16="http://schemas.microsoft.com/office/drawing/2014/main" id="{B34996A3-E96C-45CA-81A8-5E8F4A36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007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4" name="d-tree-epsilon-0.02-path-0892">
            <a:extLst xmlns:a="http://schemas.openxmlformats.org/drawingml/2006/main">
              <a:ext uri="{FF2B5EF4-FFF2-40B4-BE49-F238E27FC236}">
                <a16:creationId xmlns:a16="http://schemas.microsoft.com/office/drawing/2014/main" id="{2CD48C96-5F7E-4C5A-860B-D1AFCB8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66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935" name="d-tree-epsilon-0.02-path-0893">
            <a:extLst xmlns:a="http://schemas.openxmlformats.org/drawingml/2006/main">
              <a:ext uri="{FF2B5EF4-FFF2-40B4-BE49-F238E27FC236}">
                <a16:creationId xmlns:a16="http://schemas.microsoft.com/office/drawing/2014/main" id="{630EA018-9CB7-4729-BD85-2D1CA90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007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6" name="d-tree-epsilon-0.02-path-0894">
            <a:extLst xmlns:a="http://schemas.openxmlformats.org/drawingml/2006/main">
              <a:ext uri="{FF2B5EF4-FFF2-40B4-BE49-F238E27FC236}">
                <a16:creationId xmlns:a16="http://schemas.microsoft.com/office/drawing/2014/main" id="{15BC0646-D9D1-40BE-8E2E-AEB982D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26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7" name="d-tree-epsilon-0.02-path-0895">
            <a:extLst xmlns:a="http://schemas.openxmlformats.org/drawingml/2006/main">
              <a:ext uri="{FF2B5EF4-FFF2-40B4-BE49-F238E27FC236}">
                <a16:creationId xmlns:a16="http://schemas.microsoft.com/office/drawing/2014/main" id="{7D48BF77-A01E-41FC-A9C7-6D876C74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833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8" name="d-tree-epsilon-0.02-path-0896">
            <a:extLst xmlns:a="http://schemas.openxmlformats.org/drawingml/2006/main">
              <a:ext uri="{FF2B5EF4-FFF2-40B4-BE49-F238E27FC236}">
                <a16:creationId xmlns:a16="http://schemas.microsoft.com/office/drawing/2014/main" id="{61EBD89C-F30F-493A-87DC-C1314D24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526" y="6912864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39" name="d-tree-epsilon-0.02-path-0897">
            <a:extLst xmlns:a="http://schemas.openxmlformats.org/drawingml/2006/main">
              <a:ext uri="{FF2B5EF4-FFF2-40B4-BE49-F238E27FC236}">
                <a16:creationId xmlns:a16="http://schemas.microsoft.com/office/drawing/2014/main" id="{6DEB68B7-6840-4461-8DF0-FA27A665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046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0" name="d-tree-epsilon-0.02-path-0898">
            <a:extLst xmlns:a="http://schemas.openxmlformats.org/drawingml/2006/main">
              <a:ext uri="{FF2B5EF4-FFF2-40B4-BE49-F238E27FC236}">
                <a16:creationId xmlns:a16="http://schemas.microsoft.com/office/drawing/2014/main" id="{3537B22B-311E-4533-81FA-FDF773D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180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1" name="d-tree-epsilon-0.02-path-0899">
            <a:extLst xmlns:a="http://schemas.openxmlformats.org/drawingml/2006/main">
              <a:ext uri="{FF2B5EF4-FFF2-40B4-BE49-F238E27FC236}">
                <a16:creationId xmlns:a16="http://schemas.microsoft.com/office/drawing/2014/main" id="{B054B6ED-CA5D-491A-8281-DCD7F023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046" y="6890299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2" name="d-tree-epsilon-0.02-path-0900">
            <a:extLst xmlns:a="http://schemas.openxmlformats.org/drawingml/2006/main">
              <a:ext uri="{FF2B5EF4-FFF2-40B4-BE49-F238E27FC236}">
                <a16:creationId xmlns:a16="http://schemas.microsoft.com/office/drawing/2014/main" id="{9EBE92A2-C2EE-4641-92BF-9F7A8C6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05" y="670977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3" name="d-tree-epsilon-0.02-path-0901">
            <a:extLst xmlns:a="http://schemas.openxmlformats.org/drawingml/2006/main">
              <a:ext uri="{FF2B5EF4-FFF2-40B4-BE49-F238E27FC236}">
                <a16:creationId xmlns:a16="http://schemas.microsoft.com/office/drawing/2014/main" id="{A097BEE4-F735-4671-BA7D-1BD468F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112" y="670977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4" name="d-tree-epsilon-0.02-path-0902">
            <a:extLst xmlns:a="http://schemas.openxmlformats.org/drawingml/2006/main">
              <a:ext uri="{FF2B5EF4-FFF2-40B4-BE49-F238E27FC236}">
                <a16:creationId xmlns:a16="http://schemas.microsoft.com/office/drawing/2014/main" id="{0FDE31A5-63A2-4D1C-9E41-0B509A5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05" y="6709778"/>
            <a:ext cx="88908" cy="476"/>
          </a:xfrm>
          <a:custGeom xmlns:a="http://schemas.openxmlformats.org/drawingml/2006/main">
            <a:pathLst>
              <a:path w="77280" h="476">
                <a:moveTo>
                  <a:pt x="0" y="0"/>
                </a:moveTo>
                <a:lnTo>
                  <a:pt x="7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5" name="d-tree-epsilon-0.02-path-0903">
            <a:extLst xmlns:a="http://schemas.openxmlformats.org/drawingml/2006/main">
              <a:ext uri="{FF2B5EF4-FFF2-40B4-BE49-F238E27FC236}">
                <a16:creationId xmlns:a16="http://schemas.microsoft.com/office/drawing/2014/main" id="{E0854C8F-689F-4774-B4E0-DB40264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62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6" name="d-tree-epsilon-0.02-path-0904">
            <a:extLst xmlns:a="http://schemas.openxmlformats.org/drawingml/2006/main">
              <a:ext uri="{FF2B5EF4-FFF2-40B4-BE49-F238E27FC236}">
                <a16:creationId xmlns:a16="http://schemas.microsoft.com/office/drawing/2014/main" id="{B381B56E-172B-4679-AE7F-4A39B64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627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7" name="d-tree-epsilon-0.02-path-0905">
            <a:extLst xmlns:a="http://schemas.openxmlformats.org/drawingml/2006/main">
              <a:ext uri="{FF2B5EF4-FFF2-40B4-BE49-F238E27FC236}">
                <a16:creationId xmlns:a16="http://schemas.microsoft.com/office/drawing/2014/main" id="{A75DAB0E-A25F-4B9F-81CB-C7A210D3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621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8" name="d-tree-epsilon-0.02-path-0906">
            <a:extLst xmlns:a="http://schemas.openxmlformats.org/drawingml/2006/main">
              <a:ext uri="{FF2B5EF4-FFF2-40B4-BE49-F238E27FC236}">
                <a16:creationId xmlns:a16="http://schemas.microsoft.com/office/drawing/2014/main" id="{D70E5045-5CD2-4C7B-87B1-CC5BC6B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47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49" name="d-tree-epsilon-0.02-path-0907">
            <a:extLst xmlns:a="http://schemas.openxmlformats.org/drawingml/2006/main">
              <a:ext uri="{FF2B5EF4-FFF2-40B4-BE49-F238E27FC236}">
                <a16:creationId xmlns:a16="http://schemas.microsoft.com/office/drawing/2014/main" id="{AC9806CD-8F5C-419B-9CEA-5D711F7F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927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0" name="d-tree-epsilon-0.02-path-0908">
            <a:extLst xmlns:a="http://schemas.openxmlformats.org/drawingml/2006/main">
              <a:ext uri="{FF2B5EF4-FFF2-40B4-BE49-F238E27FC236}">
                <a16:creationId xmlns:a16="http://schemas.microsoft.com/office/drawing/2014/main" id="{88587A54-C00C-4C61-AC75-65759B1B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47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1" name="d-tree-epsilon-0.02-path-0909">
            <a:extLst xmlns:a="http://schemas.openxmlformats.org/drawingml/2006/main">
              <a:ext uri="{FF2B5EF4-FFF2-40B4-BE49-F238E27FC236}">
                <a16:creationId xmlns:a16="http://schemas.microsoft.com/office/drawing/2014/main" id="{78A7BD9F-4A9E-4452-9FF3-31A30E0E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687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2" name="d-tree-epsilon-0.02-path-0910">
            <a:extLst xmlns:a="http://schemas.openxmlformats.org/drawingml/2006/main">
              <a:ext uri="{FF2B5EF4-FFF2-40B4-BE49-F238E27FC236}">
                <a16:creationId xmlns:a16="http://schemas.microsoft.com/office/drawing/2014/main" id="{B1EE00F5-D01C-4B54-8087-A4B69AFD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81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3" name="d-tree-epsilon-0.02-path-0911">
            <a:extLst xmlns:a="http://schemas.openxmlformats.org/drawingml/2006/main">
              <a:ext uri="{FF2B5EF4-FFF2-40B4-BE49-F238E27FC236}">
                <a16:creationId xmlns:a16="http://schemas.microsoft.com/office/drawing/2014/main" id="{537AFBB4-D4E4-44D0-B780-B7B14F65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687" y="6890299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4" name="d-tree-epsilon-0.02-path-0912">
            <a:extLst xmlns:a="http://schemas.openxmlformats.org/drawingml/2006/main">
              <a:ext uri="{FF2B5EF4-FFF2-40B4-BE49-F238E27FC236}">
                <a16:creationId xmlns:a16="http://schemas.microsoft.com/office/drawing/2014/main" id="{046A8CBC-D0C5-4FB7-A799-53673D4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968" y="686773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5" name="d-tree-epsilon-0.02-path-0913">
            <a:extLst xmlns:a="http://schemas.openxmlformats.org/drawingml/2006/main">
              <a:ext uri="{FF2B5EF4-FFF2-40B4-BE49-F238E27FC236}">
                <a16:creationId xmlns:a16="http://schemas.microsoft.com/office/drawing/2014/main" id="{703A4859-A0C5-4530-8F26-52A0933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134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6" name="d-tree-epsilon-0.02-path-0914">
            <a:extLst xmlns:a="http://schemas.openxmlformats.org/drawingml/2006/main">
              <a:ext uri="{FF2B5EF4-FFF2-40B4-BE49-F238E27FC236}">
                <a16:creationId xmlns:a16="http://schemas.microsoft.com/office/drawing/2014/main" id="{D63A6FA9-5AD3-4B5C-9560-A3F75CE2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968" y="6867734"/>
            <a:ext cx="30167" cy="476"/>
          </a:xfrm>
          <a:custGeom xmlns:a="http://schemas.openxmlformats.org/drawingml/2006/main">
            <a:pathLst>
              <a:path w="26222" h="476">
                <a:moveTo>
                  <a:pt x="0" y="0"/>
                </a:moveTo>
                <a:lnTo>
                  <a:pt x="26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7" name="d-tree-epsilon-0.02-path-0915">
            <a:extLst xmlns:a="http://schemas.openxmlformats.org/drawingml/2006/main">
              <a:ext uri="{FF2B5EF4-FFF2-40B4-BE49-F238E27FC236}">
                <a16:creationId xmlns:a16="http://schemas.microsoft.com/office/drawing/2014/main" id="{60870CCC-829B-4C6E-9495-5E0FBEEC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23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8" name="d-tree-epsilon-0.02-path-0916">
            <a:extLst xmlns:a="http://schemas.openxmlformats.org/drawingml/2006/main">
              <a:ext uri="{FF2B5EF4-FFF2-40B4-BE49-F238E27FC236}">
                <a16:creationId xmlns:a16="http://schemas.microsoft.com/office/drawing/2014/main" id="{A18B6508-3124-4F85-9D89-51C21F4F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88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59" name="d-tree-epsilon-0.02-path-0917">
            <a:extLst xmlns:a="http://schemas.openxmlformats.org/drawingml/2006/main">
              <a:ext uri="{FF2B5EF4-FFF2-40B4-BE49-F238E27FC236}">
                <a16:creationId xmlns:a16="http://schemas.microsoft.com/office/drawing/2014/main" id="{98F97DD5-5A60-4B0D-B4C4-81616DF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234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0" name="d-tree-epsilon-0.02-path-0918">
            <a:extLst xmlns:a="http://schemas.openxmlformats.org/drawingml/2006/main">
              <a:ext uri="{FF2B5EF4-FFF2-40B4-BE49-F238E27FC236}">
                <a16:creationId xmlns:a16="http://schemas.microsoft.com/office/drawing/2014/main" id="{FB072FCC-DBF5-4D17-A7A3-031B498D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050" y="684516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1" name="d-tree-epsilon-0.02-path-0919">
            <a:extLst xmlns:a="http://schemas.openxmlformats.org/drawingml/2006/main">
              <a:ext uri="{FF2B5EF4-FFF2-40B4-BE49-F238E27FC236}">
                <a16:creationId xmlns:a16="http://schemas.microsoft.com/office/drawing/2014/main" id="{F627E5A9-CA1F-4FD7-BD93-74664473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061" y="684516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2" name="d-tree-epsilon-0.02-path-0920">
            <a:extLst xmlns:a="http://schemas.openxmlformats.org/drawingml/2006/main">
              <a:ext uri="{FF2B5EF4-FFF2-40B4-BE49-F238E27FC236}">
                <a16:creationId xmlns:a16="http://schemas.microsoft.com/office/drawing/2014/main" id="{DAB846F0-E7CD-4972-BA40-8ED7C7B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050" y="6845169"/>
            <a:ext cx="38010" cy="476"/>
          </a:xfrm>
          <a:custGeom xmlns:a="http://schemas.openxmlformats.org/drawingml/2006/main">
            <a:pathLst>
              <a:path w="33039" h="476">
                <a:moveTo>
                  <a:pt x="0" y="0"/>
                </a:moveTo>
                <a:lnTo>
                  <a:pt x="330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3" name="d-tree-epsilon-0.02-path-0921">
            <a:extLst xmlns:a="http://schemas.openxmlformats.org/drawingml/2006/main">
              <a:ext uri="{FF2B5EF4-FFF2-40B4-BE49-F238E27FC236}">
                <a16:creationId xmlns:a16="http://schemas.microsoft.com/office/drawing/2014/main" id="{C566D54B-82F2-45F4-89B4-31189ABE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50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4" name="d-tree-epsilon-0.02-path-0922">
            <a:extLst xmlns:a="http://schemas.openxmlformats.org/drawingml/2006/main">
              <a:ext uri="{FF2B5EF4-FFF2-40B4-BE49-F238E27FC236}">
                <a16:creationId xmlns:a16="http://schemas.microsoft.com/office/drawing/2014/main" id="{EC687FB1-496A-48AE-AB23-BA814F3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15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5" name="d-tree-epsilon-0.02-path-0923">
            <a:extLst xmlns:a="http://schemas.openxmlformats.org/drawingml/2006/main">
              <a:ext uri="{FF2B5EF4-FFF2-40B4-BE49-F238E27FC236}">
                <a16:creationId xmlns:a16="http://schemas.microsoft.com/office/drawing/2014/main" id="{573447D1-2975-433A-8ABF-90D2DEF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502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6" name="d-tree-epsilon-0.02-path-0924">
            <a:extLst xmlns:a="http://schemas.openxmlformats.org/drawingml/2006/main">
              <a:ext uri="{FF2B5EF4-FFF2-40B4-BE49-F238E27FC236}">
                <a16:creationId xmlns:a16="http://schemas.microsoft.com/office/drawing/2014/main" id="{CCD56A49-3E71-48C7-A7CC-D82363F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46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7" name="d-tree-epsilon-0.02-path-0925">
            <a:extLst xmlns:a="http://schemas.openxmlformats.org/drawingml/2006/main">
              <a:ext uri="{FF2B5EF4-FFF2-40B4-BE49-F238E27FC236}">
                <a16:creationId xmlns:a16="http://schemas.microsoft.com/office/drawing/2014/main" id="{5BEB53B8-8806-42B0-8413-A6ECA97F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16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8" name="d-tree-epsilon-0.02-path-0926">
            <a:extLst xmlns:a="http://schemas.openxmlformats.org/drawingml/2006/main">
              <a:ext uri="{FF2B5EF4-FFF2-40B4-BE49-F238E27FC236}">
                <a16:creationId xmlns:a16="http://schemas.microsoft.com/office/drawing/2014/main" id="{7D977C96-7701-498A-A199-BAA4D4A1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462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69" name="d-tree-epsilon-0.02-path-0927">
            <a:extLst xmlns:a="http://schemas.openxmlformats.org/drawingml/2006/main">
              <a:ext uri="{FF2B5EF4-FFF2-40B4-BE49-F238E27FC236}">
                <a16:creationId xmlns:a16="http://schemas.microsoft.com/office/drawing/2014/main" id="{78049AA2-C067-4589-A290-18B228B1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0" name="d-tree-epsilon-0.02-path-0928">
            <a:extLst xmlns:a="http://schemas.openxmlformats.org/drawingml/2006/main">
              <a:ext uri="{FF2B5EF4-FFF2-40B4-BE49-F238E27FC236}">
                <a16:creationId xmlns:a16="http://schemas.microsoft.com/office/drawing/2014/main" id="{0E0BD05E-7063-4FFD-BD5E-9268ABA9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90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1" name="d-tree-epsilon-0.02-path-0929">
            <a:extLst xmlns:a="http://schemas.openxmlformats.org/drawingml/2006/main">
              <a:ext uri="{FF2B5EF4-FFF2-40B4-BE49-F238E27FC236}">
                <a16:creationId xmlns:a16="http://schemas.microsoft.com/office/drawing/2014/main" id="{393EA044-C71C-4D63-AF73-41E5C2C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809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2" name="d-tree-epsilon-0.02-path-0930">
            <a:extLst xmlns:a="http://schemas.openxmlformats.org/drawingml/2006/main">
              <a:ext uri="{FF2B5EF4-FFF2-40B4-BE49-F238E27FC236}">
                <a16:creationId xmlns:a16="http://schemas.microsoft.com/office/drawing/2014/main" id="{D4F05B48-2725-425F-A1AE-5BF42979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49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3" name="d-tree-epsilon-0.02-path-0931">
            <a:extLst xmlns:a="http://schemas.openxmlformats.org/drawingml/2006/main">
              <a:ext uri="{FF2B5EF4-FFF2-40B4-BE49-F238E27FC236}">
                <a16:creationId xmlns:a16="http://schemas.microsoft.com/office/drawing/2014/main" id="{AD22C959-1017-4043-B1A2-624BD5A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769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4" name="d-tree-epsilon-0.02-path-0932">
            <a:extLst xmlns:a="http://schemas.openxmlformats.org/drawingml/2006/main">
              <a:ext uri="{FF2B5EF4-FFF2-40B4-BE49-F238E27FC236}">
                <a16:creationId xmlns:a16="http://schemas.microsoft.com/office/drawing/2014/main" id="{2F2EE7B9-7E12-418A-BBE4-98936DF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049" y="689029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5" name="d-tree-epsilon-0.02-path-0933">
            <a:extLst xmlns:a="http://schemas.openxmlformats.org/drawingml/2006/main">
              <a:ext uri="{FF2B5EF4-FFF2-40B4-BE49-F238E27FC236}">
                <a16:creationId xmlns:a16="http://schemas.microsoft.com/office/drawing/2014/main" id="{D29B5F88-AD23-488D-ABBE-42BB45A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730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6" name="d-tree-epsilon-0.02-path-0934">
            <a:extLst xmlns:a="http://schemas.openxmlformats.org/drawingml/2006/main">
              <a:ext uri="{FF2B5EF4-FFF2-40B4-BE49-F238E27FC236}">
                <a16:creationId xmlns:a16="http://schemas.microsoft.com/office/drawing/2014/main" id="{21439C2D-D98A-4FFB-889E-C9F7915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38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7" name="d-tree-epsilon-0.02-path-0935">
            <a:extLst xmlns:a="http://schemas.openxmlformats.org/drawingml/2006/main">
              <a:ext uri="{FF2B5EF4-FFF2-40B4-BE49-F238E27FC236}">
                <a16:creationId xmlns:a16="http://schemas.microsoft.com/office/drawing/2014/main" id="{759A8AEA-5D42-45A4-8CF2-CA7D3FE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730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8" name="d-tree-epsilon-0.02-path-0936">
            <a:extLst xmlns:a="http://schemas.openxmlformats.org/drawingml/2006/main">
              <a:ext uri="{FF2B5EF4-FFF2-40B4-BE49-F238E27FC236}">
                <a16:creationId xmlns:a16="http://schemas.microsoft.com/office/drawing/2014/main" id="{21144C52-F90A-4BE7-AE4E-E83DE946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037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79" name="d-tree-epsilon-0.02-path-0937">
            <a:extLst xmlns:a="http://schemas.openxmlformats.org/drawingml/2006/main">
              <a:ext uri="{FF2B5EF4-FFF2-40B4-BE49-F238E27FC236}">
                <a16:creationId xmlns:a16="http://schemas.microsoft.com/office/drawing/2014/main" id="{B73DB4FE-24CA-44D9-9DD2-B3683853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691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0" name="d-tree-epsilon-0.02-path-0938">
            <a:extLst xmlns:a="http://schemas.openxmlformats.org/drawingml/2006/main">
              <a:ext uri="{FF2B5EF4-FFF2-40B4-BE49-F238E27FC236}">
                <a16:creationId xmlns:a16="http://schemas.microsoft.com/office/drawing/2014/main" id="{DEA66D7D-DA04-4453-AB52-41E6DB7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037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1" name="d-tree-epsilon-0.02-path-0939">
            <a:extLst xmlns:a="http://schemas.openxmlformats.org/drawingml/2006/main">
              <a:ext uri="{FF2B5EF4-FFF2-40B4-BE49-F238E27FC236}">
                <a16:creationId xmlns:a16="http://schemas.microsoft.com/office/drawing/2014/main" id="{C4EF0AD3-54FC-479C-89BF-193D9FB2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556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2" name="d-tree-epsilon-0.02-path-0940">
            <a:extLst xmlns:a="http://schemas.openxmlformats.org/drawingml/2006/main">
              <a:ext uri="{FF2B5EF4-FFF2-40B4-BE49-F238E27FC236}">
                <a16:creationId xmlns:a16="http://schemas.microsoft.com/office/drawing/2014/main" id="{3E02DC62-932A-471E-BB34-D5D72A95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863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3" name="d-tree-epsilon-0.02-path-0941">
            <a:extLst xmlns:a="http://schemas.openxmlformats.org/drawingml/2006/main">
              <a:ext uri="{FF2B5EF4-FFF2-40B4-BE49-F238E27FC236}">
                <a16:creationId xmlns:a16="http://schemas.microsoft.com/office/drawing/2014/main" id="{1DDBC1C0-ED61-439C-A2D7-57E9AB0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556" y="6912864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4" name="d-tree-epsilon-0.02-path-0942">
            <a:extLst xmlns:a="http://schemas.openxmlformats.org/drawingml/2006/main">
              <a:ext uri="{FF2B5EF4-FFF2-40B4-BE49-F238E27FC236}">
                <a16:creationId xmlns:a16="http://schemas.microsoft.com/office/drawing/2014/main" id="{409732C5-B388-4BD5-9B24-3E5EE877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210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5" name="d-tree-epsilon-0.02-path-0943">
            <a:extLst xmlns:a="http://schemas.openxmlformats.org/drawingml/2006/main">
              <a:ext uri="{FF2B5EF4-FFF2-40B4-BE49-F238E27FC236}">
                <a16:creationId xmlns:a16="http://schemas.microsoft.com/office/drawing/2014/main" id="{CD90C883-2400-4DFB-AA51-DD4125F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44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6" name="d-tree-epsilon-0.02-path-0944">
            <a:extLst xmlns:a="http://schemas.openxmlformats.org/drawingml/2006/main">
              <a:ext uri="{FF2B5EF4-FFF2-40B4-BE49-F238E27FC236}">
                <a16:creationId xmlns:a16="http://schemas.microsoft.com/office/drawing/2014/main" id="{ED1BED5A-825C-46A3-91C2-07290E3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210" y="6890299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7" name="d-tree-epsilon-0.02-path-0945">
            <a:extLst xmlns:a="http://schemas.openxmlformats.org/drawingml/2006/main">
              <a:ext uri="{FF2B5EF4-FFF2-40B4-BE49-F238E27FC236}">
                <a16:creationId xmlns:a16="http://schemas.microsoft.com/office/drawing/2014/main" id="{B333184E-17CC-4C0D-8483-4FED335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277" y="686773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8" name="d-tree-epsilon-0.02-path-0946">
            <a:extLst xmlns:a="http://schemas.openxmlformats.org/drawingml/2006/main">
              <a:ext uri="{FF2B5EF4-FFF2-40B4-BE49-F238E27FC236}">
                <a16:creationId xmlns:a16="http://schemas.microsoft.com/office/drawing/2014/main" id="{A6B9D7A8-7444-42DC-A358-A199D02D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998" y="686773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89" name="d-tree-epsilon-0.02-path-0947">
            <a:extLst xmlns:a="http://schemas.openxmlformats.org/drawingml/2006/main">
              <a:ext uri="{FF2B5EF4-FFF2-40B4-BE49-F238E27FC236}">
                <a16:creationId xmlns:a16="http://schemas.microsoft.com/office/drawing/2014/main" id="{EE01BBD0-9FD2-4096-B692-58FDD504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277" y="686773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0" name="d-tree-epsilon-0.02-path-0948">
            <a:extLst xmlns:a="http://schemas.openxmlformats.org/drawingml/2006/main">
              <a:ext uri="{FF2B5EF4-FFF2-40B4-BE49-F238E27FC236}">
                <a16:creationId xmlns:a16="http://schemas.microsoft.com/office/drawing/2014/main" id="{17016F11-F63F-49DA-AAD1-8747DCC7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137" y="684516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1" name="d-tree-epsilon-0.02-path-0949">
            <a:extLst xmlns:a="http://schemas.openxmlformats.org/drawingml/2006/main">
              <a:ext uri="{FF2B5EF4-FFF2-40B4-BE49-F238E27FC236}">
                <a16:creationId xmlns:a16="http://schemas.microsoft.com/office/drawing/2014/main" id="{9364AF5A-4A71-4E57-A174-1E03811A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651" y="6845169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2" name="d-tree-epsilon-0.02-path-0950">
            <a:extLst xmlns:a="http://schemas.openxmlformats.org/drawingml/2006/main">
              <a:ext uri="{FF2B5EF4-FFF2-40B4-BE49-F238E27FC236}">
                <a16:creationId xmlns:a16="http://schemas.microsoft.com/office/drawing/2014/main" id="{E0D2BCBF-DE94-4928-BD35-B6F202C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137" y="6845169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3" name="d-tree-epsilon-0.02-path-0951">
            <a:extLst xmlns:a="http://schemas.openxmlformats.org/drawingml/2006/main">
              <a:ext uri="{FF2B5EF4-FFF2-40B4-BE49-F238E27FC236}">
                <a16:creationId xmlns:a16="http://schemas.microsoft.com/office/drawing/2014/main" id="{22D18513-C2D6-4392-8E13-DC8419D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39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4" name="d-tree-epsilon-0.02-path-0952">
            <a:extLst xmlns:a="http://schemas.openxmlformats.org/drawingml/2006/main">
              <a:ext uri="{FF2B5EF4-FFF2-40B4-BE49-F238E27FC236}">
                <a16:creationId xmlns:a16="http://schemas.microsoft.com/office/drawing/2014/main" id="{239345B3-9274-440A-B9CC-1982B20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305" y="6822604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5" name="d-tree-epsilon-0.02-path-0953">
            <a:extLst xmlns:a="http://schemas.openxmlformats.org/drawingml/2006/main">
              <a:ext uri="{FF2B5EF4-FFF2-40B4-BE49-F238E27FC236}">
                <a16:creationId xmlns:a16="http://schemas.microsoft.com/office/drawing/2014/main" id="{9AC7F0BA-AC30-46F7-BE91-AEBFDC7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394" y="6822604"/>
            <a:ext cx="19910" cy="476"/>
          </a:xfrm>
          <a:custGeom xmlns:a="http://schemas.openxmlformats.org/drawingml/2006/main">
            <a:pathLst>
              <a:path w="17306" h="476">
                <a:moveTo>
                  <a:pt x="0" y="0"/>
                </a:moveTo>
                <a:lnTo>
                  <a:pt x="1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6" name="d-tree-epsilon-0.02-path-0954">
            <a:extLst xmlns:a="http://schemas.openxmlformats.org/drawingml/2006/main">
              <a:ext uri="{FF2B5EF4-FFF2-40B4-BE49-F238E27FC236}">
                <a16:creationId xmlns:a16="http://schemas.microsoft.com/office/drawing/2014/main" id="{98A1D539-B761-418F-BA24-0AFA818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077" y="6800039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7" name="d-tree-epsilon-0.02-path-0955">
            <a:extLst xmlns:a="http://schemas.openxmlformats.org/drawingml/2006/main">
              <a:ext uri="{FF2B5EF4-FFF2-40B4-BE49-F238E27FC236}">
                <a16:creationId xmlns:a16="http://schemas.microsoft.com/office/drawing/2014/main" id="{DADE0CB4-D200-4C48-AA19-73E0B8E6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349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8" name="d-tree-epsilon-0.02-path-0956">
            <a:extLst xmlns:a="http://schemas.openxmlformats.org/drawingml/2006/main">
              <a:ext uri="{FF2B5EF4-FFF2-40B4-BE49-F238E27FC236}">
                <a16:creationId xmlns:a16="http://schemas.microsoft.com/office/drawing/2014/main" id="{B8092C99-A681-4B5A-969F-D82E0458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077" y="6800039"/>
            <a:ext cx="67273" cy="476"/>
          </a:xfrm>
          <a:custGeom xmlns:a="http://schemas.openxmlformats.org/drawingml/2006/main">
            <a:pathLst>
              <a:path w="58475" h="476">
                <a:moveTo>
                  <a:pt x="0" y="0"/>
                </a:moveTo>
                <a:lnTo>
                  <a:pt x="58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999" name="d-tree-epsilon-0.02-path-0957">
            <a:extLst xmlns:a="http://schemas.openxmlformats.org/drawingml/2006/main">
              <a:ext uri="{FF2B5EF4-FFF2-40B4-BE49-F238E27FC236}">
                <a16:creationId xmlns:a16="http://schemas.microsoft.com/office/drawing/2014/main" id="{532A7E2C-3131-4B24-8B37-F17A0EA3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713" y="67774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0" name="d-tree-epsilon-0.02-path-0958">
            <a:extLst xmlns:a="http://schemas.openxmlformats.org/drawingml/2006/main">
              <a:ext uri="{FF2B5EF4-FFF2-40B4-BE49-F238E27FC236}">
                <a16:creationId xmlns:a16="http://schemas.microsoft.com/office/drawing/2014/main" id="{3505B053-EDF8-4151-8A23-32B52CF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58" y="677747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1" name="d-tree-epsilon-0.02-path-0959">
            <a:extLst xmlns:a="http://schemas.openxmlformats.org/drawingml/2006/main">
              <a:ext uri="{FF2B5EF4-FFF2-40B4-BE49-F238E27FC236}">
                <a16:creationId xmlns:a16="http://schemas.microsoft.com/office/drawing/2014/main" id="{CB36DBA3-4FA6-4886-8168-D1EEB16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713" y="6777473"/>
            <a:ext cx="53245" cy="476"/>
          </a:xfrm>
          <a:custGeom xmlns:a="http://schemas.openxmlformats.org/drawingml/2006/main">
            <a:pathLst>
              <a:path w="46281" h="476">
                <a:moveTo>
                  <a:pt x="0" y="0"/>
                </a:moveTo>
                <a:lnTo>
                  <a:pt x="46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2" name="d-tree-epsilon-0.02-path-0960">
            <a:extLst xmlns:a="http://schemas.openxmlformats.org/drawingml/2006/main">
              <a:ext uri="{FF2B5EF4-FFF2-40B4-BE49-F238E27FC236}">
                <a16:creationId xmlns:a16="http://schemas.microsoft.com/office/drawing/2014/main" id="{DCAC6123-B549-472D-9FA5-5CC4B49A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335" y="67549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3" name="d-tree-epsilon-0.02-path-0961">
            <a:extLst xmlns:a="http://schemas.openxmlformats.org/drawingml/2006/main">
              <a:ext uri="{FF2B5EF4-FFF2-40B4-BE49-F238E27FC236}">
                <a16:creationId xmlns:a16="http://schemas.microsoft.com/office/drawing/2014/main" id="{D70A14FB-3D61-480E-BD38-A072930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612" y="6754908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4" name="d-tree-epsilon-0.02-path-0962">
            <a:extLst xmlns:a="http://schemas.openxmlformats.org/drawingml/2006/main">
              <a:ext uri="{FF2B5EF4-FFF2-40B4-BE49-F238E27FC236}">
                <a16:creationId xmlns:a16="http://schemas.microsoft.com/office/drawing/2014/main" id="{2A730631-3E58-4D2F-8A81-895C932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335" y="6754908"/>
            <a:ext cx="36276" cy="476"/>
          </a:xfrm>
          <a:custGeom xmlns:a="http://schemas.openxmlformats.org/drawingml/2006/main">
            <a:pathLst>
              <a:path w="31532" h="476">
                <a:moveTo>
                  <a:pt x="0" y="0"/>
                </a:moveTo>
                <a:lnTo>
                  <a:pt x="31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5" name="d-tree-epsilon-0.02-path-0963">
            <a:extLst xmlns:a="http://schemas.openxmlformats.org/drawingml/2006/main">
              <a:ext uri="{FF2B5EF4-FFF2-40B4-BE49-F238E27FC236}">
                <a16:creationId xmlns:a16="http://schemas.microsoft.com/office/drawing/2014/main" id="{D8B5F60A-102A-4EC9-AD00-3B3E59A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423" y="6732343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6" name="d-tree-epsilon-0.02-path-0964">
            <a:extLst xmlns:a="http://schemas.openxmlformats.org/drawingml/2006/main">
              <a:ext uri="{FF2B5EF4-FFF2-40B4-BE49-F238E27FC236}">
                <a16:creationId xmlns:a16="http://schemas.microsoft.com/office/drawing/2014/main" id="{2113E1B6-E156-43B2-8EE0-9F1539C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474" y="67323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7" name="d-tree-epsilon-0.02-path-0965">
            <a:extLst xmlns:a="http://schemas.openxmlformats.org/drawingml/2006/main">
              <a:ext uri="{FF2B5EF4-FFF2-40B4-BE49-F238E27FC236}">
                <a16:creationId xmlns:a16="http://schemas.microsoft.com/office/drawing/2014/main" id="{E1174245-3E0D-4738-A0B3-CCDD3F6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423" y="6732343"/>
            <a:ext cx="88051" cy="476"/>
          </a:xfrm>
          <a:custGeom xmlns:a="http://schemas.openxmlformats.org/drawingml/2006/main">
            <a:pathLst>
              <a:path w="76535" h="476">
                <a:moveTo>
                  <a:pt x="0" y="0"/>
                </a:moveTo>
                <a:lnTo>
                  <a:pt x="76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8" name="d-tree-epsilon-0.02-path-0966">
            <a:extLst xmlns:a="http://schemas.openxmlformats.org/drawingml/2006/main">
              <a:ext uri="{FF2B5EF4-FFF2-40B4-BE49-F238E27FC236}">
                <a16:creationId xmlns:a16="http://schemas.microsoft.com/office/drawing/2014/main" id="{EFFF6665-30A1-4D4C-BED2-13B1D4CC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19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09" name="d-tree-epsilon-0.02-path-0967">
            <a:extLst xmlns:a="http://schemas.openxmlformats.org/drawingml/2006/main">
              <a:ext uri="{FF2B5EF4-FFF2-40B4-BE49-F238E27FC236}">
                <a16:creationId xmlns:a16="http://schemas.microsoft.com/office/drawing/2014/main" id="{79EAC40D-D87B-407D-B50F-4A907A77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57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0" name="d-tree-epsilon-0.02-path-0968">
            <a:extLst xmlns:a="http://schemas.openxmlformats.org/drawingml/2006/main">
              <a:ext uri="{FF2B5EF4-FFF2-40B4-BE49-F238E27FC236}">
                <a16:creationId xmlns:a16="http://schemas.microsoft.com/office/drawing/2014/main" id="{704CD2F4-FB2C-4684-9EB6-0ABEE83B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19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1" name="d-tree-epsilon-0.02-path-0969">
            <a:extLst xmlns:a="http://schemas.openxmlformats.org/drawingml/2006/main">
              <a:ext uri="{FF2B5EF4-FFF2-40B4-BE49-F238E27FC236}">
                <a16:creationId xmlns:a16="http://schemas.microsoft.com/office/drawing/2014/main" id="{F617E476-CE64-41C2-A265-D89A585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265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2" name="d-tree-epsilon-0.02-path-0970">
            <a:extLst xmlns:a="http://schemas.openxmlformats.org/drawingml/2006/main">
              <a:ext uri="{FF2B5EF4-FFF2-40B4-BE49-F238E27FC236}">
                <a16:creationId xmlns:a16="http://schemas.microsoft.com/office/drawing/2014/main" id="{5E6B66E5-0D2A-4CF6-A603-336313F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45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3" name="d-tree-epsilon-0.02-path-0971">
            <a:extLst xmlns:a="http://schemas.openxmlformats.org/drawingml/2006/main">
              <a:ext uri="{FF2B5EF4-FFF2-40B4-BE49-F238E27FC236}">
                <a16:creationId xmlns:a16="http://schemas.microsoft.com/office/drawing/2014/main" id="{A6F14A46-E42A-470F-AE09-C1DB4452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265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4" name="d-tree-epsilon-0.02-path-0972">
            <a:extLst xmlns:a="http://schemas.openxmlformats.org/drawingml/2006/main">
              <a:ext uri="{FF2B5EF4-FFF2-40B4-BE49-F238E27FC236}">
                <a16:creationId xmlns:a16="http://schemas.microsoft.com/office/drawing/2014/main" id="{697ABA1A-B912-4BBC-9723-68837301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505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5" name="d-tree-epsilon-0.02-path-0973">
            <a:extLst xmlns:a="http://schemas.openxmlformats.org/drawingml/2006/main">
              <a:ext uri="{FF2B5EF4-FFF2-40B4-BE49-F238E27FC236}">
                <a16:creationId xmlns:a16="http://schemas.microsoft.com/office/drawing/2014/main" id="{8F3BE7C8-5108-4431-890A-8E814608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225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6" name="d-tree-epsilon-0.02-path-0974">
            <a:extLst xmlns:a="http://schemas.openxmlformats.org/drawingml/2006/main">
              <a:ext uri="{FF2B5EF4-FFF2-40B4-BE49-F238E27FC236}">
                <a16:creationId xmlns:a16="http://schemas.microsoft.com/office/drawing/2014/main" id="{E60A7E38-4624-4BB7-B496-85A8722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505" y="689029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7" name="d-tree-epsilon-0.02-path-0975">
            <a:extLst xmlns:a="http://schemas.openxmlformats.org/drawingml/2006/main">
              <a:ext uri="{FF2B5EF4-FFF2-40B4-BE49-F238E27FC236}">
                <a16:creationId xmlns:a16="http://schemas.microsoft.com/office/drawing/2014/main" id="{435C68A1-0752-4CEF-BB59-15938F1C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659" y="668721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8" name="d-tree-epsilon-0.02-path-0976">
            <a:extLst xmlns:a="http://schemas.openxmlformats.org/drawingml/2006/main">
              <a:ext uri="{FF2B5EF4-FFF2-40B4-BE49-F238E27FC236}">
                <a16:creationId xmlns:a16="http://schemas.microsoft.com/office/drawing/2014/main" id="{1E5F951F-A48D-4168-9741-09FE887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314" y="668721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19" name="d-tree-epsilon-0.02-path-0977">
            <a:extLst xmlns:a="http://schemas.openxmlformats.org/drawingml/2006/main">
              <a:ext uri="{FF2B5EF4-FFF2-40B4-BE49-F238E27FC236}">
                <a16:creationId xmlns:a16="http://schemas.microsoft.com/office/drawing/2014/main" id="{D5E228B9-8CB0-4A37-A985-9CDAA2C7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056" y="668721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0" name="d-tree-epsilon-0.02-path-0978">
            <a:extLst xmlns:a="http://schemas.openxmlformats.org/drawingml/2006/main">
              <a:ext uri="{FF2B5EF4-FFF2-40B4-BE49-F238E27FC236}">
                <a16:creationId xmlns:a16="http://schemas.microsoft.com/office/drawing/2014/main" id="{C8375A05-E5D3-469F-864C-E229172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541" y="668721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1" name="d-tree-epsilon-0.02-path-0979">
            <a:extLst xmlns:a="http://schemas.openxmlformats.org/drawingml/2006/main">
              <a:ext uri="{FF2B5EF4-FFF2-40B4-BE49-F238E27FC236}">
                <a16:creationId xmlns:a16="http://schemas.microsoft.com/office/drawing/2014/main" id="{83E31BCC-7AA5-4869-985A-1FD74F6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195" y="668721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2" name="d-tree-epsilon-0.02-path-0980">
            <a:extLst xmlns:a="http://schemas.openxmlformats.org/drawingml/2006/main">
              <a:ext uri="{FF2B5EF4-FFF2-40B4-BE49-F238E27FC236}">
                <a16:creationId xmlns:a16="http://schemas.microsoft.com/office/drawing/2014/main" id="{E87B43FF-7CB2-47EB-89CE-9E6D1D83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848" y="668721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3" name="d-tree-epsilon-0.02-path-0981">
            <a:extLst xmlns:a="http://schemas.openxmlformats.org/drawingml/2006/main">
              <a:ext uri="{FF2B5EF4-FFF2-40B4-BE49-F238E27FC236}">
                <a16:creationId xmlns:a16="http://schemas.microsoft.com/office/drawing/2014/main" id="{A09A92E1-F9DE-439A-A4E1-D47C145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329" y="6687213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4" name="d-tree-epsilon-0.02-path-0982">
            <a:extLst xmlns:a="http://schemas.openxmlformats.org/drawingml/2006/main">
              <a:ext uri="{FF2B5EF4-FFF2-40B4-BE49-F238E27FC236}">
                <a16:creationId xmlns:a16="http://schemas.microsoft.com/office/drawing/2014/main" id="{B3382C35-FEEA-45B1-B067-B46DA948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909" y="6687213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5" name="d-tree-epsilon-0.02-path-0983">
            <a:extLst xmlns:a="http://schemas.openxmlformats.org/drawingml/2006/main">
              <a:ext uri="{FF2B5EF4-FFF2-40B4-BE49-F238E27FC236}">
                <a16:creationId xmlns:a16="http://schemas.microsoft.com/office/drawing/2014/main" id="{ADA7ECB6-947C-4B13-B3CD-8C788C3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448" y="6687213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6" name="d-tree-epsilon-0.02-path-0984">
            <a:extLst xmlns:a="http://schemas.openxmlformats.org/drawingml/2006/main">
              <a:ext uri="{FF2B5EF4-FFF2-40B4-BE49-F238E27FC236}">
                <a16:creationId xmlns:a16="http://schemas.microsoft.com/office/drawing/2014/main" id="{6A8E0DFD-CCC5-4E26-AC5D-B14E24EC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6" y="6687213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7" name="d-tree-epsilon-0.02-path-0985">
            <a:extLst xmlns:a="http://schemas.openxmlformats.org/drawingml/2006/main">
              <a:ext uri="{FF2B5EF4-FFF2-40B4-BE49-F238E27FC236}">
                <a16:creationId xmlns:a16="http://schemas.microsoft.com/office/drawing/2014/main" id="{C6AFC461-D2F6-4DEC-B0F7-313E5BB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659" y="6687213"/>
            <a:ext cx="378706" cy="476"/>
          </a:xfrm>
          <a:custGeom xmlns:a="http://schemas.openxmlformats.org/drawingml/2006/main">
            <a:pathLst>
              <a:path w="329177" h="476">
                <a:moveTo>
                  <a:pt x="0" y="0"/>
                </a:moveTo>
                <a:lnTo>
                  <a:pt x="3291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8" name="d-tree-epsilon-0.02-path-0986">
            <a:extLst xmlns:a="http://schemas.openxmlformats.org/drawingml/2006/main">
              <a:ext uri="{FF2B5EF4-FFF2-40B4-BE49-F238E27FC236}">
                <a16:creationId xmlns:a16="http://schemas.microsoft.com/office/drawing/2014/main" id="{A5B82814-BED1-455C-A00E-2A6EA2C9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85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29" name="d-tree-epsilon-0.02-path-0987">
            <a:extLst xmlns:a="http://schemas.openxmlformats.org/drawingml/2006/main">
              <a:ext uri="{FF2B5EF4-FFF2-40B4-BE49-F238E27FC236}">
                <a16:creationId xmlns:a16="http://schemas.microsoft.com/office/drawing/2014/main" id="{E4B700D5-D3C3-4C36-BC05-AEFD1999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839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0" name="d-tree-epsilon-0.02-path-0988">
            <a:extLst xmlns:a="http://schemas.openxmlformats.org/drawingml/2006/main">
              <a:ext uri="{FF2B5EF4-FFF2-40B4-BE49-F238E27FC236}">
                <a16:creationId xmlns:a16="http://schemas.microsoft.com/office/drawing/2014/main" id="{F2438012-2BD1-4E44-9591-CBF40D3F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185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1" name="d-tree-epsilon-0.02-path-0989">
            <a:extLst xmlns:a="http://schemas.openxmlformats.org/drawingml/2006/main">
              <a:ext uri="{FF2B5EF4-FFF2-40B4-BE49-F238E27FC236}">
                <a16:creationId xmlns:a16="http://schemas.microsoft.com/office/drawing/2014/main" id="{299EAAD1-AF24-4966-BB90-622EA88F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13" y="691286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2" name="d-tree-epsilon-0.02-path-0990">
            <a:extLst xmlns:a="http://schemas.openxmlformats.org/drawingml/2006/main">
              <a:ext uri="{FF2B5EF4-FFF2-40B4-BE49-F238E27FC236}">
                <a16:creationId xmlns:a16="http://schemas.microsoft.com/office/drawing/2014/main" id="{2AF0E120-1CE1-4890-A72D-8C9E590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493" y="691286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3" name="d-tree-epsilon-0.02-path-0991">
            <a:extLst xmlns:a="http://schemas.openxmlformats.org/drawingml/2006/main">
              <a:ext uri="{FF2B5EF4-FFF2-40B4-BE49-F238E27FC236}">
                <a16:creationId xmlns:a16="http://schemas.microsoft.com/office/drawing/2014/main" id="{E5236404-1821-4794-93B0-C656F38E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013" y="6912864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4" name="d-tree-epsilon-0.02-path-0992">
            <a:extLst xmlns:a="http://schemas.openxmlformats.org/drawingml/2006/main">
              <a:ext uri="{FF2B5EF4-FFF2-40B4-BE49-F238E27FC236}">
                <a16:creationId xmlns:a16="http://schemas.microsoft.com/office/drawing/2014/main" id="{41772868-994C-47DE-944E-97C448A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532" y="6890299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5" name="d-tree-epsilon-0.02-path-0993">
            <a:extLst xmlns:a="http://schemas.openxmlformats.org/drawingml/2006/main">
              <a:ext uri="{FF2B5EF4-FFF2-40B4-BE49-F238E27FC236}">
                <a16:creationId xmlns:a16="http://schemas.microsoft.com/office/drawing/2014/main" id="{87907894-044F-47D3-BD3F-D7A8D82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253" y="689029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6" name="d-tree-epsilon-0.02-path-0994">
            <a:extLst xmlns:a="http://schemas.openxmlformats.org/drawingml/2006/main">
              <a:ext uri="{FF2B5EF4-FFF2-40B4-BE49-F238E27FC236}">
                <a16:creationId xmlns:a16="http://schemas.microsoft.com/office/drawing/2014/main" id="{D05E72A0-8067-42F9-BA3A-BEC1D6B0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532" y="689029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7" name="d-tree-epsilon-0.02-path-0995">
            <a:extLst xmlns:a="http://schemas.openxmlformats.org/drawingml/2006/main">
              <a:ext uri="{FF2B5EF4-FFF2-40B4-BE49-F238E27FC236}">
                <a16:creationId xmlns:a16="http://schemas.microsoft.com/office/drawing/2014/main" id="{0A2E7FD9-9E92-45D3-A54A-65B50E9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882" y="666464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8" name="d-tree-epsilon-0.02-path-0996">
            <a:extLst xmlns:a="http://schemas.openxmlformats.org/drawingml/2006/main">
              <a:ext uri="{FF2B5EF4-FFF2-40B4-BE49-F238E27FC236}">
                <a16:creationId xmlns:a16="http://schemas.microsoft.com/office/drawing/2014/main" id="{B39418BB-D5BA-4FA2-B8E1-8FDBBBD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363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39" name="d-tree-epsilon-0.02-path-0997">
            <a:extLst xmlns:a="http://schemas.openxmlformats.org/drawingml/2006/main">
              <a:ext uri="{FF2B5EF4-FFF2-40B4-BE49-F238E27FC236}">
                <a16:creationId xmlns:a16="http://schemas.microsoft.com/office/drawing/2014/main" id="{8043342D-653A-4307-BBF6-1DA0759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016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0" name="d-tree-epsilon-0.02-path-0998">
            <a:extLst xmlns:a="http://schemas.openxmlformats.org/drawingml/2006/main">
              <a:ext uri="{FF2B5EF4-FFF2-40B4-BE49-F238E27FC236}">
                <a16:creationId xmlns:a16="http://schemas.microsoft.com/office/drawing/2014/main" id="{A9281C16-690C-41EE-9475-146BF86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70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1" name="d-tree-epsilon-0.02-path-0999">
            <a:extLst xmlns:a="http://schemas.openxmlformats.org/drawingml/2006/main">
              <a:ext uri="{FF2B5EF4-FFF2-40B4-BE49-F238E27FC236}">
                <a16:creationId xmlns:a16="http://schemas.microsoft.com/office/drawing/2014/main" id="{25366762-3662-4D9C-9B09-DFF02B58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323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2" name="d-tree-epsilon-0.02-path-1000">
            <a:extLst xmlns:a="http://schemas.openxmlformats.org/drawingml/2006/main">
              <a:ext uri="{FF2B5EF4-FFF2-40B4-BE49-F238E27FC236}">
                <a16:creationId xmlns:a16="http://schemas.microsoft.com/office/drawing/2014/main" id="{51512315-3160-4329-847D-CB616CE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76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3" name="d-tree-epsilon-0.02-path-1001">
            <a:extLst xmlns:a="http://schemas.openxmlformats.org/drawingml/2006/main">
              <a:ext uri="{FF2B5EF4-FFF2-40B4-BE49-F238E27FC236}">
                <a16:creationId xmlns:a16="http://schemas.microsoft.com/office/drawing/2014/main" id="{F81F23BC-1350-4E4D-8F4B-24CB9F45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629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4" name="d-tree-epsilon-0.02-path-1002">
            <a:extLst xmlns:a="http://schemas.openxmlformats.org/drawingml/2006/main">
              <a:ext uri="{FF2B5EF4-FFF2-40B4-BE49-F238E27FC236}">
                <a16:creationId xmlns:a16="http://schemas.microsoft.com/office/drawing/2014/main" id="{95393002-F9AF-4E13-9184-EEDCF2D2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283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5" name="d-tree-epsilon-0.02-path-1003">
            <a:extLst xmlns:a="http://schemas.openxmlformats.org/drawingml/2006/main">
              <a:ext uri="{FF2B5EF4-FFF2-40B4-BE49-F238E27FC236}">
                <a16:creationId xmlns:a16="http://schemas.microsoft.com/office/drawing/2014/main" id="{83502B42-7308-4183-BFE2-928E1D4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764" y="666464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6" name="d-tree-epsilon-0.02-path-1004">
            <a:extLst xmlns:a="http://schemas.openxmlformats.org/drawingml/2006/main">
              <a:ext uri="{FF2B5EF4-FFF2-40B4-BE49-F238E27FC236}">
                <a16:creationId xmlns:a16="http://schemas.microsoft.com/office/drawing/2014/main" id="{30BA531E-6ADC-48F9-B5C9-1F954D3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243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7" name="d-tree-epsilon-0.02-path-1005">
            <a:extLst xmlns:a="http://schemas.openxmlformats.org/drawingml/2006/main">
              <a:ext uri="{FF2B5EF4-FFF2-40B4-BE49-F238E27FC236}">
                <a16:creationId xmlns:a16="http://schemas.microsoft.com/office/drawing/2014/main" id="{B226EAE8-6CE4-4A38-80A2-43C1F4B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897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8" name="d-tree-epsilon-0.02-path-1006">
            <a:extLst xmlns:a="http://schemas.openxmlformats.org/drawingml/2006/main">
              <a:ext uri="{FF2B5EF4-FFF2-40B4-BE49-F238E27FC236}">
                <a16:creationId xmlns:a16="http://schemas.microsoft.com/office/drawing/2014/main" id="{7D8BA311-578F-41B2-8D8E-ABEDCD2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012" y="66646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49" name="d-tree-epsilon-0.02-path-1007">
            <a:extLst xmlns:a="http://schemas.openxmlformats.org/drawingml/2006/main">
              <a:ext uri="{FF2B5EF4-FFF2-40B4-BE49-F238E27FC236}">
                <a16:creationId xmlns:a16="http://schemas.microsoft.com/office/drawing/2014/main" id="{11981A39-72A1-4F7A-9342-EC9C80DA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878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0" name="d-tree-epsilon-0.02-path-1008">
            <a:extLst xmlns:a="http://schemas.openxmlformats.org/drawingml/2006/main">
              <a:ext uri="{FF2B5EF4-FFF2-40B4-BE49-F238E27FC236}">
                <a16:creationId xmlns:a16="http://schemas.microsoft.com/office/drawing/2014/main" id="{ADFBBC51-A270-4A25-AF54-C0C1CA4C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392" y="6664648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1" name="d-tree-epsilon-0.02-path-1009">
            <a:extLst xmlns:a="http://schemas.openxmlformats.org/drawingml/2006/main">
              <a:ext uri="{FF2B5EF4-FFF2-40B4-BE49-F238E27FC236}">
                <a16:creationId xmlns:a16="http://schemas.microsoft.com/office/drawing/2014/main" id="{351C72B8-FE18-482F-8C15-3349061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146" y="6664648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2" name="d-tree-epsilon-0.02-path-1010">
            <a:extLst xmlns:a="http://schemas.openxmlformats.org/drawingml/2006/main">
              <a:ext uri="{FF2B5EF4-FFF2-40B4-BE49-F238E27FC236}">
                <a16:creationId xmlns:a16="http://schemas.microsoft.com/office/drawing/2014/main" id="{09898CDC-559E-45BF-A38C-1B54CC03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2882" y="6664648"/>
            <a:ext cx="661264" cy="476"/>
          </a:xfrm>
          <a:custGeom xmlns:a="http://schemas.openxmlformats.org/drawingml/2006/main">
            <a:pathLst>
              <a:path w="574781" h="476">
                <a:moveTo>
                  <a:pt x="0" y="0"/>
                </a:moveTo>
                <a:lnTo>
                  <a:pt x="5747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3" name="d-tree-epsilon-0.02-path-1011">
            <a:extLst xmlns:a="http://schemas.openxmlformats.org/drawingml/2006/main">
              <a:ext uri="{FF2B5EF4-FFF2-40B4-BE49-F238E27FC236}">
                <a16:creationId xmlns:a16="http://schemas.microsoft.com/office/drawing/2014/main" id="{8D9C3BEC-D5C2-479D-8A98-A7BA81A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515" y="66420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4" name="d-tree-epsilon-0.02-path-1012">
            <a:extLst xmlns:a="http://schemas.openxmlformats.org/drawingml/2006/main">
              <a:ext uri="{FF2B5EF4-FFF2-40B4-BE49-F238E27FC236}">
                <a16:creationId xmlns:a16="http://schemas.microsoft.com/office/drawing/2014/main" id="{6CAB0758-0B98-4B75-8622-07E0CFD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800" y="6642083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5" name="d-tree-epsilon-0.02-path-1013">
            <a:extLst xmlns:a="http://schemas.openxmlformats.org/drawingml/2006/main">
              <a:ext uri="{FF2B5EF4-FFF2-40B4-BE49-F238E27FC236}">
                <a16:creationId xmlns:a16="http://schemas.microsoft.com/office/drawing/2014/main" id="{B7521036-A494-478F-A63C-EDF74E3E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453" y="6642083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6" name="d-tree-epsilon-0.02-path-1014">
            <a:extLst xmlns:a="http://schemas.openxmlformats.org/drawingml/2006/main">
              <a:ext uri="{FF2B5EF4-FFF2-40B4-BE49-F238E27FC236}">
                <a16:creationId xmlns:a16="http://schemas.microsoft.com/office/drawing/2014/main" id="{0421F651-0FB5-4B7A-889F-E4081C5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515" y="6642083"/>
            <a:ext cx="349939" cy="476"/>
          </a:xfrm>
          <a:custGeom xmlns:a="http://schemas.openxmlformats.org/drawingml/2006/main">
            <a:pathLst>
              <a:path w="304172" h="476">
                <a:moveTo>
                  <a:pt x="0" y="0"/>
                </a:moveTo>
                <a:lnTo>
                  <a:pt x="3041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7" name="d-tree-epsilon-0.02-path-1015">
            <a:extLst xmlns:a="http://schemas.openxmlformats.org/drawingml/2006/main">
              <a:ext uri="{FF2B5EF4-FFF2-40B4-BE49-F238E27FC236}">
                <a16:creationId xmlns:a16="http://schemas.microsoft.com/office/drawing/2014/main" id="{146E8E71-C3D3-489B-BA6C-42C3754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235" y="661951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8" name="d-tree-epsilon-0.02-path-1016">
            <a:extLst xmlns:a="http://schemas.openxmlformats.org/drawingml/2006/main">
              <a:ext uri="{FF2B5EF4-FFF2-40B4-BE49-F238E27FC236}">
                <a16:creationId xmlns:a16="http://schemas.microsoft.com/office/drawing/2014/main" id="{2AD298C2-1C47-49A1-A416-79D2B04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8402" y="6619518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59" name="d-tree-epsilon-0.02-path-1017">
            <a:extLst xmlns:a="http://schemas.openxmlformats.org/drawingml/2006/main">
              <a:ext uri="{FF2B5EF4-FFF2-40B4-BE49-F238E27FC236}">
                <a16:creationId xmlns:a16="http://schemas.microsoft.com/office/drawing/2014/main" id="{7533E4AA-BEDC-49C5-9D30-428B350F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484" y="66195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0" name="d-tree-epsilon-0.02-path-1018">
            <a:extLst xmlns:a="http://schemas.openxmlformats.org/drawingml/2006/main">
              <a:ext uri="{FF2B5EF4-FFF2-40B4-BE49-F238E27FC236}">
                <a16:creationId xmlns:a16="http://schemas.microsoft.com/office/drawing/2014/main" id="{77658383-4C98-4535-93AB-4847325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235" y="6619518"/>
            <a:ext cx="550249" cy="476"/>
          </a:xfrm>
          <a:custGeom xmlns:a="http://schemas.openxmlformats.org/drawingml/2006/main">
            <a:pathLst>
              <a:path w="478285" h="476">
                <a:moveTo>
                  <a:pt x="0" y="0"/>
                </a:moveTo>
                <a:lnTo>
                  <a:pt x="478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1" name="d-tree-epsilon-0.02-path-1019">
            <a:extLst xmlns:a="http://schemas.openxmlformats.org/drawingml/2006/main">
              <a:ext uri="{FF2B5EF4-FFF2-40B4-BE49-F238E27FC236}">
                <a16:creationId xmlns:a16="http://schemas.microsoft.com/office/drawing/2014/main" id="{478351AE-8788-432D-B3A1-50AA54E7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134" y="6596953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2" name="d-tree-epsilon-0.02-path-1020">
            <a:extLst xmlns:a="http://schemas.openxmlformats.org/drawingml/2006/main">
              <a:ext uri="{FF2B5EF4-FFF2-40B4-BE49-F238E27FC236}">
                <a16:creationId xmlns:a16="http://schemas.microsoft.com/office/drawing/2014/main" id="{89F0CDF4-2C3B-4857-8BBC-FC15D2C3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59" y="65969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3" name="d-tree-epsilon-0.02-path-1021">
            <a:extLst xmlns:a="http://schemas.openxmlformats.org/drawingml/2006/main">
              <a:ext uri="{FF2B5EF4-FFF2-40B4-BE49-F238E27FC236}">
                <a16:creationId xmlns:a16="http://schemas.microsoft.com/office/drawing/2014/main" id="{6647E00F-98CF-41CB-9EFC-FDCDEA5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134" y="6596953"/>
            <a:ext cx="293225" cy="476"/>
          </a:xfrm>
          <a:custGeom xmlns:a="http://schemas.openxmlformats.org/drawingml/2006/main">
            <a:pathLst>
              <a:path w="254876" h="476">
                <a:moveTo>
                  <a:pt x="0" y="0"/>
                </a:moveTo>
                <a:lnTo>
                  <a:pt x="2548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4" name="d-tree-epsilon-0.02-path-1022">
            <a:extLst xmlns:a="http://schemas.openxmlformats.org/drawingml/2006/main">
              <a:ext uri="{FF2B5EF4-FFF2-40B4-BE49-F238E27FC236}">
                <a16:creationId xmlns:a16="http://schemas.microsoft.com/office/drawing/2014/main" id="{3479DA01-7A36-48E5-BFB6-EABCEE3A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481" y="6574388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5" name="d-tree-epsilon-0.02-path-1023">
            <a:extLst xmlns:a="http://schemas.openxmlformats.org/drawingml/2006/main">
              <a:ext uri="{FF2B5EF4-FFF2-40B4-BE49-F238E27FC236}">
                <a16:creationId xmlns:a16="http://schemas.microsoft.com/office/drawing/2014/main" id="{5626E015-2C1F-4C7F-B5E2-DE17222C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747" y="65743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6" name="d-tree-epsilon-0.02-path-1024">
            <a:extLst xmlns:a="http://schemas.openxmlformats.org/drawingml/2006/main">
              <a:ext uri="{FF2B5EF4-FFF2-40B4-BE49-F238E27FC236}">
                <a16:creationId xmlns:a16="http://schemas.microsoft.com/office/drawing/2014/main" id="{1B1FD029-8F38-4D2F-A5AE-A5426729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481" y="6574388"/>
            <a:ext cx="156266" cy="476"/>
          </a:xfrm>
          <a:custGeom xmlns:a="http://schemas.openxmlformats.org/drawingml/2006/main">
            <a:pathLst>
              <a:path w="135829" h="476">
                <a:moveTo>
                  <a:pt x="0" y="0"/>
                </a:moveTo>
                <a:lnTo>
                  <a:pt x="135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7" name="d-tree-epsilon-0.02-path-1025">
            <a:extLst xmlns:a="http://schemas.openxmlformats.org/drawingml/2006/main">
              <a:ext uri="{FF2B5EF4-FFF2-40B4-BE49-F238E27FC236}">
                <a16:creationId xmlns:a16="http://schemas.microsoft.com/office/drawing/2014/main" id="{94BA2BB2-09C7-4149-98A1-C942159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613" y="65518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8" name="d-tree-epsilon-0.02-path-1026">
            <a:extLst xmlns:a="http://schemas.openxmlformats.org/drawingml/2006/main">
              <a:ext uri="{FF2B5EF4-FFF2-40B4-BE49-F238E27FC236}">
                <a16:creationId xmlns:a16="http://schemas.microsoft.com/office/drawing/2014/main" id="{60A08C8E-B06D-4895-ABCE-F61AE63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107" y="6551823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69" name="d-tree-epsilon-0.02-path-1027">
            <a:extLst xmlns:a="http://schemas.openxmlformats.org/drawingml/2006/main">
              <a:ext uri="{FF2B5EF4-FFF2-40B4-BE49-F238E27FC236}">
                <a16:creationId xmlns:a16="http://schemas.microsoft.com/office/drawing/2014/main" id="{832B7784-F662-44F5-B42C-264A5498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613" y="6551823"/>
            <a:ext cx="684493" cy="476"/>
          </a:xfrm>
          <a:custGeom xmlns:a="http://schemas.openxmlformats.org/drawingml/2006/main">
            <a:pathLst>
              <a:path w="594972" h="476">
                <a:moveTo>
                  <a:pt x="0" y="0"/>
                </a:moveTo>
                <a:lnTo>
                  <a:pt x="5949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0" name="d-tree-epsilon-0.02-path-1028">
            <a:extLst xmlns:a="http://schemas.openxmlformats.org/drawingml/2006/main">
              <a:ext uri="{FF2B5EF4-FFF2-40B4-BE49-F238E27FC236}">
                <a16:creationId xmlns:a16="http://schemas.microsoft.com/office/drawing/2014/main" id="{E50F1551-962B-4E0F-A9EA-1CF9D64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0" y="6529258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1" name="d-tree-epsilon-0.02-path-1029">
            <a:extLst xmlns:a="http://schemas.openxmlformats.org/drawingml/2006/main">
              <a:ext uri="{FF2B5EF4-FFF2-40B4-BE49-F238E27FC236}">
                <a16:creationId xmlns:a16="http://schemas.microsoft.com/office/drawing/2014/main" id="{38536C4F-7A05-4C08-B13C-C5470900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860" y="65292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2" name="d-tree-epsilon-0.02-path-1030">
            <a:extLst xmlns:a="http://schemas.openxmlformats.org/drawingml/2006/main">
              <a:ext uri="{FF2B5EF4-FFF2-40B4-BE49-F238E27FC236}">
                <a16:creationId xmlns:a16="http://schemas.microsoft.com/office/drawing/2014/main" id="{E5AA3722-1F5F-436A-872D-16F00AB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0" y="6529258"/>
            <a:ext cx="462010" cy="476"/>
          </a:xfrm>
          <a:custGeom xmlns:a="http://schemas.openxmlformats.org/drawingml/2006/main">
            <a:pathLst>
              <a:path w="401586" h="476">
                <a:moveTo>
                  <a:pt x="0" y="0"/>
                </a:moveTo>
                <a:lnTo>
                  <a:pt x="401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3" name="d-tree-epsilon-0.02-path-1031">
            <a:extLst xmlns:a="http://schemas.openxmlformats.org/drawingml/2006/main">
              <a:ext uri="{FF2B5EF4-FFF2-40B4-BE49-F238E27FC236}">
                <a16:creationId xmlns:a16="http://schemas.microsoft.com/office/drawing/2014/main" id="{BC95E661-B925-4297-91B3-F789E9F3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855" y="65066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4" name="d-tree-epsilon-0.02-path-1032">
            <a:extLst xmlns:a="http://schemas.openxmlformats.org/drawingml/2006/main">
              <a:ext uri="{FF2B5EF4-FFF2-40B4-BE49-F238E27FC236}">
                <a16:creationId xmlns:a16="http://schemas.microsoft.com/office/drawing/2014/main" id="{5D8F61F5-C554-4B4A-B001-4E916C19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760" y="6506693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5" name="d-tree-epsilon-0.02-path-1033">
            <a:extLst xmlns:a="http://schemas.openxmlformats.org/drawingml/2006/main">
              <a:ext uri="{FF2B5EF4-FFF2-40B4-BE49-F238E27FC236}">
                <a16:creationId xmlns:a16="http://schemas.microsoft.com/office/drawing/2014/main" id="{E6D957B8-3376-45D3-B191-97B3AF3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855" y="6506693"/>
            <a:ext cx="582905" cy="476"/>
          </a:xfrm>
          <a:custGeom xmlns:a="http://schemas.openxmlformats.org/drawingml/2006/main">
            <a:pathLst>
              <a:path w="506670" h="476">
                <a:moveTo>
                  <a:pt x="0" y="0"/>
                </a:moveTo>
                <a:lnTo>
                  <a:pt x="506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6" name="d-tree-epsilon-0.02-path-1034">
            <a:extLst xmlns:a="http://schemas.openxmlformats.org/drawingml/2006/main">
              <a:ext uri="{FF2B5EF4-FFF2-40B4-BE49-F238E27FC236}">
                <a16:creationId xmlns:a16="http://schemas.microsoft.com/office/drawing/2014/main" id="{4AB580CB-E09D-4363-82C9-5F92981A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906" y="6484128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7" name="d-tree-epsilon-0.02-path-1035">
            <a:extLst xmlns:a="http://schemas.openxmlformats.org/drawingml/2006/main">
              <a:ext uri="{FF2B5EF4-FFF2-40B4-BE49-F238E27FC236}">
                <a16:creationId xmlns:a16="http://schemas.microsoft.com/office/drawing/2014/main" id="{86649400-E76A-4AFF-9E40-4FEA386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08" y="64841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8" name="d-tree-epsilon-0.02-path-1036">
            <a:extLst xmlns:a="http://schemas.openxmlformats.org/drawingml/2006/main">
              <a:ext uri="{FF2B5EF4-FFF2-40B4-BE49-F238E27FC236}">
                <a16:creationId xmlns:a16="http://schemas.microsoft.com/office/drawing/2014/main" id="{2CC0F18C-E4D6-4271-9E5A-57DC1FD8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906" y="6484128"/>
            <a:ext cx="548402" cy="476"/>
          </a:xfrm>
          <a:custGeom xmlns:a="http://schemas.openxmlformats.org/drawingml/2006/main">
            <a:pathLst>
              <a:path w="476679" h="476">
                <a:moveTo>
                  <a:pt x="0" y="0"/>
                </a:moveTo>
                <a:lnTo>
                  <a:pt x="4766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79" name="d-tree-epsilon-0.02-path-1037">
            <a:extLst xmlns:a="http://schemas.openxmlformats.org/drawingml/2006/main">
              <a:ext uri="{FF2B5EF4-FFF2-40B4-BE49-F238E27FC236}">
                <a16:creationId xmlns:a16="http://schemas.microsoft.com/office/drawing/2014/main" id="{28D728DD-7CD5-4938-83F0-910E74B5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414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0" name="d-tree-epsilon-0.02-path-1038">
            <a:extLst xmlns:a="http://schemas.openxmlformats.org/drawingml/2006/main">
              <a:ext uri="{FF2B5EF4-FFF2-40B4-BE49-F238E27FC236}">
                <a16:creationId xmlns:a16="http://schemas.microsoft.com/office/drawing/2014/main" id="{DDFD84B2-EC0E-4E5B-8505-86B1201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067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1" name="d-tree-epsilon-0.02-path-1039">
            <a:extLst xmlns:a="http://schemas.openxmlformats.org/drawingml/2006/main">
              <a:ext uri="{FF2B5EF4-FFF2-40B4-BE49-F238E27FC236}">
                <a16:creationId xmlns:a16="http://schemas.microsoft.com/office/drawing/2014/main" id="{FF317F09-2DFF-431D-9BA7-58EEA01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414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2" name="d-tree-epsilon-0.02-path-1040">
            <a:extLst xmlns:a="http://schemas.openxmlformats.org/drawingml/2006/main">
              <a:ext uri="{FF2B5EF4-FFF2-40B4-BE49-F238E27FC236}">
                <a16:creationId xmlns:a16="http://schemas.microsoft.com/office/drawing/2014/main" id="{ACD6A272-CDFA-4C5C-B1FC-0FCAF78C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07" y="64615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3" name="d-tree-epsilon-0.02-path-1041">
            <a:extLst xmlns:a="http://schemas.openxmlformats.org/drawingml/2006/main">
              <a:ext uri="{FF2B5EF4-FFF2-40B4-BE49-F238E27FC236}">
                <a16:creationId xmlns:a16="http://schemas.microsoft.com/office/drawing/2014/main" id="{0F6817A8-21CB-415F-8B2C-FB13752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241" y="646156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4" name="d-tree-epsilon-0.02-path-1042">
            <a:extLst xmlns:a="http://schemas.openxmlformats.org/drawingml/2006/main">
              <a:ext uri="{FF2B5EF4-FFF2-40B4-BE49-F238E27FC236}">
                <a16:creationId xmlns:a16="http://schemas.microsoft.com/office/drawing/2014/main" id="{D34AF060-0891-4F11-BF31-B0F570DB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07" y="6461563"/>
            <a:ext cx="580134" cy="476"/>
          </a:xfrm>
          <a:custGeom xmlns:a="http://schemas.openxmlformats.org/drawingml/2006/main">
            <a:pathLst>
              <a:path w="504261" h="476">
                <a:moveTo>
                  <a:pt x="0" y="0"/>
                </a:moveTo>
                <a:lnTo>
                  <a:pt x="5042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5" name="d-tree-epsilon-0.02-path-1043">
            <a:extLst xmlns:a="http://schemas.openxmlformats.org/drawingml/2006/main">
              <a:ext uri="{FF2B5EF4-FFF2-40B4-BE49-F238E27FC236}">
                <a16:creationId xmlns:a16="http://schemas.microsoft.com/office/drawing/2014/main" id="{7294FAF0-9A9B-4EA6-B532-F10AB1B9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174" y="64389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6" name="d-tree-epsilon-0.02-path-1044">
            <a:extLst xmlns:a="http://schemas.openxmlformats.org/drawingml/2006/main">
              <a:ext uri="{FF2B5EF4-FFF2-40B4-BE49-F238E27FC236}">
                <a16:creationId xmlns:a16="http://schemas.microsoft.com/office/drawing/2014/main" id="{D0CBE4CA-B7B5-4EDD-9908-20F1ECE2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721" y="6438998"/>
            <a:ext cx="548" cy="518996"/>
          </a:xfrm>
          <a:custGeom xmlns:a="http://schemas.openxmlformats.org/drawingml/2006/main">
            <a:pathLst>
              <a:path w="476" h="518996">
                <a:moveTo>
                  <a:pt x="0" y="5189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7" name="d-tree-epsilon-0.02-path-1045">
            <a:extLst xmlns:a="http://schemas.openxmlformats.org/drawingml/2006/main">
              <a:ext uri="{FF2B5EF4-FFF2-40B4-BE49-F238E27FC236}">
                <a16:creationId xmlns:a16="http://schemas.microsoft.com/office/drawing/2014/main" id="{5FB3EBB7-4940-4FDC-B868-38736231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174" y="6438998"/>
            <a:ext cx="304547" cy="476"/>
          </a:xfrm>
          <a:custGeom xmlns:a="http://schemas.openxmlformats.org/drawingml/2006/main">
            <a:pathLst>
              <a:path w="264717" h="476">
                <a:moveTo>
                  <a:pt x="0" y="0"/>
                </a:moveTo>
                <a:lnTo>
                  <a:pt x="2647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8" name="d-tree-epsilon-0.02-path-1046">
            <a:extLst xmlns:a="http://schemas.openxmlformats.org/drawingml/2006/main">
              <a:ext uri="{FF2B5EF4-FFF2-40B4-BE49-F238E27FC236}">
                <a16:creationId xmlns:a16="http://schemas.microsoft.com/office/drawing/2014/main" id="{F0E8EE93-32F9-4D55-AB0A-25531D0C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448" y="641643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89" name="d-tree-epsilon-0.02-path-1047">
            <a:extLst xmlns:a="http://schemas.openxmlformats.org/drawingml/2006/main">
              <a:ext uri="{FF2B5EF4-FFF2-40B4-BE49-F238E27FC236}">
                <a16:creationId xmlns:a16="http://schemas.microsoft.com/office/drawing/2014/main" id="{35ACFD11-29C7-48D7-A8ED-3E92ED24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374" y="6416433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0" name="d-tree-epsilon-0.02-path-1048">
            <a:extLst xmlns:a="http://schemas.openxmlformats.org/drawingml/2006/main">
              <a:ext uri="{FF2B5EF4-FFF2-40B4-BE49-F238E27FC236}">
                <a16:creationId xmlns:a16="http://schemas.microsoft.com/office/drawing/2014/main" id="{AADD823D-5B4A-4F99-BCF0-A3B299EB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448" y="6416433"/>
            <a:ext cx="161927" cy="476"/>
          </a:xfrm>
          <a:custGeom xmlns:a="http://schemas.openxmlformats.org/drawingml/2006/main">
            <a:pathLst>
              <a:path w="140749" h="476">
                <a:moveTo>
                  <a:pt x="0" y="0"/>
                </a:moveTo>
                <a:lnTo>
                  <a:pt x="140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1" name="d-tree-epsilon-0.02-path-1049">
            <a:extLst xmlns:a="http://schemas.openxmlformats.org/drawingml/2006/main">
              <a:ext uri="{FF2B5EF4-FFF2-40B4-BE49-F238E27FC236}">
                <a16:creationId xmlns:a16="http://schemas.microsoft.com/office/drawing/2014/main" id="{23D3D1E5-2C1A-4EAF-9284-9703F23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253" y="6393868"/>
            <a:ext cx="548" cy="564126"/>
          </a:xfrm>
          <a:custGeom xmlns:a="http://schemas.openxmlformats.org/drawingml/2006/main">
            <a:pathLst>
              <a:path w="476" h="564126">
                <a:moveTo>
                  <a:pt x="0" y="564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2" name="d-tree-epsilon-0.02-path-1050">
            <a:extLst xmlns:a="http://schemas.openxmlformats.org/drawingml/2006/main">
              <a:ext uri="{FF2B5EF4-FFF2-40B4-BE49-F238E27FC236}">
                <a16:creationId xmlns:a16="http://schemas.microsoft.com/office/drawing/2014/main" id="{5BBD1073-8076-47F9-B8EF-4D4595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411" y="639386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3" name="d-tree-epsilon-0.02-path-1051">
            <a:extLst xmlns:a="http://schemas.openxmlformats.org/drawingml/2006/main">
              <a:ext uri="{FF2B5EF4-FFF2-40B4-BE49-F238E27FC236}">
                <a16:creationId xmlns:a16="http://schemas.microsoft.com/office/drawing/2014/main" id="{C25BE759-37DB-48F1-917E-F957245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253" y="6393868"/>
            <a:ext cx="807158" cy="476"/>
          </a:xfrm>
          <a:custGeom xmlns:a="http://schemas.openxmlformats.org/drawingml/2006/main">
            <a:pathLst>
              <a:path w="701594" h="476">
                <a:moveTo>
                  <a:pt x="0" y="0"/>
                </a:moveTo>
                <a:lnTo>
                  <a:pt x="701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4" name="d-tree-epsilon-0.02-path-1052">
            <a:extLst xmlns:a="http://schemas.openxmlformats.org/drawingml/2006/main">
              <a:ext uri="{FF2B5EF4-FFF2-40B4-BE49-F238E27FC236}">
                <a16:creationId xmlns:a16="http://schemas.microsoft.com/office/drawing/2014/main" id="{68BB8D1F-326D-4CAD-BD0E-5726A39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678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5" name="d-tree-epsilon-0.02-path-1053">
            <a:extLst xmlns:a="http://schemas.openxmlformats.org/drawingml/2006/main">
              <a:ext uri="{FF2B5EF4-FFF2-40B4-BE49-F238E27FC236}">
                <a16:creationId xmlns:a16="http://schemas.microsoft.com/office/drawing/2014/main" id="{5BCCAE35-BE40-4C71-B17E-A7F5D0C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331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6" name="d-tree-epsilon-0.02-path-1054">
            <a:extLst xmlns:a="http://schemas.openxmlformats.org/drawingml/2006/main">
              <a:ext uri="{FF2B5EF4-FFF2-40B4-BE49-F238E27FC236}">
                <a16:creationId xmlns:a16="http://schemas.microsoft.com/office/drawing/2014/main" id="{843E1E88-9EA5-4A07-8BC5-FF1CCBF0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2" y="6371303"/>
            <a:ext cx="548" cy="564126"/>
          </a:xfrm>
          <a:custGeom xmlns:a="http://schemas.openxmlformats.org/drawingml/2006/main">
            <a:pathLst>
              <a:path w="476" h="564126">
                <a:moveTo>
                  <a:pt x="0" y="564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7" name="d-tree-epsilon-0.02-path-1055">
            <a:extLst xmlns:a="http://schemas.openxmlformats.org/drawingml/2006/main">
              <a:ext uri="{FF2B5EF4-FFF2-40B4-BE49-F238E27FC236}">
                <a16:creationId xmlns:a16="http://schemas.microsoft.com/office/drawing/2014/main" id="{345FCD9D-6D1C-4F7A-91F0-9E5EEED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119" y="6371303"/>
            <a:ext cx="548" cy="564126"/>
          </a:xfrm>
          <a:custGeom xmlns:a="http://schemas.openxmlformats.org/drawingml/2006/main">
            <a:pathLst>
              <a:path w="476" h="564126">
                <a:moveTo>
                  <a:pt x="0" y="564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8" name="d-tree-epsilon-0.02-path-1056">
            <a:extLst xmlns:a="http://schemas.openxmlformats.org/drawingml/2006/main">
              <a:ext uri="{FF2B5EF4-FFF2-40B4-BE49-F238E27FC236}">
                <a16:creationId xmlns:a16="http://schemas.microsoft.com/office/drawing/2014/main" id="{3298B0D0-BF01-463B-B59A-070D45F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599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099" name="d-tree-epsilon-0.02-path-1057">
            <a:extLst xmlns:a="http://schemas.openxmlformats.org/drawingml/2006/main">
              <a:ext uri="{FF2B5EF4-FFF2-40B4-BE49-F238E27FC236}">
                <a16:creationId xmlns:a16="http://schemas.microsoft.com/office/drawing/2014/main" id="{E8CD5E3B-9F29-45A0-858B-9198CCCC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832" y="637130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0" name="d-tree-epsilon-0.02-path-1058">
            <a:extLst xmlns:a="http://schemas.openxmlformats.org/drawingml/2006/main">
              <a:ext uri="{FF2B5EF4-FFF2-40B4-BE49-F238E27FC236}">
                <a16:creationId xmlns:a16="http://schemas.microsoft.com/office/drawing/2014/main" id="{2E99B4AE-46F3-41D9-9949-6AD831D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028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1" name="d-tree-epsilon-0.02-path-1059">
            <a:extLst xmlns:a="http://schemas.openxmlformats.org/drawingml/2006/main">
              <a:ext uri="{FF2B5EF4-FFF2-40B4-BE49-F238E27FC236}">
                <a16:creationId xmlns:a16="http://schemas.microsoft.com/office/drawing/2014/main" id="{C3E39582-B5CE-4841-A428-140F3FB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681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2" name="d-tree-epsilon-0.02-path-1060">
            <a:extLst xmlns:a="http://schemas.openxmlformats.org/drawingml/2006/main">
              <a:ext uri="{FF2B5EF4-FFF2-40B4-BE49-F238E27FC236}">
                <a16:creationId xmlns:a16="http://schemas.microsoft.com/office/drawing/2014/main" id="{4F23BBBC-588F-498C-BE68-8544B4E6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0335" y="6371303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3" name="d-tree-epsilon-0.02-path-1061">
            <a:extLst xmlns:a="http://schemas.openxmlformats.org/drawingml/2006/main">
              <a:ext uri="{FF2B5EF4-FFF2-40B4-BE49-F238E27FC236}">
                <a16:creationId xmlns:a16="http://schemas.microsoft.com/office/drawing/2014/main" id="{B62BB83C-1EBC-4386-A908-247AD909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678" y="6371303"/>
            <a:ext cx="984656" cy="476"/>
          </a:xfrm>
          <a:custGeom xmlns:a="http://schemas.openxmlformats.org/drawingml/2006/main">
            <a:pathLst>
              <a:path w="855878" h="476">
                <a:moveTo>
                  <a:pt x="0" y="0"/>
                </a:moveTo>
                <a:lnTo>
                  <a:pt x="855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4" name="d-tree-epsilon-0.02-path-1062">
            <a:extLst xmlns:a="http://schemas.openxmlformats.org/drawingml/2006/main">
              <a:ext uri="{FF2B5EF4-FFF2-40B4-BE49-F238E27FC236}">
                <a16:creationId xmlns:a16="http://schemas.microsoft.com/office/drawing/2014/main" id="{7AEDC419-70C8-4DAD-95C4-5F9346D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84" y="6348738"/>
            <a:ext cx="548" cy="564126"/>
          </a:xfrm>
          <a:custGeom xmlns:a="http://schemas.openxmlformats.org/drawingml/2006/main">
            <a:pathLst>
              <a:path w="476" h="564126">
                <a:moveTo>
                  <a:pt x="0" y="564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5" name="d-tree-epsilon-0.02-path-1063">
            <a:extLst xmlns:a="http://schemas.openxmlformats.org/drawingml/2006/main">
              <a:ext uri="{FF2B5EF4-FFF2-40B4-BE49-F238E27FC236}">
                <a16:creationId xmlns:a16="http://schemas.microsoft.com/office/drawing/2014/main" id="{D1BFBAB3-2E20-48A9-8108-1C9AC67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007" y="634873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6" name="d-tree-epsilon-0.02-path-1064">
            <a:extLst xmlns:a="http://schemas.openxmlformats.org/drawingml/2006/main">
              <a:ext uri="{FF2B5EF4-FFF2-40B4-BE49-F238E27FC236}">
                <a16:creationId xmlns:a16="http://schemas.microsoft.com/office/drawing/2014/main" id="{6A4D1FCC-4734-46C7-BB98-57FF9FFA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84" y="6348738"/>
            <a:ext cx="509221" cy="476"/>
          </a:xfrm>
          <a:custGeom xmlns:a="http://schemas.openxmlformats.org/drawingml/2006/main">
            <a:pathLst>
              <a:path w="442623" h="476">
                <a:moveTo>
                  <a:pt x="0" y="0"/>
                </a:moveTo>
                <a:lnTo>
                  <a:pt x="44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7" name="d-tree-epsilon-0.02-path-1065">
            <a:extLst xmlns:a="http://schemas.openxmlformats.org/drawingml/2006/main">
              <a:ext uri="{FF2B5EF4-FFF2-40B4-BE49-F238E27FC236}">
                <a16:creationId xmlns:a16="http://schemas.microsoft.com/office/drawing/2014/main" id="{2A605B14-DDB4-48F0-B8F0-1CF5886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988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8" name="d-tree-epsilon-0.02-path-1066">
            <a:extLst xmlns:a="http://schemas.openxmlformats.org/drawingml/2006/main">
              <a:ext uri="{FF2B5EF4-FFF2-40B4-BE49-F238E27FC236}">
                <a16:creationId xmlns:a16="http://schemas.microsoft.com/office/drawing/2014/main" id="{E05D5A1F-65B1-4298-893D-005FCE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642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09" name="d-tree-epsilon-0.02-path-1067">
            <a:extLst xmlns:a="http://schemas.openxmlformats.org/drawingml/2006/main">
              <a:ext uri="{FF2B5EF4-FFF2-40B4-BE49-F238E27FC236}">
                <a16:creationId xmlns:a16="http://schemas.microsoft.com/office/drawing/2014/main" id="{EF0609B2-7802-4990-B6BA-D5EEACFC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988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0" name="d-tree-epsilon-0.02-path-1068">
            <a:extLst xmlns:a="http://schemas.openxmlformats.org/drawingml/2006/main">
              <a:ext uri="{FF2B5EF4-FFF2-40B4-BE49-F238E27FC236}">
                <a16:creationId xmlns:a16="http://schemas.microsoft.com/office/drawing/2014/main" id="{7606F90B-64A0-4A8D-9C78-0144656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396" y="63261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1" name="d-tree-epsilon-0.02-path-1069">
            <a:extLst xmlns:a="http://schemas.openxmlformats.org/drawingml/2006/main">
              <a:ext uri="{FF2B5EF4-FFF2-40B4-BE49-F238E27FC236}">
                <a16:creationId xmlns:a16="http://schemas.microsoft.com/office/drawing/2014/main" id="{B2A58BEC-052D-4B21-BE95-7C8C64B3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815" y="6326173"/>
            <a:ext cx="548" cy="609256"/>
          </a:xfrm>
          <a:custGeom xmlns:a="http://schemas.openxmlformats.org/drawingml/2006/main">
            <a:pathLst>
              <a:path w="476" h="609256">
                <a:moveTo>
                  <a:pt x="0" y="609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2" name="d-tree-epsilon-0.02-path-1070">
            <a:extLst xmlns:a="http://schemas.openxmlformats.org/drawingml/2006/main">
              <a:ext uri="{FF2B5EF4-FFF2-40B4-BE49-F238E27FC236}">
                <a16:creationId xmlns:a16="http://schemas.microsoft.com/office/drawing/2014/main" id="{A2CBAAF0-F454-41D2-8703-F461BD71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396" y="6326173"/>
            <a:ext cx="761419" cy="476"/>
          </a:xfrm>
          <a:custGeom xmlns:a="http://schemas.openxmlformats.org/drawingml/2006/main">
            <a:pathLst>
              <a:path w="661837" h="476">
                <a:moveTo>
                  <a:pt x="0" y="0"/>
                </a:moveTo>
                <a:lnTo>
                  <a:pt x="661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3" name="d-tree-epsilon-0.02-path-1071">
            <a:extLst xmlns:a="http://schemas.openxmlformats.org/drawingml/2006/main">
              <a:ext uri="{FF2B5EF4-FFF2-40B4-BE49-F238E27FC236}">
                <a16:creationId xmlns:a16="http://schemas.microsoft.com/office/drawing/2014/main" id="{81DBD764-3AFE-4397-A409-6CAE34B9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65" y="6303608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4" name="d-tree-epsilon-0.02-path-1072">
            <a:extLst xmlns:a="http://schemas.openxmlformats.org/drawingml/2006/main">
              <a:ext uri="{FF2B5EF4-FFF2-40B4-BE49-F238E27FC236}">
                <a16:creationId xmlns:a16="http://schemas.microsoft.com/office/drawing/2014/main" id="{5B4CC841-D8FC-429B-A8BD-9C596CFA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106" y="63036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5" name="d-tree-epsilon-0.02-path-1073">
            <a:extLst xmlns:a="http://schemas.openxmlformats.org/drawingml/2006/main">
              <a:ext uri="{FF2B5EF4-FFF2-40B4-BE49-F238E27FC236}">
                <a16:creationId xmlns:a16="http://schemas.microsoft.com/office/drawing/2014/main" id="{DC47CCA4-9307-45C5-B1C5-695507B7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65" y="6303608"/>
            <a:ext cx="657041" cy="476"/>
          </a:xfrm>
          <a:custGeom xmlns:a="http://schemas.openxmlformats.org/drawingml/2006/main">
            <a:pathLst>
              <a:path w="571110" h="476">
                <a:moveTo>
                  <a:pt x="0" y="0"/>
                </a:moveTo>
                <a:lnTo>
                  <a:pt x="571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6" name="d-tree-epsilon-0.02-path-1074">
            <a:extLst xmlns:a="http://schemas.openxmlformats.org/drawingml/2006/main">
              <a:ext uri="{FF2B5EF4-FFF2-40B4-BE49-F238E27FC236}">
                <a16:creationId xmlns:a16="http://schemas.microsoft.com/office/drawing/2014/main" id="{DCE3D9C7-2EB7-401E-ADFE-2BB54EC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584" y="6281043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7" name="d-tree-epsilon-0.02-path-1075">
            <a:extLst xmlns:a="http://schemas.openxmlformats.org/drawingml/2006/main">
              <a:ext uri="{FF2B5EF4-FFF2-40B4-BE49-F238E27FC236}">
                <a16:creationId xmlns:a16="http://schemas.microsoft.com/office/drawing/2014/main" id="{4042022E-FD0D-4CC6-ABB5-B7EDFD14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585" y="62810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8" name="d-tree-epsilon-0.02-path-1076">
            <a:extLst xmlns:a="http://schemas.openxmlformats.org/drawingml/2006/main">
              <a:ext uri="{FF2B5EF4-FFF2-40B4-BE49-F238E27FC236}">
                <a16:creationId xmlns:a16="http://schemas.microsoft.com/office/drawing/2014/main" id="{A8EA5600-2701-4F76-A4EE-32643D31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584" y="6281043"/>
            <a:ext cx="343000" cy="476"/>
          </a:xfrm>
          <a:custGeom xmlns:a="http://schemas.openxmlformats.org/drawingml/2006/main">
            <a:pathLst>
              <a:path w="298141" h="476">
                <a:moveTo>
                  <a:pt x="0" y="0"/>
                </a:moveTo>
                <a:lnTo>
                  <a:pt x="29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19" name="d-tree-epsilon-0.02-path-1077">
            <a:extLst xmlns:a="http://schemas.openxmlformats.org/drawingml/2006/main">
              <a:ext uri="{FF2B5EF4-FFF2-40B4-BE49-F238E27FC236}">
                <a16:creationId xmlns:a16="http://schemas.microsoft.com/office/drawing/2014/main" id="{023F7D9D-5C1D-400C-A3CE-61357F10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85" y="625847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0" name="d-tree-epsilon-0.02-path-1078">
            <a:extLst xmlns:a="http://schemas.openxmlformats.org/drawingml/2006/main">
              <a:ext uri="{FF2B5EF4-FFF2-40B4-BE49-F238E27FC236}">
                <a16:creationId xmlns:a16="http://schemas.microsoft.com/office/drawing/2014/main" id="{73D7C490-B843-4C6B-8606-B3D3E723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296" y="6258478"/>
            <a:ext cx="548" cy="699516"/>
          </a:xfrm>
          <a:custGeom xmlns:a="http://schemas.openxmlformats.org/drawingml/2006/main">
            <a:pathLst>
              <a:path w="476" h="699516">
                <a:moveTo>
                  <a:pt x="0" y="6995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1" name="d-tree-epsilon-0.02-path-1079">
            <a:extLst xmlns:a="http://schemas.openxmlformats.org/drawingml/2006/main">
              <a:ext uri="{FF2B5EF4-FFF2-40B4-BE49-F238E27FC236}">
                <a16:creationId xmlns:a16="http://schemas.microsoft.com/office/drawing/2014/main" id="{A269AF63-AE61-464C-AA81-567D186E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85" y="6258478"/>
            <a:ext cx="895211" cy="476"/>
          </a:xfrm>
          <a:custGeom xmlns:a="http://schemas.openxmlformats.org/drawingml/2006/main">
            <a:pathLst>
              <a:path w="778131" h="476">
                <a:moveTo>
                  <a:pt x="0" y="0"/>
                </a:moveTo>
                <a:lnTo>
                  <a:pt x="7781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2" name="d-tree-epsilon-0.02-path-1080">
            <a:extLst xmlns:a="http://schemas.openxmlformats.org/drawingml/2006/main">
              <a:ext uri="{FF2B5EF4-FFF2-40B4-BE49-F238E27FC236}">
                <a16:creationId xmlns:a16="http://schemas.microsoft.com/office/drawing/2014/main" id="{9D2CE2F0-5DC3-459D-BE3B-D1F0513D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104" y="6235913"/>
            <a:ext cx="548" cy="722081"/>
          </a:xfrm>
          <a:custGeom xmlns:a="http://schemas.openxmlformats.org/drawingml/2006/main">
            <a:pathLst>
              <a:path w="476" h="722081">
                <a:moveTo>
                  <a:pt x="0" y="7220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3" name="d-tree-epsilon-0.02-path-1081">
            <a:extLst xmlns:a="http://schemas.openxmlformats.org/drawingml/2006/main">
              <a:ext uri="{FF2B5EF4-FFF2-40B4-BE49-F238E27FC236}">
                <a16:creationId xmlns:a16="http://schemas.microsoft.com/office/drawing/2014/main" id="{404A1DFA-8A4C-4774-B658-68B4AF7F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90" y="623591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4" name="d-tree-epsilon-0.02-path-1082">
            <a:extLst xmlns:a="http://schemas.openxmlformats.org/drawingml/2006/main">
              <a:ext uri="{FF2B5EF4-FFF2-40B4-BE49-F238E27FC236}">
                <a16:creationId xmlns:a16="http://schemas.microsoft.com/office/drawing/2014/main" id="{6631E571-4736-4F73-88CF-7E2B30F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104" y="6235913"/>
            <a:ext cx="633586" cy="476"/>
          </a:xfrm>
          <a:custGeom xmlns:a="http://schemas.openxmlformats.org/drawingml/2006/main">
            <a:pathLst>
              <a:path w="550723" h="476">
                <a:moveTo>
                  <a:pt x="0" y="0"/>
                </a:moveTo>
                <a:lnTo>
                  <a:pt x="550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5" name="d-tree-epsilon-0.02-path-1083">
            <a:extLst xmlns:a="http://schemas.openxmlformats.org/drawingml/2006/main">
              <a:ext uri="{FF2B5EF4-FFF2-40B4-BE49-F238E27FC236}">
                <a16:creationId xmlns:a16="http://schemas.microsoft.com/office/drawing/2014/main" id="{010A5DD1-DBBC-405C-BD0E-AF417384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093" y="6213348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6" name="d-tree-epsilon-0.02-path-1084">
            <a:extLst xmlns:a="http://schemas.openxmlformats.org/drawingml/2006/main">
              <a:ext uri="{FF2B5EF4-FFF2-40B4-BE49-F238E27FC236}">
                <a16:creationId xmlns:a16="http://schemas.microsoft.com/office/drawing/2014/main" id="{14587980-AA40-4EDD-A248-208C64E0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97" y="62133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7" name="d-tree-epsilon-0.02-path-1085">
            <a:extLst xmlns:a="http://schemas.openxmlformats.org/drawingml/2006/main">
              <a:ext uri="{FF2B5EF4-FFF2-40B4-BE49-F238E27FC236}">
                <a16:creationId xmlns:a16="http://schemas.microsoft.com/office/drawing/2014/main" id="{C8D24463-D7BF-437A-A51E-9279CDBA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093" y="6213348"/>
            <a:ext cx="354804" cy="476"/>
          </a:xfrm>
          <a:custGeom xmlns:a="http://schemas.openxmlformats.org/drawingml/2006/main">
            <a:pathLst>
              <a:path w="308401" h="476">
                <a:moveTo>
                  <a:pt x="0" y="0"/>
                </a:moveTo>
                <a:lnTo>
                  <a:pt x="3084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8" name="d-tree-epsilon-0.02-path-1086">
            <a:extLst xmlns:a="http://schemas.openxmlformats.org/drawingml/2006/main">
              <a:ext uri="{FF2B5EF4-FFF2-40B4-BE49-F238E27FC236}">
                <a16:creationId xmlns:a16="http://schemas.microsoft.com/office/drawing/2014/main" id="{783B2A08-BF3E-43AC-9E7F-FA59281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496" y="61907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29" name="d-tree-epsilon-0.02-path-1087">
            <a:extLst xmlns:a="http://schemas.openxmlformats.org/drawingml/2006/main">
              <a:ext uri="{FF2B5EF4-FFF2-40B4-BE49-F238E27FC236}">
                <a16:creationId xmlns:a16="http://schemas.microsoft.com/office/drawing/2014/main" id="{B5E599A6-A62F-44F7-9135-0ED1E8C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949" y="6190783"/>
            <a:ext cx="548" cy="767211"/>
          </a:xfrm>
          <a:custGeom xmlns:a="http://schemas.openxmlformats.org/drawingml/2006/main">
            <a:pathLst>
              <a:path w="476" h="767211">
                <a:moveTo>
                  <a:pt x="0" y="767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0" name="d-tree-epsilon-0.02-path-1088">
            <a:extLst xmlns:a="http://schemas.openxmlformats.org/drawingml/2006/main">
              <a:ext uri="{FF2B5EF4-FFF2-40B4-BE49-F238E27FC236}">
                <a16:creationId xmlns:a16="http://schemas.microsoft.com/office/drawing/2014/main" id="{2F58B624-8E9C-4008-87F5-491A4F2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496" y="6190783"/>
            <a:ext cx="951454" cy="476"/>
          </a:xfrm>
          <a:custGeom xmlns:a="http://schemas.openxmlformats.org/drawingml/2006/main">
            <a:pathLst>
              <a:path w="827018" h="476">
                <a:moveTo>
                  <a:pt x="0" y="0"/>
                </a:moveTo>
                <a:lnTo>
                  <a:pt x="827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1" name="d-tree-epsilon-0.02-path-1089">
            <a:extLst xmlns:a="http://schemas.openxmlformats.org/drawingml/2006/main">
              <a:ext uri="{FF2B5EF4-FFF2-40B4-BE49-F238E27FC236}">
                <a16:creationId xmlns:a16="http://schemas.microsoft.com/office/drawing/2014/main" id="{E3407DB4-DB24-4E9C-B7A7-8676095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3" y="6168218"/>
            <a:ext cx="548" cy="789776"/>
          </a:xfrm>
          <a:custGeom xmlns:a="http://schemas.openxmlformats.org/drawingml/2006/main">
            <a:pathLst>
              <a:path w="476" h="789776">
                <a:moveTo>
                  <a:pt x="0" y="7897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2" name="d-tree-epsilon-0.02-path-1090">
            <a:extLst xmlns:a="http://schemas.openxmlformats.org/drawingml/2006/main">
              <a:ext uri="{FF2B5EF4-FFF2-40B4-BE49-F238E27FC236}">
                <a16:creationId xmlns:a16="http://schemas.microsoft.com/office/drawing/2014/main" id="{B74D84A2-3F5F-438B-BD42-661849A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222" y="61682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3" name="d-tree-epsilon-0.02-path-1091">
            <a:extLst xmlns:a="http://schemas.openxmlformats.org/drawingml/2006/main">
              <a:ext uri="{FF2B5EF4-FFF2-40B4-BE49-F238E27FC236}">
                <a16:creationId xmlns:a16="http://schemas.microsoft.com/office/drawing/2014/main" id="{1ECC75B3-D72C-48CD-9428-EE3D601E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3" y="6168218"/>
            <a:ext cx="673039" cy="476"/>
          </a:xfrm>
          <a:custGeom xmlns:a="http://schemas.openxmlformats.org/drawingml/2006/main">
            <a:pathLst>
              <a:path w="585016" h="476">
                <a:moveTo>
                  <a:pt x="0" y="0"/>
                </a:moveTo>
                <a:lnTo>
                  <a:pt x="5850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4" name="d-tree-epsilon-0.02-path-1092">
            <a:extLst xmlns:a="http://schemas.openxmlformats.org/drawingml/2006/main">
              <a:ext uri="{FF2B5EF4-FFF2-40B4-BE49-F238E27FC236}">
                <a16:creationId xmlns:a16="http://schemas.microsoft.com/office/drawing/2014/main" id="{AFEC6696-D3E5-44E2-86FF-C675713A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30" y="6145653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5" name="d-tree-epsilon-0.02-path-1093">
            <a:extLst xmlns:a="http://schemas.openxmlformats.org/drawingml/2006/main">
              <a:ext uri="{FF2B5EF4-FFF2-40B4-BE49-F238E27FC236}">
                <a16:creationId xmlns:a16="http://schemas.microsoft.com/office/drawing/2014/main" id="{DDAEE06B-12FE-4689-8936-F5CFA002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703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6" name="d-tree-epsilon-0.02-path-1094">
            <a:extLst xmlns:a="http://schemas.openxmlformats.org/drawingml/2006/main">
              <a:ext uri="{FF2B5EF4-FFF2-40B4-BE49-F238E27FC236}">
                <a16:creationId xmlns:a16="http://schemas.microsoft.com/office/drawing/2014/main" id="{9CF0BDD5-6D3D-4F72-BE5F-8CDFE1F7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530" y="6145653"/>
            <a:ext cx="346173" cy="476"/>
          </a:xfrm>
          <a:custGeom xmlns:a="http://schemas.openxmlformats.org/drawingml/2006/main">
            <a:pathLst>
              <a:path w="300899" h="476">
                <a:moveTo>
                  <a:pt x="0" y="0"/>
                </a:moveTo>
                <a:lnTo>
                  <a:pt x="300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7" name="d-tree-epsilon-0.02-path-1095">
            <a:extLst xmlns:a="http://schemas.openxmlformats.org/drawingml/2006/main">
              <a:ext uri="{FF2B5EF4-FFF2-40B4-BE49-F238E27FC236}">
                <a16:creationId xmlns:a16="http://schemas.microsoft.com/office/drawing/2014/main" id="{5C071163-E718-4537-A0A6-332646E6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809" y="6123088"/>
            <a:ext cx="548" cy="789776"/>
          </a:xfrm>
          <a:custGeom xmlns:a="http://schemas.openxmlformats.org/drawingml/2006/main">
            <a:pathLst>
              <a:path w="476" h="789776">
                <a:moveTo>
                  <a:pt x="0" y="7897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8" name="d-tree-epsilon-0.02-path-1096">
            <a:extLst xmlns:a="http://schemas.openxmlformats.org/drawingml/2006/main">
              <a:ext uri="{FF2B5EF4-FFF2-40B4-BE49-F238E27FC236}">
                <a16:creationId xmlns:a16="http://schemas.microsoft.com/office/drawing/2014/main" id="{0365E44E-7800-4751-935A-7F09997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616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39" name="d-tree-epsilon-0.02-path-1097">
            <a:extLst xmlns:a="http://schemas.openxmlformats.org/drawingml/2006/main">
              <a:ext uri="{FF2B5EF4-FFF2-40B4-BE49-F238E27FC236}">
                <a16:creationId xmlns:a16="http://schemas.microsoft.com/office/drawing/2014/main" id="{6263CA00-1658-4997-85A0-2033466A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809" y="6123088"/>
            <a:ext cx="194807" cy="476"/>
          </a:xfrm>
          <a:custGeom xmlns:a="http://schemas.openxmlformats.org/drawingml/2006/main">
            <a:pathLst>
              <a:path w="169329" h="476">
                <a:moveTo>
                  <a:pt x="0" y="0"/>
                </a:moveTo>
                <a:lnTo>
                  <a:pt x="169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0" name="d-tree-epsilon-0.02-path-1098">
            <a:extLst xmlns:a="http://schemas.openxmlformats.org/drawingml/2006/main">
              <a:ext uri="{FF2B5EF4-FFF2-40B4-BE49-F238E27FC236}">
                <a16:creationId xmlns:a16="http://schemas.microsoft.com/office/drawing/2014/main" id="{2E58B002-1EC9-4D2A-A9D7-58DCD01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915" y="6100523"/>
            <a:ext cx="548" cy="857471"/>
          </a:xfrm>
          <a:custGeom xmlns:a="http://schemas.openxmlformats.org/drawingml/2006/main">
            <a:pathLst>
              <a:path w="476" h="857471">
                <a:moveTo>
                  <a:pt x="0" y="8574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1" name="d-tree-epsilon-0.02-path-1099">
            <a:extLst xmlns:a="http://schemas.openxmlformats.org/drawingml/2006/main">
              <a:ext uri="{FF2B5EF4-FFF2-40B4-BE49-F238E27FC236}">
                <a16:creationId xmlns:a16="http://schemas.microsoft.com/office/drawing/2014/main" id="{465449DB-78F0-4BFA-ACB0-ED6AD9EB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13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2" name="d-tree-epsilon-0.02-path-1100">
            <a:extLst xmlns:a="http://schemas.openxmlformats.org/drawingml/2006/main">
              <a:ext uri="{FF2B5EF4-FFF2-40B4-BE49-F238E27FC236}">
                <a16:creationId xmlns:a16="http://schemas.microsoft.com/office/drawing/2014/main" id="{1F866CAB-2DDC-4139-A5B2-BDFE1F6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915" y="6100523"/>
            <a:ext cx="114297" cy="476"/>
          </a:xfrm>
          <a:custGeom xmlns:a="http://schemas.openxmlformats.org/drawingml/2006/main">
            <a:pathLst>
              <a:path w="99349" h="476">
                <a:moveTo>
                  <a:pt x="0" y="0"/>
                </a:moveTo>
                <a:lnTo>
                  <a:pt x="99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3" name="d-tree-epsilon-0.02-path-1101">
            <a:extLst xmlns:a="http://schemas.openxmlformats.org/drawingml/2006/main">
              <a:ext uri="{FF2B5EF4-FFF2-40B4-BE49-F238E27FC236}">
                <a16:creationId xmlns:a16="http://schemas.microsoft.com/office/drawing/2014/main" id="{9A685180-BC1D-45BB-AFE0-020EBABB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262" y="6077957"/>
            <a:ext cx="548" cy="880036"/>
          </a:xfrm>
          <a:custGeom xmlns:a="http://schemas.openxmlformats.org/drawingml/2006/main">
            <a:pathLst>
              <a:path w="476" h="880036">
                <a:moveTo>
                  <a:pt x="0" y="8800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4" name="d-tree-epsilon-0.02-path-1102">
            <a:extLst xmlns:a="http://schemas.openxmlformats.org/drawingml/2006/main">
              <a:ext uri="{FF2B5EF4-FFF2-40B4-BE49-F238E27FC236}">
                <a16:creationId xmlns:a16="http://schemas.microsoft.com/office/drawing/2014/main" id="{EDB65154-E1AA-4096-A46A-C695FC6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063" y="607795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5" name="d-tree-epsilon-0.02-path-1103">
            <a:extLst xmlns:a="http://schemas.openxmlformats.org/drawingml/2006/main">
              <a:ext uri="{FF2B5EF4-FFF2-40B4-BE49-F238E27FC236}">
                <a16:creationId xmlns:a16="http://schemas.microsoft.com/office/drawing/2014/main" id="{B907AD73-91E9-4338-9040-6F8562A0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262" y="6077957"/>
            <a:ext cx="66802" cy="476"/>
          </a:xfrm>
          <a:custGeom xmlns:a="http://schemas.openxmlformats.org/drawingml/2006/main">
            <a:pathLst>
              <a:path w="58065" h="476">
                <a:moveTo>
                  <a:pt x="0" y="0"/>
                </a:moveTo>
                <a:lnTo>
                  <a:pt x="58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6" name="d-tree-epsilon-0.02-path-1104">
            <a:extLst xmlns:a="http://schemas.openxmlformats.org/drawingml/2006/main">
              <a:ext uri="{FF2B5EF4-FFF2-40B4-BE49-F238E27FC236}">
                <a16:creationId xmlns:a16="http://schemas.microsoft.com/office/drawing/2014/main" id="{1BE53D52-4FC5-4AE8-91EE-82D4F68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663" y="605539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7" name="d-tree-epsilon-0.02-path-1105">
            <a:extLst xmlns:a="http://schemas.openxmlformats.org/drawingml/2006/main">
              <a:ext uri="{FF2B5EF4-FFF2-40B4-BE49-F238E27FC236}">
                <a16:creationId xmlns:a16="http://schemas.microsoft.com/office/drawing/2014/main" id="{6D7C68D8-CD59-4ECB-BBCB-3C6EEF3A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603" y="6055392"/>
            <a:ext cx="548" cy="902601"/>
          </a:xfrm>
          <a:custGeom xmlns:a="http://schemas.openxmlformats.org/drawingml/2006/main">
            <a:pathLst>
              <a:path w="476" h="902601">
                <a:moveTo>
                  <a:pt x="0" y="9026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8" name="d-tree-epsilon-0.02-path-1106">
            <a:extLst xmlns:a="http://schemas.openxmlformats.org/drawingml/2006/main">
              <a:ext uri="{FF2B5EF4-FFF2-40B4-BE49-F238E27FC236}">
                <a16:creationId xmlns:a16="http://schemas.microsoft.com/office/drawing/2014/main" id="{63650DB5-FB95-4108-ABCC-D13E00B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663" y="6055392"/>
            <a:ext cx="1182939" cy="476"/>
          </a:xfrm>
          <a:custGeom xmlns:a="http://schemas.openxmlformats.org/drawingml/2006/main">
            <a:pathLst>
              <a:path w="1028229" h="476">
                <a:moveTo>
                  <a:pt x="0" y="0"/>
                </a:moveTo>
                <a:lnTo>
                  <a:pt x="10282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49" name="d-tree-epsilon-0.02-path-1107">
            <a:extLst xmlns:a="http://schemas.openxmlformats.org/drawingml/2006/main">
              <a:ext uri="{FF2B5EF4-FFF2-40B4-BE49-F238E27FC236}">
                <a16:creationId xmlns:a16="http://schemas.microsoft.com/office/drawing/2014/main" id="{4FDD0A49-43CE-40D7-BB12-A5705DC7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132" y="603282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0" name="d-tree-epsilon-0.02-path-1108">
            <a:extLst xmlns:a="http://schemas.openxmlformats.org/drawingml/2006/main">
              <a:ext uri="{FF2B5EF4-FFF2-40B4-BE49-F238E27FC236}">
                <a16:creationId xmlns:a16="http://schemas.microsoft.com/office/drawing/2014/main" id="{8CFB6DEE-1908-49C3-B363-AAF6815A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56" y="6032827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1" name="d-tree-epsilon-0.02-path-1109">
            <a:extLst xmlns:a="http://schemas.openxmlformats.org/drawingml/2006/main">
              <a:ext uri="{FF2B5EF4-FFF2-40B4-BE49-F238E27FC236}">
                <a16:creationId xmlns:a16="http://schemas.microsoft.com/office/drawing/2014/main" id="{B3E8C2FC-3D44-4DD5-B730-275DD7B1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132" y="6032827"/>
            <a:ext cx="601123" cy="476"/>
          </a:xfrm>
          <a:custGeom xmlns:a="http://schemas.openxmlformats.org/drawingml/2006/main">
            <a:pathLst>
              <a:path w="522505" h="476">
                <a:moveTo>
                  <a:pt x="0" y="0"/>
                </a:moveTo>
                <a:lnTo>
                  <a:pt x="522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2" name="d-tree-epsilon-0.02-path-1110">
            <a:extLst xmlns:a="http://schemas.openxmlformats.org/drawingml/2006/main">
              <a:ext uri="{FF2B5EF4-FFF2-40B4-BE49-F238E27FC236}">
                <a16:creationId xmlns:a16="http://schemas.microsoft.com/office/drawing/2014/main" id="{F1A08701-6E6D-4A9B-A2BA-4B2D834F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82" y="6010262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3" name="d-tree-epsilon-0.02-path-1111">
            <a:extLst xmlns:a="http://schemas.openxmlformats.org/drawingml/2006/main">
              <a:ext uri="{FF2B5EF4-FFF2-40B4-BE49-F238E27FC236}">
                <a16:creationId xmlns:a16="http://schemas.microsoft.com/office/drawing/2014/main" id="{FB02F0FF-C573-4B45-B9DE-9B21176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694" y="601026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4" name="d-tree-epsilon-0.02-path-1112">
            <a:extLst xmlns:a="http://schemas.openxmlformats.org/drawingml/2006/main">
              <a:ext uri="{FF2B5EF4-FFF2-40B4-BE49-F238E27FC236}">
                <a16:creationId xmlns:a16="http://schemas.microsoft.com/office/drawing/2014/main" id="{F570EC80-4B79-4EAE-82E5-C220942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82" y="6010262"/>
            <a:ext cx="939912" cy="476"/>
          </a:xfrm>
          <a:custGeom xmlns:a="http://schemas.openxmlformats.org/drawingml/2006/main">
            <a:pathLst>
              <a:path w="816986" h="476">
                <a:moveTo>
                  <a:pt x="0" y="0"/>
                </a:moveTo>
                <a:lnTo>
                  <a:pt x="8169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5" name="d-tree-epsilon-0.02-path-1113">
            <a:extLst xmlns:a="http://schemas.openxmlformats.org/drawingml/2006/main">
              <a:ext uri="{FF2B5EF4-FFF2-40B4-BE49-F238E27FC236}">
                <a16:creationId xmlns:a16="http://schemas.microsoft.com/office/drawing/2014/main" id="{BD01260F-E6C1-43F6-AB14-E9FA6E7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910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6" name="d-tree-epsilon-0.02-path-1114">
            <a:extLst xmlns:a="http://schemas.openxmlformats.org/drawingml/2006/main">
              <a:ext uri="{FF2B5EF4-FFF2-40B4-BE49-F238E27FC236}">
                <a16:creationId xmlns:a16="http://schemas.microsoft.com/office/drawing/2014/main" id="{A9BAA0A2-504A-4845-8A27-2363F6A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563" y="693542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7" name="d-tree-epsilon-0.02-path-1115">
            <a:extLst xmlns:a="http://schemas.openxmlformats.org/drawingml/2006/main">
              <a:ext uri="{FF2B5EF4-FFF2-40B4-BE49-F238E27FC236}">
                <a16:creationId xmlns:a16="http://schemas.microsoft.com/office/drawing/2014/main" id="{28012CF2-D504-4667-97BA-6FD63CB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910" y="6935429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8" name="d-tree-epsilon-0.02-path-1116">
            <a:extLst xmlns:a="http://schemas.openxmlformats.org/drawingml/2006/main">
              <a:ext uri="{FF2B5EF4-FFF2-40B4-BE49-F238E27FC236}">
                <a16:creationId xmlns:a16="http://schemas.microsoft.com/office/drawing/2014/main" id="{997CD182-C8C8-4A28-AA28-29F91D70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738" y="598769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59" name="d-tree-epsilon-0.02-path-1117">
            <a:extLst xmlns:a="http://schemas.openxmlformats.org/drawingml/2006/main">
              <a:ext uri="{FF2B5EF4-FFF2-40B4-BE49-F238E27FC236}">
                <a16:creationId xmlns:a16="http://schemas.microsoft.com/office/drawing/2014/main" id="{60295010-6DE2-4857-9658-1584B626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736" y="5987697"/>
            <a:ext cx="548" cy="947731"/>
          </a:xfrm>
          <a:custGeom xmlns:a="http://schemas.openxmlformats.org/drawingml/2006/main">
            <a:pathLst>
              <a:path w="476" h="947731">
                <a:moveTo>
                  <a:pt x="0" y="94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0" name="d-tree-epsilon-0.02-path-1118">
            <a:extLst xmlns:a="http://schemas.openxmlformats.org/drawingml/2006/main">
              <a:ext uri="{FF2B5EF4-FFF2-40B4-BE49-F238E27FC236}">
                <a16:creationId xmlns:a16="http://schemas.microsoft.com/office/drawing/2014/main" id="{D32C913C-C9AB-45B1-88E4-B4EB658D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738" y="5987697"/>
            <a:ext cx="784998" cy="476"/>
          </a:xfrm>
          <a:custGeom xmlns:a="http://schemas.openxmlformats.org/drawingml/2006/main">
            <a:pathLst>
              <a:path w="682332" h="476">
                <a:moveTo>
                  <a:pt x="0" y="0"/>
                </a:moveTo>
                <a:lnTo>
                  <a:pt x="682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1" name="d-tree-epsilon-0.02-path-1119">
            <a:extLst xmlns:a="http://schemas.openxmlformats.org/drawingml/2006/main">
              <a:ext uri="{FF2B5EF4-FFF2-40B4-BE49-F238E27FC236}">
                <a16:creationId xmlns:a16="http://schemas.microsoft.com/office/drawing/2014/main" id="{19D885C6-DCEA-4A0F-A89B-A6907593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37" y="596513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2" name="d-tree-epsilon-0.02-path-1120">
            <a:extLst xmlns:a="http://schemas.openxmlformats.org/drawingml/2006/main">
              <a:ext uri="{FF2B5EF4-FFF2-40B4-BE49-F238E27FC236}">
                <a16:creationId xmlns:a16="http://schemas.microsoft.com/office/drawing/2014/main" id="{4481D03E-C6A7-4CEB-B9F0-0773EFF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217" y="5965132"/>
            <a:ext cx="548" cy="992861"/>
          </a:xfrm>
          <a:custGeom xmlns:a="http://schemas.openxmlformats.org/drawingml/2006/main">
            <a:pathLst>
              <a:path w="476" h="992861">
                <a:moveTo>
                  <a:pt x="0" y="9928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3" name="d-tree-epsilon-0.02-path-1121">
            <a:extLst xmlns:a="http://schemas.openxmlformats.org/drawingml/2006/main">
              <a:ext uri="{FF2B5EF4-FFF2-40B4-BE49-F238E27FC236}">
                <a16:creationId xmlns:a16="http://schemas.microsoft.com/office/drawing/2014/main" id="{61EA6B7B-1867-4C1A-A841-0E2A69D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37" y="5965132"/>
            <a:ext cx="406980" cy="476"/>
          </a:xfrm>
          <a:custGeom xmlns:a="http://schemas.openxmlformats.org/drawingml/2006/main">
            <a:pathLst>
              <a:path w="353753" h="476">
                <a:moveTo>
                  <a:pt x="0" y="0"/>
                </a:moveTo>
                <a:lnTo>
                  <a:pt x="3537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4" name="d-tree-epsilon-0.02-path-1122">
            <a:extLst xmlns:a="http://schemas.openxmlformats.org/drawingml/2006/main">
              <a:ext uri="{FF2B5EF4-FFF2-40B4-BE49-F238E27FC236}">
                <a16:creationId xmlns:a16="http://schemas.microsoft.com/office/drawing/2014/main" id="{7149A02C-C796-4F65-81A7-53C5367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301" y="5942567"/>
            <a:ext cx="548" cy="1015426"/>
          </a:xfrm>
          <a:custGeom xmlns:a="http://schemas.openxmlformats.org/drawingml/2006/main">
            <a:pathLst>
              <a:path w="476" h="1015426">
                <a:moveTo>
                  <a:pt x="0" y="10154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5" name="d-tree-epsilon-0.02-path-1123">
            <a:extLst xmlns:a="http://schemas.openxmlformats.org/drawingml/2006/main">
              <a:ext uri="{FF2B5EF4-FFF2-40B4-BE49-F238E27FC236}">
                <a16:creationId xmlns:a16="http://schemas.microsoft.com/office/drawing/2014/main" id="{98853794-D9C5-4095-B539-4D171B32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726" y="594256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6" name="d-tree-epsilon-0.02-path-1124">
            <a:extLst xmlns:a="http://schemas.openxmlformats.org/drawingml/2006/main">
              <a:ext uri="{FF2B5EF4-FFF2-40B4-BE49-F238E27FC236}">
                <a16:creationId xmlns:a16="http://schemas.microsoft.com/office/drawing/2014/main" id="{D52FC1CF-58CD-43B8-B15A-817B18C3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301" y="5942567"/>
            <a:ext cx="1080425" cy="476"/>
          </a:xfrm>
          <a:custGeom xmlns:a="http://schemas.openxmlformats.org/drawingml/2006/main">
            <a:pathLst>
              <a:path w="939122" h="476">
                <a:moveTo>
                  <a:pt x="0" y="0"/>
                </a:moveTo>
                <a:lnTo>
                  <a:pt x="939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7" name="d-tree-epsilon-0.02-path-1125">
            <a:extLst xmlns:a="http://schemas.openxmlformats.org/drawingml/2006/main">
              <a:ext uri="{FF2B5EF4-FFF2-40B4-BE49-F238E27FC236}">
                <a16:creationId xmlns:a16="http://schemas.microsoft.com/office/drawing/2014/main" id="{15D64DCB-D288-42A2-9152-A4DD3E2E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48" y="5920002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8" name="d-tree-epsilon-0.02-path-1126">
            <a:extLst xmlns:a="http://schemas.openxmlformats.org/drawingml/2006/main">
              <a:ext uri="{FF2B5EF4-FFF2-40B4-BE49-F238E27FC236}">
                <a16:creationId xmlns:a16="http://schemas.microsoft.com/office/drawing/2014/main" id="{221E35F7-0BFC-47A7-8083-CC19E8F4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514" y="592000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69" name="d-tree-epsilon-0.02-path-1127">
            <a:extLst xmlns:a="http://schemas.openxmlformats.org/drawingml/2006/main">
              <a:ext uri="{FF2B5EF4-FFF2-40B4-BE49-F238E27FC236}">
                <a16:creationId xmlns:a16="http://schemas.microsoft.com/office/drawing/2014/main" id="{D01C7230-14E8-4A12-9FD1-F0FFD2D3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648" y="5920002"/>
            <a:ext cx="549866" cy="476"/>
          </a:xfrm>
          <a:custGeom xmlns:a="http://schemas.openxmlformats.org/drawingml/2006/main">
            <a:pathLst>
              <a:path w="477952" h="476">
                <a:moveTo>
                  <a:pt x="0" y="0"/>
                </a:moveTo>
                <a:lnTo>
                  <a:pt x="477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0" name="d-tree-epsilon-0.02-path-1128">
            <a:extLst xmlns:a="http://schemas.openxmlformats.org/drawingml/2006/main">
              <a:ext uri="{FF2B5EF4-FFF2-40B4-BE49-F238E27FC236}">
                <a16:creationId xmlns:a16="http://schemas.microsoft.com/office/drawing/2014/main" id="{E5BD71CB-90D8-47B7-B5FD-FDF8BAE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994" y="5897437"/>
            <a:ext cx="548" cy="1060557"/>
          </a:xfrm>
          <a:custGeom xmlns:a="http://schemas.openxmlformats.org/drawingml/2006/main">
            <a:pathLst>
              <a:path w="476" h="1060557">
                <a:moveTo>
                  <a:pt x="0" y="10605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1" name="d-tree-epsilon-0.02-path-1129">
            <a:extLst xmlns:a="http://schemas.openxmlformats.org/drawingml/2006/main">
              <a:ext uri="{FF2B5EF4-FFF2-40B4-BE49-F238E27FC236}">
                <a16:creationId xmlns:a16="http://schemas.microsoft.com/office/drawing/2014/main" id="{F3FCC3B6-1385-4157-93BB-BECAF7B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581" y="589743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2" name="d-tree-epsilon-0.02-path-1130">
            <a:extLst xmlns:a="http://schemas.openxmlformats.org/drawingml/2006/main">
              <a:ext uri="{FF2B5EF4-FFF2-40B4-BE49-F238E27FC236}">
                <a16:creationId xmlns:a16="http://schemas.microsoft.com/office/drawing/2014/main" id="{FE4476BD-4093-45ED-B2D0-1DA1CA46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994" y="5897437"/>
            <a:ext cx="284587" cy="476"/>
          </a:xfrm>
          <a:custGeom xmlns:a="http://schemas.openxmlformats.org/drawingml/2006/main">
            <a:pathLst>
              <a:path w="247367" h="476">
                <a:moveTo>
                  <a:pt x="0" y="0"/>
                </a:moveTo>
                <a:lnTo>
                  <a:pt x="2473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3" name="d-tree-epsilon-0.02-path-1131">
            <a:extLst xmlns:a="http://schemas.openxmlformats.org/drawingml/2006/main">
              <a:ext uri="{FF2B5EF4-FFF2-40B4-BE49-F238E27FC236}">
                <a16:creationId xmlns:a16="http://schemas.microsoft.com/office/drawing/2014/main" id="{5BC60204-80FD-4909-A7AB-7435B7BC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341" y="5874872"/>
            <a:ext cx="548" cy="1083122"/>
          </a:xfrm>
          <a:custGeom xmlns:a="http://schemas.openxmlformats.org/drawingml/2006/main">
            <a:pathLst>
              <a:path w="476" h="1083122">
                <a:moveTo>
                  <a:pt x="0" y="1083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4" name="d-tree-epsilon-0.02-path-1132">
            <a:extLst xmlns:a="http://schemas.openxmlformats.org/drawingml/2006/main">
              <a:ext uri="{FF2B5EF4-FFF2-40B4-BE49-F238E27FC236}">
                <a16:creationId xmlns:a16="http://schemas.microsoft.com/office/drawing/2014/main" id="{C972EAA0-CD1D-423B-92EE-C288C1B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288" y="587487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5" name="d-tree-epsilon-0.02-path-1133">
            <a:extLst xmlns:a="http://schemas.openxmlformats.org/drawingml/2006/main">
              <a:ext uri="{FF2B5EF4-FFF2-40B4-BE49-F238E27FC236}">
                <a16:creationId xmlns:a16="http://schemas.microsoft.com/office/drawing/2014/main" id="{77725BBD-A4AB-4145-A9C9-166A2DC8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341" y="5874872"/>
            <a:ext cx="151946" cy="476"/>
          </a:xfrm>
          <a:custGeom xmlns:a="http://schemas.openxmlformats.org/drawingml/2006/main">
            <a:pathLst>
              <a:path w="132074" h="476">
                <a:moveTo>
                  <a:pt x="0" y="0"/>
                </a:moveTo>
                <a:lnTo>
                  <a:pt x="1320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6" name="d-tree-epsilon-0.02-path-1134">
            <a:extLst xmlns:a="http://schemas.openxmlformats.org/drawingml/2006/main">
              <a:ext uri="{FF2B5EF4-FFF2-40B4-BE49-F238E27FC236}">
                <a16:creationId xmlns:a16="http://schemas.microsoft.com/office/drawing/2014/main" id="{ECE1B5AD-838B-4AF7-9F5A-EE7C682D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315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7" name="d-tree-epsilon-0.02-path-1135">
            <a:extLst xmlns:a="http://schemas.openxmlformats.org/drawingml/2006/main">
              <a:ext uri="{FF2B5EF4-FFF2-40B4-BE49-F238E27FC236}">
                <a16:creationId xmlns:a16="http://schemas.microsoft.com/office/drawing/2014/main" id="{7E39EFAF-939C-4758-B44D-198373CA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6870" y="5852307"/>
            <a:ext cx="548" cy="1105687"/>
          </a:xfrm>
          <a:custGeom xmlns:a="http://schemas.openxmlformats.org/drawingml/2006/main">
            <a:pathLst>
              <a:path w="476" h="1105687">
                <a:moveTo>
                  <a:pt x="0" y="11056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8" name="d-tree-epsilon-0.02-path-1136">
            <a:extLst xmlns:a="http://schemas.openxmlformats.org/drawingml/2006/main">
              <a:ext uri="{FF2B5EF4-FFF2-40B4-BE49-F238E27FC236}">
                <a16:creationId xmlns:a16="http://schemas.microsoft.com/office/drawing/2014/main" id="{9CF806AE-C951-4CE3-9D25-7738503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315" y="5852307"/>
            <a:ext cx="1246555" cy="476"/>
          </a:xfrm>
          <a:custGeom xmlns:a="http://schemas.openxmlformats.org/drawingml/2006/main">
            <a:pathLst>
              <a:path w="1083525" h="476">
                <a:moveTo>
                  <a:pt x="0" y="0"/>
                </a:moveTo>
                <a:lnTo>
                  <a:pt x="108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79" name="d-tree-epsilon-0.02-path-1137">
            <a:extLst xmlns:a="http://schemas.openxmlformats.org/drawingml/2006/main">
              <a:ext uri="{FF2B5EF4-FFF2-40B4-BE49-F238E27FC236}">
                <a16:creationId xmlns:a16="http://schemas.microsoft.com/office/drawing/2014/main" id="{9CD8300C-A902-4ECC-A442-1A277E1E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592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0" name="d-tree-epsilon-0.02-path-1138">
            <a:extLst xmlns:a="http://schemas.openxmlformats.org/drawingml/2006/main">
              <a:ext uri="{FF2B5EF4-FFF2-40B4-BE49-F238E27FC236}">
                <a16:creationId xmlns:a16="http://schemas.microsoft.com/office/drawing/2014/main" id="{D1E4906A-89A5-48CC-AF99-5DF1F39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523" y="5829742"/>
            <a:ext cx="548" cy="1128252"/>
          </a:xfrm>
          <a:custGeom xmlns:a="http://schemas.openxmlformats.org/drawingml/2006/main">
            <a:pathLst>
              <a:path w="476" h="1128252">
                <a:moveTo>
                  <a:pt x="0" y="11282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1" name="d-tree-epsilon-0.02-path-1139">
            <a:extLst xmlns:a="http://schemas.openxmlformats.org/drawingml/2006/main">
              <a:ext uri="{FF2B5EF4-FFF2-40B4-BE49-F238E27FC236}">
                <a16:creationId xmlns:a16="http://schemas.microsoft.com/office/drawing/2014/main" id="{35AB592E-C4F8-4401-93FD-78695AB6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592" y="5829742"/>
            <a:ext cx="632931" cy="476"/>
          </a:xfrm>
          <a:custGeom xmlns:a="http://schemas.openxmlformats.org/drawingml/2006/main">
            <a:pathLst>
              <a:path w="550153" h="476">
                <a:moveTo>
                  <a:pt x="0" y="0"/>
                </a:moveTo>
                <a:lnTo>
                  <a:pt x="550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2" name="d-tree-epsilon-0.02-path-1140">
            <a:extLst xmlns:a="http://schemas.openxmlformats.org/drawingml/2006/main">
              <a:ext uri="{FF2B5EF4-FFF2-40B4-BE49-F238E27FC236}">
                <a16:creationId xmlns:a16="http://schemas.microsoft.com/office/drawing/2014/main" id="{58803E2D-99C0-4A2E-8EAE-E664A96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058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3" name="d-tree-epsilon-0.02-path-1141">
            <a:extLst xmlns:a="http://schemas.openxmlformats.org/drawingml/2006/main">
              <a:ext uri="{FF2B5EF4-FFF2-40B4-BE49-F238E27FC236}">
                <a16:creationId xmlns:a16="http://schemas.microsoft.com/office/drawing/2014/main" id="{1C60BD14-9BA1-4B24-BB9E-AED58537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176" y="5807177"/>
            <a:ext cx="548" cy="1150817"/>
          </a:xfrm>
          <a:custGeom xmlns:a="http://schemas.openxmlformats.org/drawingml/2006/main">
            <a:pathLst>
              <a:path w="476" h="1150817">
                <a:moveTo>
                  <a:pt x="0" y="11508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4" name="d-tree-epsilon-0.02-path-1142">
            <a:extLst xmlns:a="http://schemas.openxmlformats.org/drawingml/2006/main">
              <a:ext uri="{FF2B5EF4-FFF2-40B4-BE49-F238E27FC236}">
                <a16:creationId xmlns:a16="http://schemas.microsoft.com/office/drawing/2014/main" id="{B9025E34-D91E-4E5D-B94F-365B8862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058" y="5807177"/>
            <a:ext cx="326119" cy="476"/>
          </a:xfrm>
          <a:custGeom xmlns:a="http://schemas.openxmlformats.org/drawingml/2006/main">
            <a:pathLst>
              <a:path w="283468" h="476">
                <a:moveTo>
                  <a:pt x="0" y="0"/>
                </a:moveTo>
                <a:lnTo>
                  <a:pt x="2834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5" name="d-tree-epsilon-0.02-path-1143">
            <a:extLst xmlns:a="http://schemas.openxmlformats.org/drawingml/2006/main">
              <a:ext uri="{FF2B5EF4-FFF2-40B4-BE49-F238E27FC236}">
                <a16:creationId xmlns:a16="http://schemas.microsoft.com/office/drawing/2014/main" id="{06EECE72-D6FE-4FBE-8465-2ACF68F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687" y="5784612"/>
            <a:ext cx="548" cy="1173382"/>
          </a:xfrm>
          <a:custGeom xmlns:a="http://schemas.openxmlformats.org/drawingml/2006/main">
            <a:pathLst>
              <a:path w="476" h="1173382">
                <a:moveTo>
                  <a:pt x="0" y="11733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6" name="d-tree-epsilon-0.02-path-1144">
            <a:extLst xmlns:a="http://schemas.openxmlformats.org/drawingml/2006/main">
              <a:ext uri="{FF2B5EF4-FFF2-40B4-BE49-F238E27FC236}">
                <a16:creationId xmlns:a16="http://schemas.microsoft.com/office/drawing/2014/main" id="{7D45F328-3C72-4F94-9C4D-C412A22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18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7" name="d-tree-epsilon-0.02-path-1145">
            <a:extLst xmlns:a="http://schemas.openxmlformats.org/drawingml/2006/main">
              <a:ext uri="{FF2B5EF4-FFF2-40B4-BE49-F238E27FC236}">
                <a16:creationId xmlns:a16="http://schemas.microsoft.com/office/drawing/2014/main" id="{9E6FD252-A2E4-461B-B83E-EF4D4A9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687" y="5784612"/>
            <a:ext cx="1188429" cy="476"/>
          </a:xfrm>
          <a:custGeom xmlns:a="http://schemas.openxmlformats.org/drawingml/2006/main">
            <a:pathLst>
              <a:path w="1033001" h="476">
                <a:moveTo>
                  <a:pt x="0" y="0"/>
                </a:moveTo>
                <a:lnTo>
                  <a:pt x="1033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8" name="d-tree-epsilon-0.02-path-1146">
            <a:extLst xmlns:a="http://schemas.openxmlformats.org/drawingml/2006/main">
              <a:ext uri="{FF2B5EF4-FFF2-40B4-BE49-F238E27FC236}">
                <a16:creationId xmlns:a16="http://schemas.microsoft.com/office/drawing/2014/main" id="{5C1202BF-7E24-4E6B-AC7B-E5C5388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902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89" name="d-tree-epsilon-0.02-path-1147">
            <a:extLst xmlns:a="http://schemas.openxmlformats.org/drawingml/2006/main">
              <a:ext uri="{FF2B5EF4-FFF2-40B4-BE49-F238E27FC236}">
                <a16:creationId xmlns:a16="http://schemas.microsoft.com/office/drawing/2014/main" id="{7A3C80A7-7FF6-439F-9AD0-0FD54BD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830" y="5762047"/>
            <a:ext cx="548" cy="1195947"/>
          </a:xfrm>
          <a:custGeom xmlns:a="http://schemas.openxmlformats.org/drawingml/2006/main">
            <a:pathLst>
              <a:path w="476" h="1195947">
                <a:moveTo>
                  <a:pt x="0" y="11959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90" name="d-tree-epsilon-0.02-path-1148">
            <a:extLst xmlns:a="http://schemas.openxmlformats.org/drawingml/2006/main">
              <a:ext uri="{FF2B5EF4-FFF2-40B4-BE49-F238E27FC236}">
                <a16:creationId xmlns:a16="http://schemas.microsoft.com/office/drawing/2014/main" id="{5D61E185-0225-40BD-9BD5-E7D96BD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902" y="5762047"/>
            <a:ext cx="766927" cy="476"/>
          </a:xfrm>
          <a:custGeom xmlns:a="http://schemas.openxmlformats.org/drawingml/2006/main">
            <a:pathLst>
              <a:path w="666625" h="476">
                <a:moveTo>
                  <a:pt x="0" y="0"/>
                </a:moveTo>
                <a:lnTo>
                  <a:pt x="66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91" name="d-tree-epsilon-0.02-path-1149">
            <a:extLst xmlns:a="http://schemas.openxmlformats.org/drawingml/2006/main">
              <a:ext uri="{FF2B5EF4-FFF2-40B4-BE49-F238E27FC236}">
                <a16:creationId xmlns:a16="http://schemas.microsoft.com/office/drawing/2014/main" id="{D7CEE30A-A65A-41E1-99B3-E5069C25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67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192" name="d-tree-epsilon-0.02-path-1154">
            <a:extLst xmlns:a="http://schemas.openxmlformats.org/drawingml/2006/main">
              <a:ext uri="{FF2B5EF4-FFF2-40B4-BE49-F238E27FC236}">
                <a16:creationId xmlns:a16="http://schemas.microsoft.com/office/drawing/2014/main" id="{E9A99478-46A5-492B-A2E3-57E1120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13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93" name="d-tree-epsilon-0.02-path-1155">
            <a:extLst xmlns:a="http://schemas.openxmlformats.org/drawingml/2006/main">
              <a:ext uri="{FF2B5EF4-FFF2-40B4-BE49-F238E27FC236}">
                <a16:creationId xmlns:a16="http://schemas.microsoft.com/office/drawing/2014/main" id="{FC3ECC81-E2A0-4058-B5B8-7807D17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13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94" name="d-tree-epsilon-0.02-path-1156">
            <a:extLst xmlns:a="http://schemas.openxmlformats.org/drawingml/2006/main">
              <a:ext uri="{FF2B5EF4-FFF2-40B4-BE49-F238E27FC236}">
                <a16:creationId xmlns:a16="http://schemas.microsoft.com/office/drawing/2014/main" id="{E731D94E-2684-468D-9887-6C03DCB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13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95" name="d-tree-epsilon-0.02-path-1157">
            <a:extLst xmlns:a="http://schemas.openxmlformats.org/drawingml/2006/main">
              <a:ext uri="{FF2B5EF4-FFF2-40B4-BE49-F238E27FC236}">
                <a16:creationId xmlns:a16="http://schemas.microsoft.com/office/drawing/2014/main" id="{08E74C6F-1655-4630-8B86-A589B5F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13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96" name="d-tree-epsilon-0.02-path-1158">
            <a:extLst xmlns:a="http://schemas.openxmlformats.org/drawingml/2006/main">
              <a:ext uri="{FF2B5EF4-FFF2-40B4-BE49-F238E27FC236}">
                <a16:creationId xmlns:a16="http://schemas.microsoft.com/office/drawing/2014/main" id="{E4940CAB-C2DA-4A5A-AF88-80974E5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413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197" name="d-tree-epsilon-0.02-path-1153">
            <a:extLst xmlns:a="http://schemas.openxmlformats.org/drawingml/2006/main">
              <a:ext uri="{FF2B5EF4-FFF2-40B4-BE49-F238E27FC236}">
                <a16:creationId xmlns:a16="http://schemas.microsoft.com/office/drawing/2014/main" id="{872F654E-85EF-4170-904E-65C1437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767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198" name="d-tree-epsilon-0.02 A26">
            <a:extLst xmlns:a="http://schemas.openxmlformats.org/drawingml/2006/main">
              <a:ext uri="{FF2B5EF4-FFF2-40B4-BE49-F238E27FC236}">
                <a16:creationId xmlns:a16="http://schemas.microsoft.com/office/drawing/2014/main" id="{C4A3BEAC-2A6F-4B8C-B074-0C1BABE2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7733" y="7119053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A26</a:t>
            </a:r>
          </a:p>
        </p:txBody>
      </p:sp>
      <p:sp>
        <p:nvSpPr>
          <p:cNvPr id="1199" name="d-tree-epsilon-0.02 B26">
            <a:extLst xmlns:a="http://schemas.openxmlformats.org/drawingml/2006/main">
              <a:ext uri="{FF2B5EF4-FFF2-40B4-BE49-F238E27FC236}">
                <a16:creationId xmlns:a16="http://schemas.microsoft.com/office/drawing/2014/main" id="{12CF829F-6DFA-4B3C-8B7A-B9B34767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4815" y="6966653"/>
            <a:ext cx="35311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B26</a:t>
            </a:r>
          </a:p>
        </p:txBody>
      </p:sp>
      <p:sp>
        <p:nvSpPr>
          <p:cNvPr id="1200" name="d-tree-epsilon-0.02 53 levels">
            <a:extLst xmlns:a="http://schemas.openxmlformats.org/drawingml/2006/main">
              <a:ext uri="{FF2B5EF4-FFF2-40B4-BE49-F238E27FC236}">
                <a16:creationId xmlns:a16="http://schemas.microsoft.com/office/drawing/2014/main" id="{594409D0-8D0E-49A9-ADF1-BA1C8551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4261" y="5336423"/>
            <a:ext cx="87331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53 levels</a:t>
            </a:r>
          </a:p>
        </p:txBody>
      </p:sp>
      <p:sp>
        <p:nvSpPr>
          <p:cNvPr id="1201" name="c-map-epsilon-0.05-path-1159">
            <a:extLst xmlns:a="http://schemas.openxmlformats.org/drawingml/2006/main">
              <a:ext uri="{FF2B5EF4-FFF2-40B4-BE49-F238E27FC236}">
                <a16:creationId xmlns:a16="http://schemas.microsoft.com/office/drawing/2014/main" id="{57488735-773F-41C1-B79E-D6486DED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1202" name="c-map-epsilon-0.05-path-1160 white halo">
            <a:extLst xmlns:a="http://schemas.openxmlformats.org/drawingml/2006/main">
              <a:ext uri="{FF2B5EF4-FFF2-40B4-BE49-F238E27FC236}">
                <a16:creationId xmlns:a16="http://schemas.microsoft.com/office/drawing/2014/main" id="{5E2E3092-94C0-4C0C-A741-4B6FA417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141" y="3208197"/>
            <a:ext cx="1230821" cy="34483"/>
          </a:xfrm>
          <a:custGeom xmlns:a="http://schemas.openxmlformats.org/drawingml/2006/main">
            <a:pathLst>
              <a:path w="1069848" h="34483">
                <a:moveTo>
                  <a:pt x="0" y="18494"/>
                </a:moveTo>
                <a:lnTo>
                  <a:pt x="213970" y="18344"/>
                </a:lnTo>
                <a:lnTo>
                  <a:pt x="427939" y="29706"/>
                </a:lnTo>
                <a:lnTo>
                  <a:pt x="641909" y="28770"/>
                </a:lnTo>
                <a:lnTo>
                  <a:pt x="855878" y="0"/>
                </a:lnTo>
                <a:lnTo>
                  <a:pt x="1069848" y="3448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03" name="c-map-epsilon-0.05-path-1160">
            <a:extLst xmlns:a="http://schemas.openxmlformats.org/drawingml/2006/main">
              <a:ext uri="{FF2B5EF4-FFF2-40B4-BE49-F238E27FC236}">
                <a16:creationId xmlns:a16="http://schemas.microsoft.com/office/drawing/2014/main" id="{BA238D2D-4E6A-44AD-8FAA-8E559A8F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141" y="3208197"/>
            <a:ext cx="1230821" cy="34483"/>
          </a:xfrm>
          <a:custGeom xmlns:a="http://schemas.openxmlformats.org/drawingml/2006/main">
            <a:pathLst>
              <a:path w="1069848" h="34483">
                <a:moveTo>
                  <a:pt x="0" y="18494"/>
                </a:moveTo>
                <a:lnTo>
                  <a:pt x="213970" y="18344"/>
                </a:lnTo>
                <a:lnTo>
                  <a:pt x="427939" y="29706"/>
                </a:lnTo>
                <a:lnTo>
                  <a:pt x="641909" y="28770"/>
                </a:lnTo>
                <a:lnTo>
                  <a:pt x="855878" y="0"/>
                </a:lnTo>
                <a:lnTo>
                  <a:pt x="1069848" y="344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1204" name="c-map-epsilon-0.05-path-1167 white halo">
            <a:extLst xmlns:a="http://schemas.openxmlformats.org/drawingml/2006/main">
              <a:ext uri="{FF2B5EF4-FFF2-40B4-BE49-F238E27FC236}">
                <a16:creationId xmlns:a16="http://schemas.microsoft.com/office/drawing/2014/main" id="{4307F7FC-4092-4599-BF20-3355057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2625631"/>
            <a:ext cx="548" cy="617050"/>
          </a:xfrm>
          <a:custGeom xmlns:a="http://schemas.openxmlformats.org/drawingml/2006/main">
            <a:pathLst>
              <a:path w="476" h="617050">
                <a:moveTo>
                  <a:pt x="0" y="617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05" name="c-map-epsilon-0.05-path-1167">
            <a:extLst xmlns:a="http://schemas.openxmlformats.org/drawingml/2006/main">
              <a:ext uri="{FF2B5EF4-FFF2-40B4-BE49-F238E27FC236}">
                <a16:creationId xmlns:a16="http://schemas.microsoft.com/office/drawing/2014/main" id="{296476AB-E3CD-4551-A027-AACFF03F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2625631"/>
            <a:ext cx="548" cy="617050"/>
          </a:xfrm>
          <a:custGeom xmlns:a="http://schemas.openxmlformats.org/drawingml/2006/main">
            <a:pathLst>
              <a:path w="476" h="617050">
                <a:moveTo>
                  <a:pt x="0" y="617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1206" name="c-map-epsilon-0.05-path-1169 white halo">
            <a:extLst xmlns:a="http://schemas.openxmlformats.org/drawingml/2006/main">
              <a:ext uri="{FF2B5EF4-FFF2-40B4-BE49-F238E27FC236}">
                <a16:creationId xmlns:a16="http://schemas.microsoft.com/office/drawing/2014/main" id="{B5722BEC-91A2-4FC0-8DB5-9F59AA43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141" y="4155842"/>
            <a:ext cx="1230821" cy="257530"/>
          </a:xfrm>
          <a:custGeom xmlns:a="http://schemas.openxmlformats.org/drawingml/2006/main">
            <a:pathLst>
              <a:path w="1069848" h="257530">
                <a:moveTo>
                  <a:pt x="0" y="257530"/>
                </a:moveTo>
                <a:lnTo>
                  <a:pt x="213970" y="54273"/>
                </a:lnTo>
                <a:lnTo>
                  <a:pt x="427939" y="53310"/>
                </a:lnTo>
                <a:lnTo>
                  <a:pt x="641909" y="16299"/>
                </a:lnTo>
                <a:lnTo>
                  <a:pt x="855878" y="28815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07" name="c-map-epsilon-0.05-path-1169">
            <a:extLst xmlns:a="http://schemas.openxmlformats.org/drawingml/2006/main">
              <a:ext uri="{FF2B5EF4-FFF2-40B4-BE49-F238E27FC236}">
                <a16:creationId xmlns:a16="http://schemas.microsoft.com/office/drawing/2014/main" id="{DFCBE6F2-8B1E-4654-97A5-78FF93D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141" y="4155842"/>
            <a:ext cx="1230821" cy="257530"/>
          </a:xfrm>
          <a:custGeom xmlns:a="http://schemas.openxmlformats.org/drawingml/2006/main">
            <a:pathLst>
              <a:path w="1069848" h="257530">
                <a:moveTo>
                  <a:pt x="0" y="257530"/>
                </a:moveTo>
                <a:lnTo>
                  <a:pt x="213970" y="54273"/>
                </a:lnTo>
                <a:lnTo>
                  <a:pt x="427939" y="53310"/>
                </a:lnTo>
                <a:lnTo>
                  <a:pt x="641909" y="16299"/>
                </a:lnTo>
                <a:lnTo>
                  <a:pt x="855878" y="28815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1208" name="c-map-epsilon-0.05-path-1176 white halo">
            <a:extLst xmlns:a="http://schemas.openxmlformats.org/drawingml/2006/main">
              <a:ext uri="{FF2B5EF4-FFF2-40B4-BE49-F238E27FC236}">
                <a16:creationId xmlns:a16="http://schemas.microsoft.com/office/drawing/2014/main" id="{04021B52-B421-4ADF-8CDC-6B60FB19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4155842"/>
            <a:ext cx="548" cy="287429"/>
          </a:xfrm>
          <a:custGeom xmlns:a="http://schemas.openxmlformats.org/drawingml/2006/main">
            <a:pathLst>
              <a:path w="476" h="287429">
                <a:moveTo>
                  <a:pt x="0" y="0"/>
                </a:moveTo>
                <a:lnTo>
                  <a:pt x="0" y="28742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09" name="c-map-epsilon-0.05-path-1176">
            <a:extLst xmlns:a="http://schemas.openxmlformats.org/drawingml/2006/main">
              <a:ext uri="{FF2B5EF4-FFF2-40B4-BE49-F238E27FC236}">
                <a16:creationId xmlns:a16="http://schemas.microsoft.com/office/drawing/2014/main" id="{8E22260D-DAD3-4BE0-90A8-138A5396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4155842"/>
            <a:ext cx="548" cy="287429"/>
          </a:xfrm>
          <a:custGeom xmlns:a="http://schemas.openxmlformats.org/drawingml/2006/main">
            <a:pathLst>
              <a:path w="476" h="287429">
                <a:moveTo>
                  <a:pt x="0" y="0"/>
                </a:moveTo>
                <a:lnTo>
                  <a:pt x="0" y="287429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1210" name="c-map-epsilon-0.05-marker-1161">
            <a:extLst xmlns:a="http://schemas.openxmlformats.org/drawingml/2006/main">
              <a:ext uri="{FF2B5EF4-FFF2-40B4-BE49-F238E27FC236}">
                <a16:creationId xmlns:a16="http://schemas.microsoft.com/office/drawing/2014/main" id="{4CACB9A2-8A76-4C15-BB38-4C035A5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281" y="320383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1" name="c-map-epsilon-0.05-marker-1162">
            <a:extLst xmlns:a="http://schemas.openxmlformats.org/drawingml/2006/main">
              <a:ext uri="{FF2B5EF4-FFF2-40B4-BE49-F238E27FC236}">
                <a16:creationId xmlns:a16="http://schemas.microsoft.com/office/drawing/2014/main" id="{86F920FB-5C41-4B8D-B686-163B826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446" y="320368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2" name="c-map-epsilon-0.05-marker-1163">
            <a:extLst xmlns:a="http://schemas.openxmlformats.org/drawingml/2006/main">
              <a:ext uri="{FF2B5EF4-FFF2-40B4-BE49-F238E27FC236}">
                <a16:creationId xmlns:a16="http://schemas.microsoft.com/office/drawing/2014/main" id="{9920DEBC-8293-4810-9D18-7F56E441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609" y="321504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3" name="c-map-epsilon-0.05-marker-1164">
            <a:extLst xmlns:a="http://schemas.openxmlformats.org/drawingml/2006/main">
              <a:ext uri="{FF2B5EF4-FFF2-40B4-BE49-F238E27FC236}">
                <a16:creationId xmlns:a16="http://schemas.microsoft.com/office/drawing/2014/main" id="{92343BDA-5AC9-4072-ABF3-C83B095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0774" y="321410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4" name="c-map-epsilon-0.05-marker-1165">
            <a:extLst xmlns:a="http://schemas.openxmlformats.org/drawingml/2006/main">
              <a:ext uri="{FF2B5EF4-FFF2-40B4-BE49-F238E27FC236}">
                <a16:creationId xmlns:a16="http://schemas.microsoft.com/office/drawing/2014/main" id="{635C1E32-CC7C-4FB5-B85D-6933624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937" y="3185337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5" name="c-map-epsilon-0.05-marker-1166">
            <a:extLst xmlns:a="http://schemas.openxmlformats.org/drawingml/2006/main">
              <a:ext uri="{FF2B5EF4-FFF2-40B4-BE49-F238E27FC236}">
                <a16:creationId xmlns:a16="http://schemas.microsoft.com/office/drawing/2014/main" id="{BE38479D-E1A4-49BD-8DB8-59FD2D9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102" y="321982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6" name="c-map-epsilon-0.05-marker-1168">
            <a:extLst xmlns:a="http://schemas.openxmlformats.org/drawingml/2006/main">
              <a:ext uri="{FF2B5EF4-FFF2-40B4-BE49-F238E27FC236}">
                <a16:creationId xmlns:a16="http://schemas.microsoft.com/office/drawing/2014/main" id="{9D66B3C1-E790-488A-BC80-4C50FB27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286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217" name="c-map-epsilon-0.05-marker-1170">
            <a:extLst xmlns:a="http://schemas.openxmlformats.org/drawingml/2006/main">
              <a:ext uri="{FF2B5EF4-FFF2-40B4-BE49-F238E27FC236}">
                <a16:creationId xmlns:a16="http://schemas.microsoft.com/office/drawing/2014/main" id="{5EDB55FF-21C2-492D-9070-5D85B16D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281" y="439051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8" name="c-map-epsilon-0.05-marker-1171">
            <a:extLst xmlns:a="http://schemas.openxmlformats.org/drawingml/2006/main">
              <a:ext uri="{FF2B5EF4-FFF2-40B4-BE49-F238E27FC236}">
                <a16:creationId xmlns:a16="http://schemas.microsoft.com/office/drawing/2014/main" id="{00640D07-4C60-4B20-9DBA-89D5D6D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446" y="418725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19" name="c-map-epsilon-0.05-marker-1172">
            <a:extLst xmlns:a="http://schemas.openxmlformats.org/drawingml/2006/main">
              <a:ext uri="{FF2B5EF4-FFF2-40B4-BE49-F238E27FC236}">
                <a16:creationId xmlns:a16="http://schemas.microsoft.com/office/drawing/2014/main" id="{1261BFA8-9374-43FE-81BC-945F9A0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609" y="418629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20" name="c-map-epsilon-0.05-marker-1173">
            <a:extLst xmlns:a="http://schemas.openxmlformats.org/drawingml/2006/main">
              <a:ext uri="{FF2B5EF4-FFF2-40B4-BE49-F238E27FC236}">
                <a16:creationId xmlns:a16="http://schemas.microsoft.com/office/drawing/2014/main" id="{05BCC804-E1F6-4AF5-A9EA-B8EF8EE9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0774" y="414928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21" name="c-map-epsilon-0.05-marker-1174">
            <a:extLst xmlns:a="http://schemas.openxmlformats.org/drawingml/2006/main">
              <a:ext uri="{FF2B5EF4-FFF2-40B4-BE49-F238E27FC236}">
                <a16:creationId xmlns:a16="http://schemas.microsoft.com/office/drawing/2014/main" id="{3478744F-9199-45D4-916F-08607CE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937" y="416179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22" name="c-map-epsilon-0.05-marker-1175">
            <a:extLst xmlns:a="http://schemas.openxmlformats.org/drawingml/2006/main">
              <a:ext uri="{FF2B5EF4-FFF2-40B4-BE49-F238E27FC236}">
                <a16:creationId xmlns:a16="http://schemas.microsoft.com/office/drawing/2014/main" id="{0ED9BEF4-0634-43A7-89D6-D7D61C7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102" y="413298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23" name="c-map-epsilon-0.05-marker-1177">
            <a:extLst xmlns:a="http://schemas.openxmlformats.org/drawingml/2006/main">
              <a:ext uri="{FF2B5EF4-FFF2-40B4-BE49-F238E27FC236}">
                <a16:creationId xmlns:a16="http://schemas.microsoft.com/office/drawing/2014/main" id="{4001B75E-C168-4922-8361-1A4646CF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286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224" name="c-map-epsilon-0.05-path-1193">
            <a:extLst xmlns:a="http://schemas.openxmlformats.org/drawingml/2006/main">
              <a:ext uri="{FF2B5EF4-FFF2-40B4-BE49-F238E27FC236}">
                <a16:creationId xmlns:a16="http://schemas.microsoft.com/office/drawing/2014/main" id="{99C381BB-6259-4057-9C97-389A1C7A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5141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25" name="c-map-epsilon-0.05-path-1195">
            <a:extLst xmlns:a="http://schemas.openxmlformats.org/drawingml/2006/main">
              <a:ext uri="{FF2B5EF4-FFF2-40B4-BE49-F238E27FC236}">
                <a16:creationId xmlns:a16="http://schemas.microsoft.com/office/drawing/2014/main" id="{A8881CEF-9AF1-407A-88F6-D748AD25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306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26" name="c-map-epsilon-0.05-path-1197">
            <a:extLst xmlns:a="http://schemas.openxmlformats.org/drawingml/2006/main">
              <a:ext uri="{FF2B5EF4-FFF2-40B4-BE49-F238E27FC236}">
                <a16:creationId xmlns:a16="http://schemas.microsoft.com/office/drawing/2014/main" id="{CA6A2552-3EDB-47EC-89A2-DD6053E9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469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27" name="c-map-epsilon-0.05-path-1199">
            <a:extLst xmlns:a="http://schemas.openxmlformats.org/drawingml/2006/main">
              <a:ext uri="{FF2B5EF4-FFF2-40B4-BE49-F238E27FC236}">
                <a16:creationId xmlns:a16="http://schemas.microsoft.com/office/drawing/2014/main" id="{53BC0E83-8854-4C99-AC95-EF1F98F6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634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28" name="c-map-epsilon-0.05-path-1201">
            <a:extLst xmlns:a="http://schemas.openxmlformats.org/drawingml/2006/main">
              <a:ext uri="{FF2B5EF4-FFF2-40B4-BE49-F238E27FC236}">
                <a16:creationId xmlns:a16="http://schemas.microsoft.com/office/drawing/2014/main" id="{113CDBA1-A76A-48D8-B175-B20C37FA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797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29" name="c-map-epsilon-0.05-path-1203">
            <a:extLst xmlns:a="http://schemas.openxmlformats.org/drawingml/2006/main">
              <a:ext uri="{FF2B5EF4-FFF2-40B4-BE49-F238E27FC236}">
                <a16:creationId xmlns:a16="http://schemas.microsoft.com/office/drawing/2014/main" id="{9B99A41F-6C0A-44AA-B9B1-D67EECE1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962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30" name="c-map-epsilon-0.05-path-1205">
            <a:extLst xmlns:a="http://schemas.openxmlformats.org/drawingml/2006/main">
              <a:ext uri="{FF2B5EF4-FFF2-40B4-BE49-F238E27FC236}">
                <a16:creationId xmlns:a16="http://schemas.microsoft.com/office/drawing/2014/main" id="{E5F3243B-72A5-4042-ADFF-84D772F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84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31" name="c-map-epsilon-0.05-path-1206">
            <a:extLst xmlns:a="http://schemas.openxmlformats.org/drawingml/2006/main">
              <a:ext uri="{FF2B5EF4-FFF2-40B4-BE49-F238E27FC236}">
                <a16:creationId xmlns:a16="http://schemas.microsoft.com/office/drawing/2014/main" id="{56DFDDB6-2A36-411C-BAB7-CA0D87D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84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32" name="c-map-epsilon-0.05-path-1207">
            <a:extLst xmlns:a="http://schemas.openxmlformats.org/drawingml/2006/main">
              <a:ext uri="{FF2B5EF4-FFF2-40B4-BE49-F238E27FC236}">
                <a16:creationId xmlns:a16="http://schemas.microsoft.com/office/drawing/2014/main" id="{51BA4ADC-198D-4218-AB27-5959B517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184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33" name="c-map-epsilon-0.05-path-1191">
            <a:extLst xmlns:a="http://schemas.openxmlformats.org/drawingml/2006/main">
              <a:ext uri="{FF2B5EF4-FFF2-40B4-BE49-F238E27FC236}">
                <a16:creationId xmlns:a16="http://schemas.microsoft.com/office/drawing/2014/main" id="{202BC8BA-C27B-4B97-A984-CF12E8E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059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234" name="c-map-epsilon-0.05-path-1192">
            <a:extLst xmlns:a="http://schemas.openxmlformats.org/drawingml/2006/main">
              <a:ext uri="{FF2B5EF4-FFF2-40B4-BE49-F238E27FC236}">
                <a16:creationId xmlns:a16="http://schemas.microsoft.com/office/drawing/2014/main" id="{0C941B7E-42B0-4BFC-AE7F-3BF1EDA3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059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235" name="c-map-epsilon-0.05 ε = 5%">
            <a:extLst xmlns:a="http://schemas.openxmlformats.org/drawingml/2006/main">
              <a:ext uri="{FF2B5EF4-FFF2-40B4-BE49-F238E27FC236}">
                <a16:creationId xmlns:a16="http://schemas.microsoft.com/office/drawing/2014/main" id="{0258560C-EA00-4642-B7CC-2C83E12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723" y="2303602"/>
            <a:ext cx="646531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5%</a:t>
            </a:r>
          </a:p>
        </p:txBody>
      </p:sp>
      <p:sp>
        <p:nvSpPr>
          <p:cNvPr id="1236" name="c-map-epsilon-0.05 3">
            <a:extLst xmlns:a="http://schemas.openxmlformats.org/drawingml/2006/main">
              <a:ext uri="{FF2B5EF4-FFF2-40B4-BE49-F238E27FC236}">
                <a16:creationId xmlns:a16="http://schemas.microsoft.com/office/drawing/2014/main" id="{B0C4168D-917E-461D-8B14-883C57E6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7500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237" name="c-map-epsilon-0.05 4">
            <a:extLst xmlns:a="http://schemas.openxmlformats.org/drawingml/2006/main">
              <a:ext uri="{FF2B5EF4-FFF2-40B4-BE49-F238E27FC236}">
                <a16:creationId xmlns:a16="http://schemas.microsoft.com/office/drawing/2014/main" id="{D17614E5-F2E1-4CA8-B036-52DED102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3665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238" name="c-map-epsilon-0.05 5">
            <a:extLst xmlns:a="http://schemas.openxmlformats.org/drawingml/2006/main">
              <a:ext uri="{FF2B5EF4-FFF2-40B4-BE49-F238E27FC236}">
                <a16:creationId xmlns:a16="http://schemas.microsoft.com/office/drawing/2014/main" id="{63D682D7-41AC-49CE-BEEE-EDB36CA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9633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1239" name="c-map-epsilon-0.05 6">
            <a:extLst xmlns:a="http://schemas.openxmlformats.org/drawingml/2006/main">
              <a:ext uri="{FF2B5EF4-FFF2-40B4-BE49-F238E27FC236}">
                <a16:creationId xmlns:a16="http://schemas.microsoft.com/office/drawing/2014/main" id="{7CD7BFF3-14DA-420E-A725-CC80017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5993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1240" name="c-map-epsilon-0.05 7">
            <a:extLst xmlns:a="http://schemas.openxmlformats.org/drawingml/2006/main">
              <a:ext uri="{FF2B5EF4-FFF2-40B4-BE49-F238E27FC236}">
                <a16:creationId xmlns:a16="http://schemas.microsoft.com/office/drawing/2014/main" id="{ABA7166C-4E10-4BE3-9EC0-96DCC83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156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1241" name="c-map-epsilon-0.05 8">
            <a:extLst xmlns:a="http://schemas.openxmlformats.org/drawingml/2006/main">
              <a:ext uri="{FF2B5EF4-FFF2-40B4-BE49-F238E27FC236}">
                <a16:creationId xmlns:a16="http://schemas.microsoft.com/office/drawing/2014/main" id="{9B356B2A-2A87-41B0-B0B3-F2BCA13A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8320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1242" name="c-map-epsilon-0.05 A31">
            <a:extLst xmlns:a="http://schemas.openxmlformats.org/drawingml/2006/main">
              <a:ext uri="{FF2B5EF4-FFF2-40B4-BE49-F238E27FC236}">
                <a16:creationId xmlns:a16="http://schemas.microsoft.com/office/drawing/2014/main" id="{91B44D2E-2E9D-4275-A976-00DA8F93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2165" y="303186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A31</a:t>
            </a:r>
          </a:p>
        </p:txBody>
      </p:sp>
      <p:sp>
        <p:nvSpPr>
          <p:cNvPr id="1243" name="c-map-epsilon-0.05 A32">
            <a:extLst xmlns:a="http://schemas.openxmlformats.org/drawingml/2006/main">
              <a:ext uri="{FF2B5EF4-FFF2-40B4-BE49-F238E27FC236}">
                <a16:creationId xmlns:a16="http://schemas.microsoft.com/office/drawing/2014/main" id="{9602380B-5475-4DB3-9799-E47A73E8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8523" y="2869787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A32</a:t>
            </a:r>
          </a:p>
        </p:txBody>
      </p:sp>
      <p:sp>
        <p:nvSpPr>
          <p:cNvPr id="1244" name="c-map-epsilon-0.05 A33">
            <a:extLst xmlns:a="http://schemas.openxmlformats.org/drawingml/2006/main">
              <a:ext uri="{FF2B5EF4-FFF2-40B4-BE49-F238E27FC236}">
                <a16:creationId xmlns:a16="http://schemas.microsoft.com/office/drawing/2014/main" id="{41A743A9-7AB6-4CFA-A785-4A522A67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4688" y="3043074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A33</a:t>
            </a:r>
          </a:p>
        </p:txBody>
      </p:sp>
      <p:sp>
        <p:nvSpPr>
          <p:cNvPr id="1245" name="c-map-epsilon-0.05 A34">
            <a:extLst xmlns:a="http://schemas.openxmlformats.org/drawingml/2006/main">
              <a:ext uri="{FF2B5EF4-FFF2-40B4-BE49-F238E27FC236}">
                <a16:creationId xmlns:a16="http://schemas.microsoft.com/office/drawing/2014/main" id="{C8364A1B-8D87-4967-AA1C-731153CA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0851" y="2880213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A34</a:t>
            </a:r>
          </a:p>
        </p:txBody>
      </p:sp>
      <p:sp>
        <p:nvSpPr>
          <p:cNvPr id="1246" name="c-map-epsilon-0.05 A35">
            <a:extLst xmlns:a="http://schemas.openxmlformats.org/drawingml/2006/main">
              <a:ext uri="{FF2B5EF4-FFF2-40B4-BE49-F238E27FC236}">
                <a16:creationId xmlns:a16="http://schemas.microsoft.com/office/drawing/2014/main" id="{435B7B5E-9858-45B0-A09D-BA44EFC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6821" y="3013368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A35</a:t>
            </a:r>
          </a:p>
        </p:txBody>
      </p:sp>
      <p:sp>
        <p:nvSpPr>
          <p:cNvPr id="1247" name="c-map-epsilon-0.05 A36">
            <a:extLst xmlns:a="http://schemas.openxmlformats.org/drawingml/2006/main">
              <a:ext uri="{FF2B5EF4-FFF2-40B4-BE49-F238E27FC236}">
                <a16:creationId xmlns:a16="http://schemas.microsoft.com/office/drawing/2014/main" id="{D5286D05-7B6F-4EDE-9D75-B8A839A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179" y="2885926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A36</a:t>
            </a:r>
          </a:p>
        </p:txBody>
      </p:sp>
      <p:sp>
        <p:nvSpPr>
          <p:cNvPr id="1248" name="c-map-epsilon-0.05 B31">
            <a:extLst xmlns:a="http://schemas.openxmlformats.org/drawingml/2006/main">
              <a:ext uri="{FF2B5EF4-FFF2-40B4-BE49-F238E27FC236}">
                <a16:creationId xmlns:a16="http://schemas.microsoft.com/office/drawing/2014/main" id="{CC587CB8-8C39-4254-AA61-E40D2420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2165" y="4218543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B31</a:t>
            </a:r>
          </a:p>
        </p:txBody>
      </p:sp>
      <p:sp>
        <p:nvSpPr>
          <p:cNvPr id="1249" name="c-map-epsilon-0.05 B32">
            <a:extLst xmlns:a="http://schemas.openxmlformats.org/drawingml/2006/main">
              <a:ext uri="{FF2B5EF4-FFF2-40B4-BE49-F238E27FC236}">
                <a16:creationId xmlns:a16="http://schemas.microsoft.com/office/drawing/2014/main" id="{C6839513-011C-4BE3-A1E0-C2AE7A63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8523" y="3853360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B32</a:t>
            </a:r>
          </a:p>
        </p:txBody>
      </p:sp>
      <p:sp>
        <p:nvSpPr>
          <p:cNvPr id="1250" name="c-map-epsilon-0.05 B33">
            <a:extLst xmlns:a="http://schemas.openxmlformats.org/drawingml/2006/main">
              <a:ext uri="{FF2B5EF4-FFF2-40B4-BE49-F238E27FC236}">
                <a16:creationId xmlns:a16="http://schemas.microsoft.com/office/drawing/2014/main" id="{C321F5B1-55A4-438C-9021-49AF79E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4688" y="4014322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B33</a:t>
            </a:r>
          </a:p>
        </p:txBody>
      </p:sp>
      <p:sp>
        <p:nvSpPr>
          <p:cNvPr id="1251" name="c-map-epsilon-0.05 B34">
            <a:extLst xmlns:a="http://schemas.openxmlformats.org/drawingml/2006/main">
              <a:ext uri="{FF2B5EF4-FFF2-40B4-BE49-F238E27FC236}">
                <a16:creationId xmlns:a16="http://schemas.microsoft.com/office/drawing/2014/main" id="{7E749720-56E3-4EDF-B6D0-232FD177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0851" y="4386887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B34</a:t>
            </a:r>
          </a:p>
        </p:txBody>
      </p:sp>
      <p:sp>
        <p:nvSpPr>
          <p:cNvPr id="1252" name="c-map-epsilon-0.05 B35">
            <a:extLst xmlns:a="http://schemas.openxmlformats.org/drawingml/2006/main">
              <a:ext uri="{FF2B5EF4-FFF2-40B4-BE49-F238E27FC236}">
                <a16:creationId xmlns:a16="http://schemas.microsoft.com/office/drawing/2014/main" id="{CADC6EBE-6010-496E-9E44-6F1F18C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6821" y="4237478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B35</a:t>
            </a:r>
          </a:p>
        </p:txBody>
      </p:sp>
      <p:sp>
        <p:nvSpPr>
          <p:cNvPr id="1253" name="c-map-epsilon-0.05 B36">
            <a:extLst xmlns:a="http://schemas.openxmlformats.org/drawingml/2006/main">
              <a:ext uri="{FF2B5EF4-FFF2-40B4-BE49-F238E27FC236}">
                <a16:creationId xmlns:a16="http://schemas.microsoft.com/office/drawing/2014/main" id="{4C5EC5AD-4759-49B4-91CD-A3EE494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179" y="4370588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B36</a:t>
            </a:r>
          </a:p>
        </p:txBody>
      </p:sp>
      <p:sp>
        <p:nvSpPr>
          <p:cNvPr id="1254" name="d-tree-epsilon-0.05-path-1208">
            <a:extLst xmlns:a="http://schemas.openxmlformats.org/drawingml/2006/main">
              <a:ext uri="{FF2B5EF4-FFF2-40B4-BE49-F238E27FC236}">
                <a16:creationId xmlns:a16="http://schemas.microsoft.com/office/drawing/2014/main" id="{DD4A5C67-DD72-49CB-AF18-A30D2109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4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55" name="d-tree-epsilon-0.05-path-1209">
            <a:extLst xmlns:a="http://schemas.openxmlformats.org/drawingml/2006/main">
              <a:ext uri="{FF2B5EF4-FFF2-40B4-BE49-F238E27FC236}">
                <a16:creationId xmlns:a16="http://schemas.microsoft.com/office/drawing/2014/main" id="{2E233311-E44E-4F4F-909F-ADF777A3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90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56" name="d-tree-epsilon-0.05-path-1210">
            <a:extLst xmlns:a="http://schemas.openxmlformats.org/drawingml/2006/main">
              <a:ext uri="{FF2B5EF4-FFF2-40B4-BE49-F238E27FC236}">
                <a16:creationId xmlns:a16="http://schemas.microsoft.com/office/drawing/2014/main" id="{454DA166-919A-4890-8242-266C2A8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24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57" name="d-tree-epsilon-0.05-path-1211">
            <a:extLst xmlns:a="http://schemas.openxmlformats.org/drawingml/2006/main">
              <a:ext uri="{FF2B5EF4-FFF2-40B4-BE49-F238E27FC236}">
                <a16:creationId xmlns:a16="http://schemas.microsoft.com/office/drawing/2014/main" id="{0A6FD1E0-E575-48B9-A081-011A22C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51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58" name="d-tree-epsilon-0.05-path-1212">
            <a:extLst xmlns:a="http://schemas.openxmlformats.org/drawingml/2006/main">
              <a:ext uri="{FF2B5EF4-FFF2-40B4-BE49-F238E27FC236}">
                <a16:creationId xmlns:a16="http://schemas.microsoft.com/office/drawing/2014/main" id="{83EB4E10-6D37-4CB3-B0F2-114AFA7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16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59" name="d-tree-epsilon-0.05-path-1213">
            <a:extLst xmlns:a="http://schemas.openxmlformats.org/drawingml/2006/main">
              <a:ext uri="{FF2B5EF4-FFF2-40B4-BE49-F238E27FC236}">
                <a16:creationId xmlns:a16="http://schemas.microsoft.com/office/drawing/2014/main" id="{7C843FAC-C1E6-4015-84E2-6274DD9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516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0" name="d-tree-epsilon-0.05-path-1214">
            <a:extLst xmlns:a="http://schemas.openxmlformats.org/drawingml/2006/main">
              <a:ext uri="{FF2B5EF4-FFF2-40B4-BE49-F238E27FC236}">
                <a16:creationId xmlns:a16="http://schemas.microsoft.com/office/drawing/2014/main" id="{B522C7CC-7EE4-46F9-A782-27C2A3DE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862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1" name="d-tree-epsilon-0.05-path-1215">
            <a:extLst xmlns:a="http://schemas.openxmlformats.org/drawingml/2006/main">
              <a:ext uri="{FF2B5EF4-FFF2-40B4-BE49-F238E27FC236}">
                <a16:creationId xmlns:a16="http://schemas.microsoft.com/office/drawing/2014/main" id="{E20E0868-DC4A-46C2-A119-981EC570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342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2" name="d-tree-epsilon-0.05-path-1216">
            <a:extLst xmlns:a="http://schemas.openxmlformats.org/drawingml/2006/main">
              <a:ext uri="{FF2B5EF4-FFF2-40B4-BE49-F238E27FC236}">
                <a16:creationId xmlns:a16="http://schemas.microsoft.com/office/drawing/2014/main" id="{42AF5587-6449-44AD-8B5D-97E4F88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862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3" name="d-tree-epsilon-0.05-path-1217">
            <a:extLst xmlns:a="http://schemas.openxmlformats.org/drawingml/2006/main">
              <a:ext uri="{FF2B5EF4-FFF2-40B4-BE49-F238E27FC236}">
                <a16:creationId xmlns:a16="http://schemas.microsoft.com/office/drawing/2014/main" id="{271D9B42-89FF-4C92-8A00-064E251A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43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4" name="d-tree-epsilon-0.05-path-1218">
            <a:extLst xmlns:a="http://schemas.openxmlformats.org/drawingml/2006/main">
              <a:ext uri="{FF2B5EF4-FFF2-40B4-BE49-F238E27FC236}">
                <a16:creationId xmlns:a16="http://schemas.microsoft.com/office/drawing/2014/main" id="{E8AB34EA-B40C-4BF8-9C04-9406EEB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08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5" name="d-tree-epsilon-0.05-path-1219">
            <a:extLst xmlns:a="http://schemas.openxmlformats.org/drawingml/2006/main">
              <a:ext uri="{FF2B5EF4-FFF2-40B4-BE49-F238E27FC236}">
                <a16:creationId xmlns:a16="http://schemas.microsoft.com/office/drawing/2014/main" id="{78A73F87-A51C-4F0D-B389-24A5987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436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6" name="d-tree-epsilon-0.05-path-1220">
            <a:extLst xmlns:a="http://schemas.openxmlformats.org/drawingml/2006/main">
              <a:ext uri="{FF2B5EF4-FFF2-40B4-BE49-F238E27FC236}">
                <a16:creationId xmlns:a16="http://schemas.microsoft.com/office/drawing/2014/main" id="{05E2219D-3513-45CE-AD68-720CF670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26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7" name="d-tree-epsilon-0.05-path-1221">
            <a:extLst xmlns:a="http://schemas.openxmlformats.org/drawingml/2006/main">
              <a:ext uri="{FF2B5EF4-FFF2-40B4-BE49-F238E27FC236}">
                <a16:creationId xmlns:a16="http://schemas.microsoft.com/office/drawing/2014/main" id="{50887AC5-2D5A-44F6-94D5-8154ADDF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743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8" name="d-tree-epsilon-0.05-path-1222">
            <a:extLst xmlns:a="http://schemas.openxmlformats.org/drawingml/2006/main">
              <a:ext uri="{FF2B5EF4-FFF2-40B4-BE49-F238E27FC236}">
                <a16:creationId xmlns:a16="http://schemas.microsoft.com/office/drawing/2014/main" id="{E23F9796-0C7E-45D0-9730-9101419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263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69" name="d-tree-epsilon-0.05-path-1223">
            <a:extLst xmlns:a="http://schemas.openxmlformats.org/drawingml/2006/main">
              <a:ext uri="{FF2B5EF4-FFF2-40B4-BE49-F238E27FC236}">
                <a16:creationId xmlns:a16="http://schemas.microsoft.com/office/drawing/2014/main" id="{46C11558-94FD-4638-A99D-74DADD2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782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0" name="d-tree-epsilon-0.05-path-1224">
            <a:extLst xmlns:a="http://schemas.openxmlformats.org/drawingml/2006/main">
              <a:ext uri="{FF2B5EF4-FFF2-40B4-BE49-F238E27FC236}">
                <a16:creationId xmlns:a16="http://schemas.microsoft.com/office/drawing/2014/main" id="{C2CA1084-7D46-47D0-81D4-46FCC1D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503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1" name="d-tree-epsilon-0.05-path-1225">
            <a:extLst xmlns:a="http://schemas.openxmlformats.org/drawingml/2006/main">
              <a:ext uri="{FF2B5EF4-FFF2-40B4-BE49-F238E27FC236}">
                <a16:creationId xmlns:a16="http://schemas.microsoft.com/office/drawing/2014/main" id="{8A8DD0C5-F96C-4F16-A2AE-8F3F03B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782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2" name="d-tree-epsilon-0.05-path-1226">
            <a:extLst xmlns:a="http://schemas.openxmlformats.org/drawingml/2006/main">
              <a:ext uri="{FF2B5EF4-FFF2-40B4-BE49-F238E27FC236}">
                <a16:creationId xmlns:a16="http://schemas.microsoft.com/office/drawing/2014/main" id="{166CF751-D3DC-44C5-9F87-1D35F0BD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29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3" name="d-tree-epsilon-0.05-path-1227">
            <a:extLst xmlns:a="http://schemas.openxmlformats.org/drawingml/2006/main">
              <a:ext uri="{FF2B5EF4-FFF2-40B4-BE49-F238E27FC236}">
                <a16:creationId xmlns:a16="http://schemas.microsoft.com/office/drawing/2014/main" id="{4A301EE3-0777-47CB-A7FF-F57594E4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642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4" name="d-tree-epsilon-0.05-path-1228">
            <a:extLst xmlns:a="http://schemas.openxmlformats.org/drawingml/2006/main">
              <a:ext uri="{FF2B5EF4-FFF2-40B4-BE49-F238E27FC236}">
                <a16:creationId xmlns:a16="http://schemas.microsoft.com/office/drawing/2014/main" id="{99A097BB-173E-4CE6-BC68-DFA63995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29" y="6754909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5" name="d-tree-epsilon-0.05-path-1229">
            <a:extLst xmlns:a="http://schemas.openxmlformats.org/drawingml/2006/main">
              <a:ext uri="{FF2B5EF4-FFF2-40B4-BE49-F238E27FC236}">
                <a16:creationId xmlns:a16="http://schemas.microsoft.com/office/drawing/2014/main" id="{5243EE9E-A12B-4849-B3EE-08D9E8B0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05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6" name="d-tree-epsilon-0.05-path-1230">
            <a:extLst xmlns:a="http://schemas.openxmlformats.org/drawingml/2006/main">
              <a:ext uri="{FF2B5EF4-FFF2-40B4-BE49-F238E27FC236}">
                <a16:creationId xmlns:a16="http://schemas.microsoft.com/office/drawing/2014/main" id="{D28956F6-37FB-4F4E-AE82-9C91BF2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0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7" name="d-tree-epsilon-0.05-path-1231">
            <a:extLst xmlns:a="http://schemas.openxmlformats.org/drawingml/2006/main">
              <a:ext uri="{FF2B5EF4-FFF2-40B4-BE49-F238E27FC236}">
                <a16:creationId xmlns:a16="http://schemas.microsoft.com/office/drawing/2014/main" id="{15385955-2D2F-42E5-92C0-2697234F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05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8" name="d-tree-epsilon-0.05-path-1232">
            <a:extLst xmlns:a="http://schemas.openxmlformats.org/drawingml/2006/main">
              <a:ext uri="{FF2B5EF4-FFF2-40B4-BE49-F238E27FC236}">
                <a16:creationId xmlns:a16="http://schemas.microsoft.com/office/drawing/2014/main" id="{DAFD3E21-5F51-4324-A752-60EBAC9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01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79" name="d-tree-epsilon-0.05-path-1233">
            <a:extLst xmlns:a="http://schemas.openxmlformats.org/drawingml/2006/main">
              <a:ext uri="{FF2B5EF4-FFF2-40B4-BE49-F238E27FC236}">
                <a16:creationId xmlns:a16="http://schemas.microsoft.com/office/drawing/2014/main" id="{71BCF8EB-B60C-48DD-B181-91CCEBE6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66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0" name="d-tree-epsilon-0.05-path-1234">
            <a:extLst xmlns:a="http://schemas.openxmlformats.org/drawingml/2006/main">
              <a:ext uri="{FF2B5EF4-FFF2-40B4-BE49-F238E27FC236}">
                <a16:creationId xmlns:a16="http://schemas.microsoft.com/office/drawing/2014/main" id="{FAC828A9-FA96-454A-8A03-23AB31C2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01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1" name="d-tree-epsilon-0.05-path-1235">
            <a:extLst xmlns:a="http://schemas.openxmlformats.org/drawingml/2006/main">
              <a:ext uri="{FF2B5EF4-FFF2-40B4-BE49-F238E27FC236}">
                <a16:creationId xmlns:a16="http://schemas.microsoft.com/office/drawing/2014/main" id="{C94C6178-5A3D-4243-BEF0-CCAB93BE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838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2" name="d-tree-epsilon-0.05-path-1236">
            <a:extLst xmlns:a="http://schemas.openxmlformats.org/drawingml/2006/main">
              <a:ext uri="{FF2B5EF4-FFF2-40B4-BE49-F238E27FC236}">
                <a16:creationId xmlns:a16="http://schemas.microsoft.com/office/drawing/2014/main" id="{D5B4EEE3-E726-4F2D-B87A-9D10ADE6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317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3" name="d-tree-epsilon-0.05-path-1237">
            <a:extLst xmlns:a="http://schemas.openxmlformats.org/drawingml/2006/main">
              <a:ext uri="{FF2B5EF4-FFF2-40B4-BE49-F238E27FC236}">
                <a16:creationId xmlns:a16="http://schemas.microsoft.com/office/drawing/2014/main" id="{0328C346-430F-4EB9-8A53-C802082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838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4" name="d-tree-epsilon-0.05-path-1238">
            <a:extLst xmlns:a="http://schemas.openxmlformats.org/drawingml/2006/main">
              <a:ext uri="{FF2B5EF4-FFF2-40B4-BE49-F238E27FC236}">
                <a16:creationId xmlns:a16="http://schemas.microsoft.com/office/drawing/2014/main" id="{D696DFD7-EDCC-42FF-9C63-EE7329AC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027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5" name="d-tree-epsilon-0.05-path-1239">
            <a:extLst xmlns:a="http://schemas.openxmlformats.org/drawingml/2006/main">
              <a:ext uri="{FF2B5EF4-FFF2-40B4-BE49-F238E27FC236}">
                <a16:creationId xmlns:a16="http://schemas.microsoft.com/office/drawing/2014/main" id="{EA656A7F-E7EA-44DF-9DFB-3BFFCFC5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993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6" name="d-tree-epsilon-0.05-path-1240">
            <a:extLst xmlns:a="http://schemas.openxmlformats.org/drawingml/2006/main">
              <a:ext uri="{FF2B5EF4-FFF2-40B4-BE49-F238E27FC236}">
                <a16:creationId xmlns:a16="http://schemas.microsoft.com/office/drawing/2014/main" id="{238935B9-EA5E-4669-A7DE-6BD3DC9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027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7" name="d-tree-epsilon-0.05-path-1241">
            <a:extLst xmlns:a="http://schemas.openxmlformats.org/drawingml/2006/main">
              <a:ext uri="{FF2B5EF4-FFF2-40B4-BE49-F238E27FC236}">
                <a16:creationId xmlns:a16="http://schemas.microsoft.com/office/drawing/2014/main" id="{00C8D9C2-40E1-43EB-A19F-C6AEB2F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8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8" name="d-tree-epsilon-0.05-path-1242">
            <a:extLst xmlns:a="http://schemas.openxmlformats.org/drawingml/2006/main">
              <a:ext uri="{FF2B5EF4-FFF2-40B4-BE49-F238E27FC236}">
                <a16:creationId xmlns:a16="http://schemas.microsoft.com/office/drawing/2014/main" id="{C75D7F1F-4A55-41C6-B668-BAF60823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23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89" name="d-tree-epsilon-0.05-path-1243">
            <a:extLst xmlns:a="http://schemas.openxmlformats.org/drawingml/2006/main">
              <a:ext uri="{FF2B5EF4-FFF2-40B4-BE49-F238E27FC236}">
                <a16:creationId xmlns:a16="http://schemas.microsoft.com/office/drawing/2014/main" id="{05611BF5-5E83-4D27-9AC9-91BBCAE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85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0" name="d-tree-epsilon-0.05-path-1244">
            <a:extLst xmlns:a="http://schemas.openxmlformats.org/drawingml/2006/main">
              <a:ext uri="{FF2B5EF4-FFF2-40B4-BE49-F238E27FC236}">
                <a16:creationId xmlns:a16="http://schemas.microsoft.com/office/drawing/2014/main" id="{883747DC-C4F8-4D28-9430-F52E62D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12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1" name="d-tree-epsilon-0.05-path-1245">
            <a:extLst xmlns:a="http://schemas.openxmlformats.org/drawingml/2006/main">
              <a:ext uri="{FF2B5EF4-FFF2-40B4-BE49-F238E27FC236}">
                <a16:creationId xmlns:a16="http://schemas.microsoft.com/office/drawing/2014/main" id="{94D9FA92-33AC-4411-A8BC-EB06812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577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2" name="d-tree-epsilon-0.05-path-1246">
            <a:extLst xmlns:a="http://schemas.openxmlformats.org/drawingml/2006/main">
              <a:ext uri="{FF2B5EF4-FFF2-40B4-BE49-F238E27FC236}">
                <a16:creationId xmlns:a16="http://schemas.microsoft.com/office/drawing/2014/main" id="{887B9FB5-FD81-4B29-ABB2-18F45EA3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12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3" name="d-tree-epsilon-0.05-path-1247">
            <a:extLst xmlns:a="http://schemas.openxmlformats.org/drawingml/2006/main">
              <a:ext uri="{FF2B5EF4-FFF2-40B4-BE49-F238E27FC236}">
                <a16:creationId xmlns:a16="http://schemas.microsoft.com/office/drawing/2014/main" id="{CE35CC42-23A5-4B47-9F4C-CC3AA51C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08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1294" name="d-tree-epsilon-0.05-path-1248">
            <a:extLst xmlns:a="http://schemas.openxmlformats.org/drawingml/2006/main">
              <a:ext uri="{FF2B5EF4-FFF2-40B4-BE49-F238E27FC236}">
                <a16:creationId xmlns:a16="http://schemas.microsoft.com/office/drawing/2014/main" id="{EA3D6AF1-A930-4C02-ACE4-F0286521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73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5" name="d-tree-epsilon-0.05-path-1249">
            <a:extLst xmlns:a="http://schemas.openxmlformats.org/drawingml/2006/main">
              <a:ext uri="{FF2B5EF4-FFF2-40B4-BE49-F238E27FC236}">
                <a16:creationId xmlns:a16="http://schemas.microsoft.com/office/drawing/2014/main" id="{C76F51B8-CF45-4475-967F-080FA243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08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6" name="d-tree-epsilon-0.05-path-1250">
            <a:extLst xmlns:a="http://schemas.openxmlformats.org/drawingml/2006/main">
              <a:ext uri="{FF2B5EF4-FFF2-40B4-BE49-F238E27FC236}">
                <a16:creationId xmlns:a16="http://schemas.microsoft.com/office/drawing/2014/main" id="{FBD5839A-D546-4063-8F96-D76279AB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69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7" name="d-tree-epsilon-0.05-path-1251">
            <a:extLst xmlns:a="http://schemas.openxmlformats.org/drawingml/2006/main">
              <a:ext uri="{FF2B5EF4-FFF2-40B4-BE49-F238E27FC236}">
                <a16:creationId xmlns:a16="http://schemas.microsoft.com/office/drawing/2014/main" id="{7CBFFBBD-3BBB-48F4-B4F4-60094CA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34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8" name="d-tree-epsilon-0.05-path-1252">
            <a:extLst xmlns:a="http://schemas.openxmlformats.org/drawingml/2006/main">
              <a:ext uri="{FF2B5EF4-FFF2-40B4-BE49-F238E27FC236}">
                <a16:creationId xmlns:a16="http://schemas.microsoft.com/office/drawing/2014/main" id="{4B0CBDEB-333E-4AE0-9976-24B6576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694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299" name="d-tree-epsilon-0.05-path-1253">
            <a:extLst xmlns:a="http://schemas.openxmlformats.org/drawingml/2006/main">
              <a:ext uri="{FF2B5EF4-FFF2-40B4-BE49-F238E27FC236}">
                <a16:creationId xmlns:a16="http://schemas.microsoft.com/office/drawing/2014/main" id="{2CD0E500-5A71-489A-A102-1E1D962D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040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0" name="d-tree-epsilon-0.05-path-1254">
            <a:extLst xmlns:a="http://schemas.openxmlformats.org/drawingml/2006/main">
              <a:ext uri="{FF2B5EF4-FFF2-40B4-BE49-F238E27FC236}">
                <a16:creationId xmlns:a16="http://schemas.microsoft.com/office/drawing/2014/main" id="{32376A44-91A7-4A48-8ADF-E02BB962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8521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1" name="d-tree-epsilon-0.05-path-1255">
            <a:extLst xmlns:a="http://schemas.openxmlformats.org/drawingml/2006/main">
              <a:ext uri="{FF2B5EF4-FFF2-40B4-BE49-F238E27FC236}">
                <a16:creationId xmlns:a16="http://schemas.microsoft.com/office/drawing/2014/main" id="{12D3B6A3-9B54-41F3-84EA-DB793F81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040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2" name="d-tree-epsilon-0.05-path-1256">
            <a:extLst xmlns:a="http://schemas.openxmlformats.org/drawingml/2006/main">
              <a:ext uri="{FF2B5EF4-FFF2-40B4-BE49-F238E27FC236}">
                <a16:creationId xmlns:a16="http://schemas.microsoft.com/office/drawing/2014/main" id="{7E054C80-AE40-407F-8545-BC417090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65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3" name="d-tree-epsilon-0.05-path-1257">
            <a:extLst xmlns:a="http://schemas.openxmlformats.org/drawingml/2006/main">
              <a:ext uri="{FF2B5EF4-FFF2-40B4-BE49-F238E27FC236}">
                <a16:creationId xmlns:a16="http://schemas.microsoft.com/office/drawing/2014/main" id="{183427DC-2581-46CE-9EEB-B0FFA06A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30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4" name="d-tree-epsilon-0.05-path-1258">
            <a:extLst xmlns:a="http://schemas.openxmlformats.org/drawingml/2006/main">
              <a:ext uri="{FF2B5EF4-FFF2-40B4-BE49-F238E27FC236}">
                <a16:creationId xmlns:a16="http://schemas.microsoft.com/office/drawing/2014/main" id="{50592418-1AEC-4EAB-8979-3B0252D4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655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5" name="d-tree-epsilon-0.05-path-1259">
            <a:extLst xmlns:a="http://schemas.openxmlformats.org/drawingml/2006/main">
              <a:ext uri="{FF2B5EF4-FFF2-40B4-BE49-F238E27FC236}">
                <a16:creationId xmlns:a16="http://schemas.microsoft.com/office/drawing/2014/main" id="{1FC77A40-695B-4276-9D1E-2681B5C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19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6" name="d-tree-epsilon-0.05-path-1260">
            <a:extLst xmlns:a="http://schemas.openxmlformats.org/drawingml/2006/main">
              <a:ext uri="{FF2B5EF4-FFF2-40B4-BE49-F238E27FC236}">
                <a16:creationId xmlns:a16="http://schemas.microsoft.com/office/drawing/2014/main" id="{B611E789-0FC2-4E29-8500-75276CDC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84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7" name="d-tree-epsilon-0.05-path-1261">
            <a:extLst xmlns:a="http://schemas.openxmlformats.org/drawingml/2006/main">
              <a:ext uri="{FF2B5EF4-FFF2-40B4-BE49-F238E27FC236}">
                <a16:creationId xmlns:a16="http://schemas.microsoft.com/office/drawing/2014/main" id="{2F88A5E1-3648-4D84-AB7B-661D89E7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19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8" name="d-tree-epsilon-0.05-path-1262">
            <a:extLst xmlns:a="http://schemas.openxmlformats.org/drawingml/2006/main">
              <a:ext uri="{FF2B5EF4-FFF2-40B4-BE49-F238E27FC236}">
                <a16:creationId xmlns:a16="http://schemas.microsoft.com/office/drawing/2014/main" id="{4F6C78AB-3B08-4C27-B1CA-4299D05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1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09" name="d-tree-epsilon-0.05-path-1263">
            <a:extLst xmlns:a="http://schemas.openxmlformats.org/drawingml/2006/main">
              <a:ext uri="{FF2B5EF4-FFF2-40B4-BE49-F238E27FC236}">
                <a16:creationId xmlns:a16="http://schemas.microsoft.com/office/drawing/2014/main" id="{43EC01F7-05A9-48A2-8869-3825FBD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76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0" name="d-tree-epsilon-0.05-path-1264">
            <a:extLst xmlns:a="http://schemas.openxmlformats.org/drawingml/2006/main">
              <a:ext uri="{FF2B5EF4-FFF2-40B4-BE49-F238E27FC236}">
                <a16:creationId xmlns:a16="http://schemas.microsoft.com/office/drawing/2014/main" id="{3898DAA8-53B5-416E-B7AC-B2EF6AA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11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1" name="d-tree-epsilon-0.05-path-1265">
            <a:extLst xmlns:a="http://schemas.openxmlformats.org/drawingml/2006/main">
              <a:ext uri="{FF2B5EF4-FFF2-40B4-BE49-F238E27FC236}">
                <a16:creationId xmlns:a16="http://schemas.microsoft.com/office/drawing/2014/main" id="{4B67B8EF-7615-4F73-AB13-C85E16F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458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2" name="d-tree-epsilon-0.05-path-1266">
            <a:extLst xmlns:a="http://schemas.openxmlformats.org/drawingml/2006/main">
              <a:ext uri="{FF2B5EF4-FFF2-40B4-BE49-F238E27FC236}">
                <a16:creationId xmlns:a16="http://schemas.microsoft.com/office/drawing/2014/main" id="{5A4993A7-6846-4039-BF98-577814C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937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3" name="d-tree-epsilon-0.05-path-1267">
            <a:extLst xmlns:a="http://schemas.openxmlformats.org/drawingml/2006/main">
              <a:ext uri="{FF2B5EF4-FFF2-40B4-BE49-F238E27FC236}">
                <a16:creationId xmlns:a16="http://schemas.microsoft.com/office/drawing/2014/main" id="{D5896B46-8276-4FAE-AA4D-DB803799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458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4" name="d-tree-epsilon-0.05-path-1268">
            <a:extLst xmlns:a="http://schemas.openxmlformats.org/drawingml/2006/main">
              <a:ext uri="{FF2B5EF4-FFF2-40B4-BE49-F238E27FC236}">
                <a16:creationId xmlns:a16="http://schemas.microsoft.com/office/drawing/2014/main" id="{F8ECFC31-9974-4B90-B0D3-41E6FA12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41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5" name="d-tree-epsilon-0.05-path-1269">
            <a:extLst xmlns:a="http://schemas.openxmlformats.org/drawingml/2006/main">
              <a:ext uri="{FF2B5EF4-FFF2-40B4-BE49-F238E27FC236}">
                <a16:creationId xmlns:a16="http://schemas.microsoft.com/office/drawing/2014/main" id="{4510A613-068C-44C1-89E8-855CE40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607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6" name="d-tree-epsilon-0.05-path-1270">
            <a:extLst xmlns:a="http://schemas.openxmlformats.org/drawingml/2006/main">
              <a:ext uri="{FF2B5EF4-FFF2-40B4-BE49-F238E27FC236}">
                <a16:creationId xmlns:a16="http://schemas.microsoft.com/office/drawing/2014/main" id="{1B634A98-3642-4D86-9533-EC35DFC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41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7" name="d-tree-epsilon-0.05-path-1271">
            <a:extLst xmlns:a="http://schemas.openxmlformats.org/drawingml/2006/main">
              <a:ext uri="{FF2B5EF4-FFF2-40B4-BE49-F238E27FC236}">
                <a16:creationId xmlns:a16="http://schemas.microsoft.com/office/drawing/2014/main" id="{E379A3B5-029F-468D-8B2D-4C4131F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697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8" name="d-tree-epsilon-0.05-path-1272">
            <a:extLst xmlns:a="http://schemas.openxmlformats.org/drawingml/2006/main">
              <a:ext uri="{FF2B5EF4-FFF2-40B4-BE49-F238E27FC236}">
                <a16:creationId xmlns:a16="http://schemas.microsoft.com/office/drawing/2014/main" id="{3FD45ED7-402C-409A-8031-BD5F599B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244" y="677747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19" name="d-tree-epsilon-0.05-path-1273">
            <a:extLst xmlns:a="http://schemas.openxmlformats.org/drawingml/2006/main">
              <a:ext uri="{FF2B5EF4-FFF2-40B4-BE49-F238E27FC236}">
                <a16:creationId xmlns:a16="http://schemas.microsoft.com/office/drawing/2014/main" id="{3F6737A7-6726-4B1C-88F8-9521AA05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4697" y="6777474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0" name="d-tree-epsilon-0.05-path-1274">
            <a:extLst xmlns:a="http://schemas.openxmlformats.org/drawingml/2006/main">
              <a:ext uri="{FF2B5EF4-FFF2-40B4-BE49-F238E27FC236}">
                <a16:creationId xmlns:a16="http://schemas.microsoft.com/office/drawing/2014/main" id="{AA2E2688-D8B1-42D3-99DF-E04DEFD3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970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1" name="d-tree-epsilon-0.05-path-1275">
            <a:extLst xmlns:a="http://schemas.openxmlformats.org/drawingml/2006/main">
              <a:ext uri="{FF2B5EF4-FFF2-40B4-BE49-F238E27FC236}">
                <a16:creationId xmlns:a16="http://schemas.microsoft.com/office/drawing/2014/main" id="{547FC3E7-F7C4-47A7-AD41-3509A4F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725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2" name="d-tree-epsilon-0.05-path-1276">
            <a:extLst xmlns:a="http://schemas.openxmlformats.org/drawingml/2006/main">
              <a:ext uri="{FF2B5EF4-FFF2-40B4-BE49-F238E27FC236}">
                <a16:creationId xmlns:a16="http://schemas.microsoft.com/office/drawing/2014/main" id="{A1D8A1FF-4E39-4AE1-8CEB-7A93EC1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970" y="6754909"/>
            <a:ext cx="27754" cy="476"/>
          </a:xfrm>
          <a:custGeom xmlns:a="http://schemas.openxmlformats.org/drawingml/2006/main">
            <a:pathLst>
              <a:path w="24124" h="476">
                <a:moveTo>
                  <a:pt x="0" y="0"/>
                </a:moveTo>
                <a:lnTo>
                  <a:pt x="24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3" name="d-tree-epsilon-0.05-path-1277">
            <a:extLst xmlns:a="http://schemas.openxmlformats.org/drawingml/2006/main">
              <a:ext uri="{FF2B5EF4-FFF2-40B4-BE49-F238E27FC236}">
                <a16:creationId xmlns:a16="http://schemas.microsoft.com/office/drawing/2014/main" id="{E23B3F07-DAA3-4483-8BCE-2CFD095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804" y="6732344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4" name="d-tree-epsilon-0.05-path-1278">
            <a:extLst xmlns:a="http://schemas.openxmlformats.org/drawingml/2006/main">
              <a:ext uri="{FF2B5EF4-FFF2-40B4-BE49-F238E27FC236}">
                <a16:creationId xmlns:a16="http://schemas.microsoft.com/office/drawing/2014/main" id="{102E3006-1873-4B2D-A532-BFA9BBE0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1848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5" name="d-tree-epsilon-0.05-path-1279">
            <a:extLst xmlns:a="http://schemas.openxmlformats.org/drawingml/2006/main">
              <a:ext uri="{FF2B5EF4-FFF2-40B4-BE49-F238E27FC236}">
                <a16:creationId xmlns:a16="http://schemas.microsoft.com/office/drawing/2014/main" id="{AC831B6F-80AB-4B20-9E41-2C08EC7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804" y="6732344"/>
            <a:ext cx="44044" cy="476"/>
          </a:xfrm>
          <a:custGeom xmlns:a="http://schemas.openxmlformats.org/drawingml/2006/main">
            <a:pathLst>
              <a:path w="38284" h="476">
                <a:moveTo>
                  <a:pt x="0" y="0"/>
                </a:moveTo>
                <a:lnTo>
                  <a:pt x="38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6" name="d-tree-epsilon-0.05-path-1280">
            <a:extLst xmlns:a="http://schemas.openxmlformats.org/drawingml/2006/main">
              <a:ext uri="{FF2B5EF4-FFF2-40B4-BE49-F238E27FC236}">
                <a16:creationId xmlns:a16="http://schemas.microsoft.com/office/drawing/2014/main" id="{5A89666B-58D2-4528-851E-9386310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826" y="67097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7" name="d-tree-epsilon-0.05-path-1281">
            <a:extLst xmlns:a="http://schemas.openxmlformats.org/drawingml/2006/main">
              <a:ext uri="{FF2B5EF4-FFF2-40B4-BE49-F238E27FC236}">
                <a16:creationId xmlns:a16="http://schemas.microsoft.com/office/drawing/2014/main" id="{025F4E0E-53A4-43B4-9F96-0D4C1EA6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378" y="6709779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8" name="d-tree-epsilon-0.05-path-1282">
            <a:extLst xmlns:a="http://schemas.openxmlformats.org/drawingml/2006/main">
              <a:ext uri="{FF2B5EF4-FFF2-40B4-BE49-F238E27FC236}">
                <a16:creationId xmlns:a16="http://schemas.microsoft.com/office/drawing/2014/main" id="{851A6CE3-A4C0-4170-82D0-DDD58BEC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826" y="6709779"/>
            <a:ext cx="45553" cy="476"/>
          </a:xfrm>
          <a:custGeom xmlns:a="http://schemas.openxmlformats.org/drawingml/2006/main">
            <a:pathLst>
              <a:path w="39595" h="476">
                <a:moveTo>
                  <a:pt x="0" y="0"/>
                </a:moveTo>
                <a:lnTo>
                  <a:pt x="39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29" name="d-tree-epsilon-0.05-path-1283">
            <a:extLst xmlns:a="http://schemas.openxmlformats.org/drawingml/2006/main">
              <a:ext uri="{FF2B5EF4-FFF2-40B4-BE49-F238E27FC236}">
                <a16:creationId xmlns:a16="http://schemas.microsoft.com/office/drawing/2014/main" id="{7A9DD7A8-53B9-45CB-AEDB-D57BFC2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2602" y="66872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0" name="d-tree-epsilon-0.05-path-1284">
            <a:extLst xmlns:a="http://schemas.openxmlformats.org/drawingml/2006/main">
              <a:ext uri="{FF2B5EF4-FFF2-40B4-BE49-F238E27FC236}">
                <a16:creationId xmlns:a16="http://schemas.microsoft.com/office/drawing/2014/main" id="{10D126E5-E8C5-4AFF-9453-FD64630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5031" y="6687214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1" name="d-tree-epsilon-0.05-path-1285">
            <a:extLst xmlns:a="http://schemas.openxmlformats.org/drawingml/2006/main">
              <a:ext uri="{FF2B5EF4-FFF2-40B4-BE49-F238E27FC236}">
                <a16:creationId xmlns:a16="http://schemas.microsoft.com/office/drawing/2014/main" id="{42171B1E-4456-49CF-B932-7190CCC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2602" y="6687214"/>
            <a:ext cx="32429" cy="476"/>
          </a:xfrm>
          <a:custGeom xmlns:a="http://schemas.openxmlformats.org/drawingml/2006/main">
            <a:pathLst>
              <a:path w="28188" h="476">
                <a:moveTo>
                  <a:pt x="0" y="0"/>
                </a:moveTo>
                <a:lnTo>
                  <a:pt x="28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2" name="d-tree-epsilon-0.05-path-1286">
            <a:extLst xmlns:a="http://schemas.openxmlformats.org/drawingml/2006/main">
              <a:ext uri="{FF2B5EF4-FFF2-40B4-BE49-F238E27FC236}">
                <a16:creationId xmlns:a16="http://schemas.microsoft.com/office/drawing/2014/main" id="{0C22E403-BE5A-4029-9686-AF26E74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17" y="66646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3" name="d-tree-epsilon-0.05-path-1287">
            <a:extLst xmlns:a="http://schemas.openxmlformats.org/drawingml/2006/main">
              <a:ext uri="{FF2B5EF4-FFF2-40B4-BE49-F238E27FC236}">
                <a16:creationId xmlns:a16="http://schemas.microsoft.com/office/drawing/2014/main" id="{DDA0E6AB-2C54-48E3-A32C-42C538F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685" y="666464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4" name="d-tree-epsilon-0.05-path-1288">
            <a:extLst xmlns:a="http://schemas.openxmlformats.org/drawingml/2006/main">
              <a:ext uri="{FF2B5EF4-FFF2-40B4-BE49-F238E27FC236}">
                <a16:creationId xmlns:a16="http://schemas.microsoft.com/office/drawing/2014/main" id="{54BDC93B-AA55-4113-9A09-32794BC2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817" y="6664648"/>
            <a:ext cx="25868" cy="476"/>
          </a:xfrm>
          <a:custGeom xmlns:a="http://schemas.openxmlformats.org/drawingml/2006/main">
            <a:pathLst>
              <a:path w="22485" h="476">
                <a:moveTo>
                  <a:pt x="0" y="0"/>
                </a:moveTo>
                <a:lnTo>
                  <a:pt x="22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5" name="d-tree-epsilon-0.05-path-1289">
            <a:extLst xmlns:a="http://schemas.openxmlformats.org/drawingml/2006/main">
              <a:ext uri="{FF2B5EF4-FFF2-40B4-BE49-F238E27FC236}">
                <a16:creationId xmlns:a16="http://schemas.microsoft.com/office/drawing/2014/main" id="{71B45CBE-FB71-4EB6-A82B-D636563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3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6" name="d-tree-epsilon-0.05-path-1290">
            <a:extLst xmlns:a="http://schemas.openxmlformats.org/drawingml/2006/main">
              <a:ext uri="{FF2B5EF4-FFF2-40B4-BE49-F238E27FC236}">
                <a16:creationId xmlns:a16="http://schemas.microsoft.com/office/drawing/2014/main" id="{8D97BA62-0CBB-4174-A825-93F4779A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99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7" name="d-tree-epsilon-0.05-path-1291">
            <a:extLst xmlns:a="http://schemas.openxmlformats.org/drawingml/2006/main">
              <a:ext uri="{FF2B5EF4-FFF2-40B4-BE49-F238E27FC236}">
                <a16:creationId xmlns:a16="http://schemas.microsoft.com/office/drawing/2014/main" id="{44F147CF-1C9A-4342-A57F-BD9BFC08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33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8" name="d-tree-epsilon-0.05-path-1292">
            <a:extLst xmlns:a="http://schemas.openxmlformats.org/drawingml/2006/main">
              <a:ext uri="{FF2B5EF4-FFF2-40B4-BE49-F238E27FC236}">
                <a16:creationId xmlns:a16="http://schemas.microsoft.com/office/drawing/2014/main" id="{071CD3CE-FB8B-4DC1-A888-2AE3739D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751" y="66420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39" name="d-tree-epsilon-0.05-path-1293">
            <a:extLst xmlns:a="http://schemas.openxmlformats.org/drawingml/2006/main">
              <a:ext uri="{FF2B5EF4-FFF2-40B4-BE49-F238E27FC236}">
                <a16:creationId xmlns:a16="http://schemas.microsoft.com/office/drawing/2014/main" id="{F93BF795-1500-4373-B877-07EAED3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9166" y="664208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0" name="d-tree-epsilon-0.05-path-1294">
            <a:extLst xmlns:a="http://schemas.openxmlformats.org/drawingml/2006/main">
              <a:ext uri="{FF2B5EF4-FFF2-40B4-BE49-F238E27FC236}">
                <a16:creationId xmlns:a16="http://schemas.microsoft.com/office/drawing/2014/main" id="{21EDC1BE-07FB-420A-A908-219DCBEB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1751" y="6642083"/>
            <a:ext cx="27414" cy="476"/>
          </a:xfrm>
          <a:custGeom xmlns:a="http://schemas.openxmlformats.org/drawingml/2006/main">
            <a:pathLst>
              <a:path w="23829" h="476">
                <a:moveTo>
                  <a:pt x="0" y="0"/>
                </a:moveTo>
                <a:lnTo>
                  <a:pt x="23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1" name="d-tree-epsilon-0.05-path-1295">
            <a:extLst xmlns:a="http://schemas.openxmlformats.org/drawingml/2006/main">
              <a:ext uri="{FF2B5EF4-FFF2-40B4-BE49-F238E27FC236}">
                <a16:creationId xmlns:a16="http://schemas.microsoft.com/office/drawing/2014/main" id="{04DA0EEF-606F-46BF-852A-431F5A5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151" y="6619518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2" name="d-tree-epsilon-0.05-path-1296">
            <a:extLst xmlns:a="http://schemas.openxmlformats.org/drawingml/2006/main">
              <a:ext uri="{FF2B5EF4-FFF2-40B4-BE49-F238E27FC236}">
                <a16:creationId xmlns:a16="http://schemas.microsoft.com/office/drawing/2014/main" id="{EA3D7EB7-87D5-41A0-9A22-5F423F55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458" y="66195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3" name="d-tree-epsilon-0.05-path-1297">
            <a:extLst xmlns:a="http://schemas.openxmlformats.org/drawingml/2006/main">
              <a:ext uri="{FF2B5EF4-FFF2-40B4-BE49-F238E27FC236}">
                <a16:creationId xmlns:a16="http://schemas.microsoft.com/office/drawing/2014/main" id="{0D77363C-41C7-4411-8B6D-80B3CE0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151" y="6619518"/>
            <a:ext cx="97308" cy="476"/>
          </a:xfrm>
          <a:custGeom xmlns:a="http://schemas.openxmlformats.org/drawingml/2006/main">
            <a:pathLst>
              <a:path w="84582" h="476">
                <a:moveTo>
                  <a:pt x="0" y="0"/>
                </a:moveTo>
                <a:lnTo>
                  <a:pt x="84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4" name="d-tree-epsilon-0.05-path-1298">
            <a:extLst xmlns:a="http://schemas.openxmlformats.org/drawingml/2006/main">
              <a:ext uri="{FF2B5EF4-FFF2-40B4-BE49-F238E27FC236}">
                <a16:creationId xmlns:a16="http://schemas.microsoft.com/office/drawing/2014/main" id="{1F406E75-7164-4B0D-842B-723B2FE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29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5" name="d-tree-epsilon-0.05-path-1299">
            <a:extLst xmlns:a="http://schemas.openxmlformats.org/drawingml/2006/main">
              <a:ext uri="{FF2B5EF4-FFF2-40B4-BE49-F238E27FC236}">
                <a16:creationId xmlns:a16="http://schemas.microsoft.com/office/drawing/2014/main" id="{26AFD7A0-4EDB-489B-8182-F229C24F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95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6" name="d-tree-epsilon-0.05-path-1300">
            <a:extLst xmlns:a="http://schemas.openxmlformats.org/drawingml/2006/main">
              <a:ext uri="{FF2B5EF4-FFF2-40B4-BE49-F238E27FC236}">
                <a16:creationId xmlns:a16="http://schemas.microsoft.com/office/drawing/2014/main" id="{62EA3204-19B5-4714-8A42-7A86125E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299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7" name="d-tree-epsilon-0.05-path-1301">
            <a:extLst xmlns:a="http://schemas.openxmlformats.org/drawingml/2006/main">
              <a:ext uri="{FF2B5EF4-FFF2-40B4-BE49-F238E27FC236}">
                <a16:creationId xmlns:a16="http://schemas.microsoft.com/office/drawing/2014/main" id="{6910CFFD-83E1-4ED8-8F61-1EC4089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60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48" name="d-tree-epsilon-0.05-path-1302">
            <a:extLst xmlns:a="http://schemas.openxmlformats.org/drawingml/2006/main">
              <a:ext uri="{FF2B5EF4-FFF2-40B4-BE49-F238E27FC236}">
                <a16:creationId xmlns:a16="http://schemas.microsoft.com/office/drawing/2014/main" id="{BE8575A7-F61F-48BF-991C-B547938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226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1349" name="d-tree-epsilon-0.05-path-1303">
            <a:extLst xmlns:a="http://schemas.openxmlformats.org/drawingml/2006/main">
              <a:ext uri="{FF2B5EF4-FFF2-40B4-BE49-F238E27FC236}">
                <a16:creationId xmlns:a16="http://schemas.microsoft.com/office/drawing/2014/main" id="{8CDB568E-6C7D-4BCC-814F-E43E149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606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0" name="d-tree-epsilon-0.05-path-1304">
            <a:extLst xmlns:a="http://schemas.openxmlformats.org/drawingml/2006/main">
              <a:ext uri="{FF2B5EF4-FFF2-40B4-BE49-F238E27FC236}">
                <a16:creationId xmlns:a16="http://schemas.microsoft.com/office/drawing/2014/main" id="{5FF62BBA-F11B-49C2-AEBB-49F4359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126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1" name="d-tree-epsilon-0.05-path-1305">
            <a:extLst xmlns:a="http://schemas.openxmlformats.org/drawingml/2006/main">
              <a:ext uri="{FF2B5EF4-FFF2-40B4-BE49-F238E27FC236}">
                <a16:creationId xmlns:a16="http://schemas.microsoft.com/office/drawing/2014/main" id="{5612379F-2175-47AC-8EA3-CA3C44F7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43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2" name="d-tree-epsilon-0.05-path-1306">
            <a:extLst xmlns:a="http://schemas.openxmlformats.org/drawingml/2006/main">
              <a:ext uri="{FF2B5EF4-FFF2-40B4-BE49-F238E27FC236}">
                <a16:creationId xmlns:a16="http://schemas.microsoft.com/office/drawing/2014/main" id="{13901D5F-D7B3-4308-BF1A-C8A03A8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126" y="6800039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3" name="d-tree-epsilon-0.05-path-1307">
            <a:extLst xmlns:a="http://schemas.openxmlformats.org/drawingml/2006/main">
              <a:ext uri="{FF2B5EF4-FFF2-40B4-BE49-F238E27FC236}">
                <a16:creationId xmlns:a16="http://schemas.microsoft.com/office/drawing/2014/main" id="{3816BE1A-A89D-4AA3-83EB-154E21B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645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4" name="d-tree-epsilon-0.05-path-1308">
            <a:extLst xmlns:a="http://schemas.openxmlformats.org/drawingml/2006/main">
              <a:ext uri="{FF2B5EF4-FFF2-40B4-BE49-F238E27FC236}">
                <a16:creationId xmlns:a16="http://schemas.microsoft.com/office/drawing/2014/main" id="{61EA752F-9B3C-45FB-B0CA-8BE3C15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780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5" name="d-tree-epsilon-0.05-path-1309">
            <a:extLst xmlns:a="http://schemas.openxmlformats.org/drawingml/2006/main">
              <a:ext uri="{FF2B5EF4-FFF2-40B4-BE49-F238E27FC236}">
                <a16:creationId xmlns:a16="http://schemas.microsoft.com/office/drawing/2014/main" id="{311FA210-B5DA-4EDC-A746-F13EC1E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645" y="6777474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6" name="d-tree-epsilon-0.05-path-1310">
            <a:extLst xmlns:a="http://schemas.openxmlformats.org/drawingml/2006/main">
              <a:ext uri="{FF2B5EF4-FFF2-40B4-BE49-F238E27FC236}">
                <a16:creationId xmlns:a16="http://schemas.microsoft.com/office/drawing/2014/main" id="{0DA70FAE-C5E7-4548-9C64-96CEAAB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805" y="65969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7" name="d-tree-epsilon-0.05-path-1311">
            <a:extLst xmlns:a="http://schemas.openxmlformats.org/drawingml/2006/main">
              <a:ext uri="{FF2B5EF4-FFF2-40B4-BE49-F238E27FC236}">
                <a16:creationId xmlns:a16="http://schemas.microsoft.com/office/drawing/2014/main" id="{B6C17852-122E-440C-A9F7-DAF67DA5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5713" y="659695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8" name="d-tree-epsilon-0.05-path-1312">
            <a:extLst xmlns:a="http://schemas.openxmlformats.org/drawingml/2006/main">
              <a:ext uri="{FF2B5EF4-FFF2-40B4-BE49-F238E27FC236}">
                <a16:creationId xmlns:a16="http://schemas.microsoft.com/office/drawing/2014/main" id="{002C8481-C1C2-439D-B854-5148337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805" y="6596953"/>
            <a:ext cx="88908" cy="476"/>
          </a:xfrm>
          <a:custGeom xmlns:a="http://schemas.openxmlformats.org/drawingml/2006/main">
            <a:pathLst>
              <a:path w="77280" h="476">
                <a:moveTo>
                  <a:pt x="0" y="0"/>
                </a:moveTo>
                <a:lnTo>
                  <a:pt x="7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59" name="d-tree-epsilon-0.05-path-1313">
            <a:extLst xmlns:a="http://schemas.openxmlformats.org/drawingml/2006/main">
              <a:ext uri="{FF2B5EF4-FFF2-40B4-BE49-F238E27FC236}">
                <a16:creationId xmlns:a16="http://schemas.microsoft.com/office/drawing/2014/main" id="{D268B442-3060-4661-AF3C-334E644B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087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0" name="d-tree-epsilon-0.05-path-1314">
            <a:extLst xmlns:a="http://schemas.openxmlformats.org/drawingml/2006/main">
              <a:ext uri="{FF2B5EF4-FFF2-40B4-BE49-F238E27FC236}">
                <a16:creationId xmlns:a16="http://schemas.microsoft.com/office/drawing/2014/main" id="{51B9573C-9A52-42E1-A817-DFBE61BB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52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1" name="d-tree-epsilon-0.05-path-1315">
            <a:extLst xmlns:a="http://schemas.openxmlformats.org/drawingml/2006/main">
              <a:ext uri="{FF2B5EF4-FFF2-40B4-BE49-F238E27FC236}">
                <a16:creationId xmlns:a16="http://schemas.microsoft.com/office/drawing/2014/main" id="{D603595C-662C-427E-B69B-9BE6D53B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0874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2" name="d-tree-epsilon-0.05-path-1316">
            <a:extLst xmlns:a="http://schemas.openxmlformats.org/drawingml/2006/main">
              <a:ext uri="{FF2B5EF4-FFF2-40B4-BE49-F238E27FC236}">
                <a16:creationId xmlns:a16="http://schemas.microsoft.com/office/drawing/2014/main" id="{BD4A7626-E67C-4BC6-9A27-C97C0317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701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3" name="d-tree-epsilon-0.05-path-1317">
            <a:extLst xmlns:a="http://schemas.openxmlformats.org/drawingml/2006/main">
              <a:ext uri="{FF2B5EF4-FFF2-40B4-BE49-F238E27FC236}">
                <a16:creationId xmlns:a16="http://schemas.microsoft.com/office/drawing/2014/main" id="{11B0E015-E150-4287-BD04-DE78B9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181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4" name="d-tree-epsilon-0.05-path-1318">
            <a:extLst xmlns:a="http://schemas.openxmlformats.org/drawingml/2006/main">
              <a:ext uri="{FF2B5EF4-FFF2-40B4-BE49-F238E27FC236}">
                <a16:creationId xmlns:a16="http://schemas.microsoft.com/office/drawing/2014/main" id="{938BB188-7FF7-4664-A91A-CE749E8C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701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5" name="d-tree-epsilon-0.05-path-1319">
            <a:extLst xmlns:a="http://schemas.openxmlformats.org/drawingml/2006/main">
              <a:ext uri="{FF2B5EF4-FFF2-40B4-BE49-F238E27FC236}">
                <a16:creationId xmlns:a16="http://schemas.microsoft.com/office/drawing/2014/main" id="{176B87E7-E4B4-4A09-8D3E-BAED821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941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6" name="d-tree-epsilon-0.05-path-1320">
            <a:extLst xmlns:a="http://schemas.openxmlformats.org/drawingml/2006/main">
              <a:ext uri="{FF2B5EF4-FFF2-40B4-BE49-F238E27FC236}">
                <a16:creationId xmlns:a16="http://schemas.microsoft.com/office/drawing/2014/main" id="{675CA3B2-746A-4739-9383-1DC402E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834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7" name="d-tree-epsilon-0.05-path-1321">
            <a:extLst xmlns:a="http://schemas.openxmlformats.org/drawingml/2006/main">
              <a:ext uri="{FF2B5EF4-FFF2-40B4-BE49-F238E27FC236}">
                <a16:creationId xmlns:a16="http://schemas.microsoft.com/office/drawing/2014/main" id="{E8786C73-CF53-4FFA-84AC-2A3A4E8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2941" y="6777474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8" name="d-tree-epsilon-0.05-path-1322">
            <a:extLst xmlns:a="http://schemas.openxmlformats.org/drawingml/2006/main">
              <a:ext uri="{FF2B5EF4-FFF2-40B4-BE49-F238E27FC236}">
                <a16:creationId xmlns:a16="http://schemas.microsoft.com/office/drawing/2014/main" id="{64158ECE-74F3-43D7-A049-0B489C1D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220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69" name="d-tree-epsilon-0.05-path-1323">
            <a:extLst xmlns:a="http://schemas.openxmlformats.org/drawingml/2006/main">
              <a:ext uri="{FF2B5EF4-FFF2-40B4-BE49-F238E27FC236}">
                <a16:creationId xmlns:a16="http://schemas.microsoft.com/office/drawing/2014/main" id="{183A5C1E-47D4-44FE-8632-A377485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1388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0" name="d-tree-epsilon-0.05-path-1324">
            <a:extLst xmlns:a="http://schemas.openxmlformats.org/drawingml/2006/main">
              <a:ext uri="{FF2B5EF4-FFF2-40B4-BE49-F238E27FC236}">
                <a16:creationId xmlns:a16="http://schemas.microsoft.com/office/drawing/2014/main" id="{63035732-86BD-4A5D-83B6-2C79E07D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220" y="6754909"/>
            <a:ext cx="30167" cy="476"/>
          </a:xfrm>
          <a:custGeom xmlns:a="http://schemas.openxmlformats.org/drawingml/2006/main">
            <a:pathLst>
              <a:path w="26222" h="476">
                <a:moveTo>
                  <a:pt x="0" y="0"/>
                </a:moveTo>
                <a:lnTo>
                  <a:pt x="26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1" name="d-tree-epsilon-0.05-path-1325">
            <a:extLst xmlns:a="http://schemas.openxmlformats.org/drawingml/2006/main">
              <a:ext uri="{FF2B5EF4-FFF2-40B4-BE49-F238E27FC236}">
                <a16:creationId xmlns:a16="http://schemas.microsoft.com/office/drawing/2014/main" id="{C34D93FE-4D25-41EA-B451-82B8ADE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48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2" name="d-tree-epsilon-0.05-path-1326">
            <a:extLst xmlns:a="http://schemas.openxmlformats.org/drawingml/2006/main">
              <a:ext uri="{FF2B5EF4-FFF2-40B4-BE49-F238E27FC236}">
                <a16:creationId xmlns:a16="http://schemas.microsoft.com/office/drawing/2014/main" id="{C5083F0F-9005-420F-8C55-2002C3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14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3" name="d-tree-epsilon-0.05-path-1327">
            <a:extLst xmlns:a="http://schemas.openxmlformats.org/drawingml/2006/main">
              <a:ext uri="{FF2B5EF4-FFF2-40B4-BE49-F238E27FC236}">
                <a16:creationId xmlns:a16="http://schemas.microsoft.com/office/drawing/2014/main" id="{AADA4654-2FE2-46C7-8522-5D3D20D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48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4" name="d-tree-epsilon-0.05-path-1328">
            <a:extLst xmlns:a="http://schemas.openxmlformats.org/drawingml/2006/main">
              <a:ext uri="{FF2B5EF4-FFF2-40B4-BE49-F238E27FC236}">
                <a16:creationId xmlns:a16="http://schemas.microsoft.com/office/drawing/2014/main" id="{2B42D09C-9C79-47DE-98A7-06E884DB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304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5" name="d-tree-epsilon-0.05-path-1329">
            <a:extLst xmlns:a="http://schemas.openxmlformats.org/drawingml/2006/main">
              <a:ext uri="{FF2B5EF4-FFF2-40B4-BE49-F238E27FC236}">
                <a16:creationId xmlns:a16="http://schemas.microsoft.com/office/drawing/2014/main" id="{9BAD2F2D-C4CD-4B0A-86F6-D276ECC3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314" y="673234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6" name="d-tree-epsilon-0.05-path-1330">
            <a:extLst xmlns:a="http://schemas.openxmlformats.org/drawingml/2006/main">
              <a:ext uri="{FF2B5EF4-FFF2-40B4-BE49-F238E27FC236}">
                <a16:creationId xmlns:a16="http://schemas.microsoft.com/office/drawing/2014/main" id="{41DB1EEE-2471-433A-AEDA-55C993C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304" y="6732344"/>
            <a:ext cx="38010" cy="476"/>
          </a:xfrm>
          <a:custGeom xmlns:a="http://schemas.openxmlformats.org/drawingml/2006/main">
            <a:pathLst>
              <a:path w="33039" h="476">
                <a:moveTo>
                  <a:pt x="0" y="0"/>
                </a:moveTo>
                <a:lnTo>
                  <a:pt x="330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7" name="d-tree-epsilon-0.05-path-1331">
            <a:extLst xmlns:a="http://schemas.openxmlformats.org/drawingml/2006/main">
              <a:ext uri="{FF2B5EF4-FFF2-40B4-BE49-F238E27FC236}">
                <a16:creationId xmlns:a16="http://schemas.microsoft.com/office/drawing/2014/main" id="{DE1357C7-4700-44DC-85B3-3ABD7EB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75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8" name="d-tree-epsilon-0.05-path-1332">
            <a:extLst xmlns:a="http://schemas.openxmlformats.org/drawingml/2006/main">
              <a:ext uri="{FF2B5EF4-FFF2-40B4-BE49-F238E27FC236}">
                <a16:creationId xmlns:a16="http://schemas.microsoft.com/office/drawing/2014/main" id="{F318FE76-1D22-424A-A43A-71F3A0C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740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79" name="d-tree-epsilon-0.05-path-1333">
            <a:extLst xmlns:a="http://schemas.openxmlformats.org/drawingml/2006/main">
              <a:ext uri="{FF2B5EF4-FFF2-40B4-BE49-F238E27FC236}">
                <a16:creationId xmlns:a16="http://schemas.microsoft.com/office/drawing/2014/main" id="{40F3CB70-FF17-4B0E-A077-37550AD2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755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0" name="d-tree-epsilon-0.05-path-1334">
            <a:extLst xmlns:a="http://schemas.openxmlformats.org/drawingml/2006/main">
              <a:ext uri="{FF2B5EF4-FFF2-40B4-BE49-F238E27FC236}">
                <a16:creationId xmlns:a16="http://schemas.microsoft.com/office/drawing/2014/main" id="{7C985256-6253-45E0-BDC8-30978FF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37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1" name="d-tree-epsilon-0.05-path-1335">
            <a:extLst xmlns:a="http://schemas.openxmlformats.org/drawingml/2006/main">
              <a:ext uri="{FF2B5EF4-FFF2-40B4-BE49-F238E27FC236}">
                <a16:creationId xmlns:a16="http://schemas.microsoft.com/office/drawing/2014/main" id="{182058EA-CF36-428B-9879-0C07FAB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02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2" name="d-tree-epsilon-0.05-path-1336">
            <a:extLst xmlns:a="http://schemas.openxmlformats.org/drawingml/2006/main">
              <a:ext uri="{FF2B5EF4-FFF2-40B4-BE49-F238E27FC236}">
                <a16:creationId xmlns:a16="http://schemas.microsoft.com/office/drawing/2014/main" id="{881BAD12-06E3-4124-862C-990B315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37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3" name="d-tree-epsilon-0.05-path-1337">
            <a:extLst xmlns:a="http://schemas.openxmlformats.org/drawingml/2006/main">
              <a:ext uri="{FF2B5EF4-FFF2-40B4-BE49-F238E27FC236}">
                <a16:creationId xmlns:a16="http://schemas.microsoft.com/office/drawing/2014/main" id="{ADA86F78-9D45-43FF-8F42-280C67A3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6716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4" name="d-tree-epsilon-0.05-path-1338">
            <a:extLst xmlns:a="http://schemas.openxmlformats.org/drawingml/2006/main">
              <a:ext uri="{FF2B5EF4-FFF2-40B4-BE49-F238E27FC236}">
                <a16:creationId xmlns:a16="http://schemas.microsoft.com/office/drawing/2014/main" id="{E79CB810-224B-4212-B852-D2FB731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196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5" name="d-tree-epsilon-0.05-path-1339">
            <a:extLst xmlns:a="http://schemas.openxmlformats.org/drawingml/2006/main">
              <a:ext uri="{FF2B5EF4-FFF2-40B4-BE49-F238E27FC236}">
                <a16:creationId xmlns:a16="http://schemas.microsoft.com/office/drawing/2014/main" id="{7975B75D-5016-4F75-9229-75A4CBA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6716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6" name="d-tree-epsilon-0.05-path-1340">
            <a:extLst xmlns:a="http://schemas.openxmlformats.org/drawingml/2006/main">
              <a:ext uri="{FF2B5EF4-FFF2-40B4-BE49-F238E27FC236}">
                <a16:creationId xmlns:a16="http://schemas.microsoft.com/office/drawing/2014/main" id="{1CD9F650-4584-4D66-B626-BBCFA5DA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956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7" name="d-tree-epsilon-0.05-path-1341">
            <a:extLst xmlns:a="http://schemas.openxmlformats.org/drawingml/2006/main">
              <a:ext uri="{FF2B5EF4-FFF2-40B4-BE49-F238E27FC236}">
                <a16:creationId xmlns:a16="http://schemas.microsoft.com/office/drawing/2014/main" id="{697C3438-AFE0-4109-A6BA-BB5C3AA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5676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8" name="d-tree-epsilon-0.05-path-1342">
            <a:extLst xmlns:a="http://schemas.openxmlformats.org/drawingml/2006/main">
              <a:ext uri="{FF2B5EF4-FFF2-40B4-BE49-F238E27FC236}">
                <a16:creationId xmlns:a16="http://schemas.microsoft.com/office/drawing/2014/main" id="{DBA4ECF0-B21E-4006-9412-4F972F59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956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89" name="d-tree-epsilon-0.05-path-1343">
            <a:extLst xmlns:a="http://schemas.openxmlformats.org/drawingml/2006/main">
              <a:ext uri="{FF2B5EF4-FFF2-40B4-BE49-F238E27FC236}">
                <a16:creationId xmlns:a16="http://schemas.microsoft.com/office/drawing/2014/main" id="{21ECE2BF-4827-4851-9CF8-0CF81B00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63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0" name="d-tree-epsilon-0.05-path-1344">
            <a:extLst xmlns:a="http://schemas.openxmlformats.org/drawingml/2006/main">
              <a:ext uri="{FF2B5EF4-FFF2-40B4-BE49-F238E27FC236}">
                <a16:creationId xmlns:a16="http://schemas.microsoft.com/office/drawing/2014/main" id="{04F7A648-C5D6-47F4-B6BE-2195757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29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1" name="d-tree-epsilon-0.05-path-1345">
            <a:extLst xmlns:a="http://schemas.openxmlformats.org/drawingml/2006/main">
              <a:ext uri="{FF2B5EF4-FFF2-40B4-BE49-F238E27FC236}">
                <a16:creationId xmlns:a16="http://schemas.microsoft.com/office/drawing/2014/main" id="{4CBB70A3-A470-4619-BB0F-28FA2F02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4636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2" name="d-tree-epsilon-0.05-path-1346">
            <a:extLst xmlns:a="http://schemas.openxmlformats.org/drawingml/2006/main">
              <a:ext uri="{FF2B5EF4-FFF2-40B4-BE49-F238E27FC236}">
                <a16:creationId xmlns:a16="http://schemas.microsoft.com/office/drawing/2014/main" id="{4CBAB59F-B2B2-414F-B531-C2AF55E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94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3" name="d-tree-epsilon-0.05-path-1347">
            <a:extLst xmlns:a="http://schemas.openxmlformats.org/drawingml/2006/main">
              <a:ext uri="{FF2B5EF4-FFF2-40B4-BE49-F238E27FC236}">
                <a16:creationId xmlns:a16="http://schemas.microsoft.com/office/drawing/2014/main" id="{2A670479-242F-4B6E-803C-01703EAB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59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4" name="d-tree-epsilon-0.05-path-1348">
            <a:extLst xmlns:a="http://schemas.openxmlformats.org/drawingml/2006/main">
              <a:ext uri="{FF2B5EF4-FFF2-40B4-BE49-F238E27FC236}">
                <a16:creationId xmlns:a16="http://schemas.microsoft.com/office/drawing/2014/main" id="{32872AA2-5EF6-4138-B898-3E6E96B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94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5" name="d-tree-epsilon-0.05-path-1349">
            <a:extLst xmlns:a="http://schemas.openxmlformats.org/drawingml/2006/main">
              <a:ext uri="{FF2B5EF4-FFF2-40B4-BE49-F238E27FC236}">
                <a16:creationId xmlns:a16="http://schemas.microsoft.com/office/drawing/2014/main" id="{D7AE24B7-7832-4863-ABB4-DEB6EF44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46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6" name="d-tree-epsilon-0.05-path-1350">
            <a:extLst xmlns:a="http://schemas.openxmlformats.org/drawingml/2006/main">
              <a:ext uri="{FF2B5EF4-FFF2-40B4-BE49-F238E27FC236}">
                <a16:creationId xmlns:a16="http://schemas.microsoft.com/office/drawing/2014/main" id="{EE2A3424-F927-43D8-AC67-9EE4041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771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7" name="d-tree-epsilon-0.05-path-1351">
            <a:extLst xmlns:a="http://schemas.openxmlformats.org/drawingml/2006/main">
              <a:ext uri="{FF2B5EF4-FFF2-40B4-BE49-F238E27FC236}">
                <a16:creationId xmlns:a16="http://schemas.microsoft.com/office/drawing/2014/main" id="{049EF0AA-9302-47CB-86AD-200DF0E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463" y="6800039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8" name="d-tree-epsilon-0.05-path-1352">
            <a:extLst xmlns:a="http://schemas.openxmlformats.org/drawingml/2006/main">
              <a:ext uri="{FF2B5EF4-FFF2-40B4-BE49-F238E27FC236}">
                <a16:creationId xmlns:a16="http://schemas.microsoft.com/office/drawing/2014/main" id="{A9CE3A78-AF77-4938-B6DE-29A1706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117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399" name="d-tree-epsilon-0.05-path-1353">
            <a:extLst xmlns:a="http://schemas.openxmlformats.org/drawingml/2006/main">
              <a:ext uri="{FF2B5EF4-FFF2-40B4-BE49-F238E27FC236}">
                <a16:creationId xmlns:a16="http://schemas.microsoft.com/office/drawing/2014/main" id="{C9950C5A-35E7-4A2A-8D62-4E26B447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250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0" name="d-tree-epsilon-0.05-path-1354">
            <a:extLst xmlns:a="http://schemas.openxmlformats.org/drawingml/2006/main">
              <a:ext uri="{FF2B5EF4-FFF2-40B4-BE49-F238E27FC236}">
                <a16:creationId xmlns:a16="http://schemas.microsoft.com/office/drawing/2014/main" id="{D428D7C7-EF61-4810-9C2F-19428700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9117" y="6777474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1" name="d-tree-epsilon-0.05-path-1355">
            <a:extLst xmlns:a="http://schemas.openxmlformats.org/drawingml/2006/main">
              <a:ext uri="{FF2B5EF4-FFF2-40B4-BE49-F238E27FC236}">
                <a16:creationId xmlns:a16="http://schemas.microsoft.com/office/drawing/2014/main" id="{B83FBA4A-3AB3-42AF-99DA-C34A58E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184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2" name="d-tree-epsilon-0.05-path-1356">
            <a:extLst xmlns:a="http://schemas.openxmlformats.org/drawingml/2006/main">
              <a:ext uri="{FF2B5EF4-FFF2-40B4-BE49-F238E27FC236}">
                <a16:creationId xmlns:a16="http://schemas.microsoft.com/office/drawing/2014/main" id="{CFB12460-E64F-48E3-9FCE-714DA557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904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3" name="d-tree-epsilon-0.05-path-1357">
            <a:extLst xmlns:a="http://schemas.openxmlformats.org/drawingml/2006/main">
              <a:ext uri="{FF2B5EF4-FFF2-40B4-BE49-F238E27FC236}">
                <a16:creationId xmlns:a16="http://schemas.microsoft.com/office/drawing/2014/main" id="{6EBB508A-2F2F-48FE-8312-9FADE20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184" y="675490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4" name="d-tree-epsilon-0.05-path-1358">
            <a:extLst xmlns:a="http://schemas.openxmlformats.org/drawingml/2006/main">
              <a:ext uri="{FF2B5EF4-FFF2-40B4-BE49-F238E27FC236}">
                <a16:creationId xmlns:a16="http://schemas.microsoft.com/office/drawing/2014/main" id="{B51A2B12-4B08-45D5-8D1E-55543527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043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5" name="d-tree-epsilon-0.05-path-1359">
            <a:extLst xmlns:a="http://schemas.openxmlformats.org/drawingml/2006/main">
              <a:ext uri="{FF2B5EF4-FFF2-40B4-BE49-F238E27FC236}">
                <a16:creationId xmlns:a16="http://schemas.microsoft.com/office/drawing/2014/main" id="{A9E8D694-3EF2-476D-BA30-4A46DF1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557" y="6732344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6" name="d-tree-epsilon-0.05-path-1360">
            <a:extLst xmlns:a="http://schemas.openxmlformats.org/drawingml/2006/main">
              <a:ext uri="{FF2B5EF4-FFF2-40B4-BE49-F238E27FC236}">
                <a16:creationId xmlns:a16="http://schemas.microsoft.com/office/drawing/2014/main" id="{46029C16-F157-4010-ADF5-354D170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043" y="6732344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7" name="d-tree-epsilon-0.05-path-1361">
            <a:extLst xmlns:a="http://schemas.openxmlformats.org/drawingml/2006/main">
              <a:ext uri="{FF2B5EF4-FFF2-40B4-BE49-F238E27FC236}">
                <a16:creationId xmlns:a16="http://schemas.microsoft.com/office/drawing/2014/main" id="{99237ACA-3CE5-4FB5-9A45-54CF63F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301" y="67097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8" name="d-tree-epsilon-0.05-path-1362">
            <a:extLst xmlns:a="http://schemas.openxmlformats.org/drawingml/2006/main">
              <a:ext uri="{FF2B5EF4-FFF2-40B4-BE49-F238E27FC236}">
                <a16:creationId xmlns:a16="http://schemas.microsoft.com/office/drawing/2014/main" id="{ED4F8D83-6460-4503-889D-726033F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211" y="6709779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09" name="d-tree-epsilon-0.05-path-1363">
            <a:extLst xmlns:a="http://schemas.openxmlformats.org/drawingml/2006/main">
              <a:ext uri="{FF2B5EF4-FFF2-40B4-BE49-F238E27FC236}">
                <a16:creationId xmlns:a16="http://schemas.microsoft.com/office/drawing/2014/main" id="{87627793-927D-46D4-A410-F17032B9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2301" y="6709779"/>
            <a:ext cx="19910" cy="476"/>
          </a:xfrm>
          <a:custGeom xmlns:a="http://schemas.openxmlformats.org/drawingml/2006/main">
            <a:pathLst>
              <a:path w="17306" h="476">
                <a:moveTo>
                  <a:pt x="0" y="0"/>
                </a:moveTo>
                <a:lnTo>
                  <a:pt x="1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0" name="d-tree-epsilon-0.05-path-1364">
            <a:extLst xmlns:a="http://schemas.openxmlformats.org/drawingml/2006/main">
              <a:ext uri="{FF2B5EF4-FFF2-40B4-BE49-F238E27FC236}">
                <a16:creationId xmlns:a16="http://schemas.microsoft.com/office/drawing/2014/main" id="{B3C81687-051F-437C-8CCA-A8E198D1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83" y="6687214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1" name="d-tree-epsilon-0.05-path-1365">
            <a:extLst xmlns:a="http://schemas.openxmlformats.org/drawingml/2006/main">
              <a:ext uri="{FF2B5EF4-FFF2-40B4-BE49-F238E27FC236}">
                <a16:creationId xmlns:a16="http://schemas.microsoft.com/office/drawing/2014/main" id="{7453B665-9320-4E79-A11C-D1623E0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2256" y="66872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2" name="d-tree-epsilon-0.05-path-1366">
            <a:extLst xmlns:a="http://schemas.openxmlformats.org/drawingml/2006/main">
              <a:ext uri="{FF2B5EF4-FFF2-40B4-BE49-F238E27FC236}">
                <a16:creationId xmlns:a16="http://schemas.microsoft.com/office/drawing/2014/main" id="{FE476B9F-07FF-478E-8D9F-3C5A2F12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983" y="6687214"/>
            <a:ext cx="67273" cy="476"/>
          </a:xfrm>
          <a:custGeom xmlns:a="http://schemas.openxmlformats.org/drawingml/2006/main">
            <a:pathLst>
              <a:path w="58475" h="476">
                <a:moveTo>
                  <a:pt x="0" y="0"/>
                </a:moveTo>
                <a:lnTo>
                  <a:pt x="58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3" name="d-tree-epsilon-0.05-path-1367">
            <a:extLst xmlns:a="http://schemas.openxmlformats.org/drawingml/2006/main">
              <a:ext uri="{FF2B5EF4-FFF2-40B4-BE49-F238E27FC236}">
                <a16:creationId xmlns:a16="http://schemas.microsoft.com/office/drawing/2014/main" id="{BF361CC4-4346-4F7D-B85B-EA2162A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620" y="66646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4" name="d-tree-epsilon-0.05-path-1368">
            <a:extLst xmlns:a="http://schemas.openxmlformats.org/drawingml/2006/main">
              <a:ext uri="{FF2B5EF4-FFF2-40B4-BE49-F238E27FC236}">
                <a16:creationId xmlns:a16="http://schemas.microsoft.com/office/drawing/2014/main" id="{0E349252-6079-4F0F-AC08-ABFD138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1864" y="666464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5" name="d-tree-epsilon-0.05-path-1369">
            <a:extLst xmlns:a="http://schemas.openxmlformats.org/drawingml/2006/main">
              <a:ext uri="{FF2B5EF4-FFF2-40B4-BE49-F238E27FC236}">
                <a16:creationId xmlns:a16="http://schemas.microsoft.com/office/drawing/2014/main" id="{B4ECD372-9022-4535-ABFB-ACBFA76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620" y="6664648"/>
            <a:ext cx="53245" cy="476"/>
          </a:xfrm>
          <a:custGeom xmlns:a="http://schemas.openxmlformats.org/drawingml/2006/main">
            <a:pathLst>
              <a:path w="46281" h="476">
                <a:moveTo>
                  <a:pt x="0" y="0"/>
                </a:moveTo>
                <a:lnTo>
                  <a:pt x="46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6" name="d-tree-epsilon-0.05-path-1370">
            <a:extLst xmlns:a="http://schemas.openxmlformats.org/drawingml/2006/main">
              <a:ext uri="{FF2B5EF4-FFF2-40B4-BE49-F238E27FC236}">
                <a16:creationId xmlns:a16="http://schemas.microsoft.com/office/drawing/2014/main" id="{FED35B52-A62A-40E3-AF6B-D548FDD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242" y="66420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7" name="d-tree-epsilon-0.05-path-1371">
            <a:extLst xmlns:a="http://schemas.openxmlformats.org/drawingml/2006/main">
              <a:ext uri="{FF2B5EF4-FFF2-40B4-BE49-F238E27FC236}">
                <a16:creationId xmlns:a16="http://schemas.microsoft.com/office/drawing/2014/main" id="{3F1A236B-DCEF-4534-8F76-3456A155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1518" y="6642083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8" name="d-tree-epsilon-0.05-path-1372">
            <a:extLst xmlns:a="http://schemas.openxmlformats.org/drawingml/2006/main">
              <a:ext uri="{FF2B5EF4-FFF2-40B4-BE49-F238E27FC236}">
                <a16:creationId xmlns:a16="http://schemas.microsoft.com/office/drawing/2014/main" id="{73B8CE2F-6A93-4F5F-AD69-9C8A9FA8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242" y="6642083"/>
            <a:ext cx="36276" cy="476"/>
          </a:xfrm>
          <a:custGeom xmlns:a="http://schemas.openxmlformats.org/drawingml/2006/main">
            <a:pathLst>
              <a:path w="31532" h="476">
                <a:moveTo>
                  <a:pt x="0" y="0"/>
                </a:moveTo>
                <a:lnTo>
                  <a:pt x="31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19" name="d-tree-epsilon-0.05-path-1373">
            <a:extLst xmlns:a="http://schemas.openxmlformats.org/drawingml/2006/main">
              <a:ext uri="{FF2B5EF4-FFF2-40B4-BE49-F238E27FC236}">
                <a16:creationId xmlns:a16="http://schemas.microsoft.com/office/drawing/2014/main" id="{E0E30F90-AF75-4C64-B250-34983E6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329" y="6619518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0" name="d-tree-epsilon-0.05-path-1374">
            <a:extLst xmlns:a="http://schemas.openxmlformats.org/drawingml/2006/main">
              <a:ext uri="{FF2B5EF4-FFF2-40B4-BE49-F238E27FC236}">
                <a16:creationId xmlns:a16="http://schemas.microsoft.com/office/drawing/2014/main" id="{F3A1E31D-8C6C-41A2-A8A3-7051C50A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380" y="66195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1" name="d-tree-epsilon-0.05-path-1375">
            <a:extLst xmlns:a="http://schemas.openxmlformats.org/drawingml/2006/main">
              <a:ext uri="{FF2B5EF4-FFF2-40B4-BE49-F238E27FC236}">
                <a16:creationId xmlns:a16="http://schemas.microsoft.com/office/drawing/2014/main" id="{18377D00-7706-4C45-AF8A-8E19DD0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329" y="6619518"/>
            <a:ext cx="88051" cy="476"/>
          </a:xfrm>
          <a:custGeom xmlns:a="http://schemas.openxmlformats.org/drawingml/2006/main">
            <a:pathLst>
              <a:path w="76535" h="476">
                <a:moveTo>
                  <a:pt x="0" y="0"/>
                </a:moveTo>
                <a:lnTo>
                  <a:pt x="76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2" name="d-tree-epsilon-0.05-path-1376">
            <a:extLst xmlns:a="http://schemas.openxmlformats.org/drawingml/2006/main">
              <a:ext uri="{FF2B5EF4-FFF2-40B4-BE49-F238E27FC236}">
                <a16:creationId xmlns:a16="http://schemas.microsoft.com/office/drawing/2014/main" id="{7ED0ABA3-AE94-44ED-AEEA-575E559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82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3" name="d-tree-epsilon-0.05-path-1377">
            <a:extLst xmlns:a="http://schemas.openxmlformats.org/drawingml/2006/main">
              <a:ext uri="{FF2B5EF4-FFF2-40B4-BE49-F238E27FC236}">
                <a16:creationId xmlns:a16="http://schemas.microsoft.com/office/drawing/2014/main" id="{18AA49BB-1B33-4A5D-B67F-A56D15D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47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4" name="d-tree-epsilon-0.05-path-1378">
            <a:extLst xmlns:a="http://schemas.openxmlformats.org/drawingml/2006/main">
              <a:ext uri="{FF2B5EF4-FFF2-40B4-BE49-F238E27FC236}">
                <a16:creationId xmlns:a16="http://schemas.microsoft.com/office/drawing/2014/main" id="{238AE05F-410D-47BC-BF76-3F36E234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0825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5" name="d-tree-epsilon-0.05-path-1379">
            <a:extLst xmlns:a="http://schemas.openxmlformats.org/drawingml/2006/main">
              <a:ext uri="{FF2B5EF4-FFF2-40B4-BE49-F238E27FC236}">
                <a16:creationId xmlns:a16="http://schemas.microsoft.com/office/drawing/2014/main" id="{560A7CC2-04DD-4E94-AA49-9DCB433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171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6" name="d-tree-epsilon-0.05-path-1380">
            <a:extLst xmlns:a="http://schemas.openxmlformats.org/drawingml/2006/main">
              <a:ext uri="{FF2B5EF4-FFF2-40B4-BE49-F238E27FC236}">
                <a16:creationId xmlns:a16="http://schemas.microsoft.com/office/drawing/2014/main" id="{81D9876E-261B-4CB1-BAA1-1DCD08E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651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7" name="d-tree-epsilon-0.05-path-1381">
            <a:extLst xmlns:a="http://schemas.openxmlformats.org/drawingml/2006/main">
              <a:ext uri="{FF2B5EF4-FFF2-40B4-BE49-F238E27FC236}">
                <a16:creationId xmlns:a16="http://schemas.microsoft.com/office/drawing/2014/main" id="{13D6E636-87B8-4B8C-BDD4-FC1C621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1171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8" name="d-tree-epsilon-0.05-path-1382">
            <a:extLst xmlns:a="http://schemas.openxmlformats.org/drawingml/2006/main">
              <a:ext uri="{FF2B5EF4-FFF2-40B4-BE49-F238E27FC236}">
                <a16:creationId xmlns:a16="http://schemas.microsoft.com/office/drawing/2014/main" id="{7CAA46A4-DA3B-4AEF-A17C-5EC50E24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411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29" name="d-tree-epsilon-0.05-path-1383">
            <a:extLst xmlns:a="http://schemas.openxmlformats.org/drawingml/2006/main">
              <a:ext uri="{FF2B5EF4-FFF2-40B4-BE49-F238E27FC236}">
                <a16:creationId xmlns:a16="http://schemas.microsoft.com/office/drawing/2014/main" id="{8B144671-FDDD-4E9D-B30A-EC43D28F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132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0" name="d-tree-epsilon-0.05-path-1384">
            <a:extLst xmlns:a="http://schemas.openxmlformats.org/drawingml/2006/main">
              <a:ext uri="{FF2B5EF4-FFF2-40B4-BE49-F238E27FC236}">
                <a16:creationId xmlns:a16="http://schemas.microsoft.com/office/drawing/2014/main" id="{ADD02560-2810-4B33-9B72-548D8310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411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1" name="d-tree-epsilon-0.05-path-1385">
            <a:extLst xmlns:a="http://schemas.openxmlformats.org/drawingml/2006/main">
              <a:ext uri="{FF2B5EF4-FFF2-40B4-BE49-F238E27FC236}">
                <a16:creationId xmlns:a16="http://schemas.microsoft.com/office/drawing/2014/main" id="{F0A61ECD-DF63-4FCF-8EEB-B96E412F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259" y="65743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2" name="d-tree-epsilon-0.05-path-1386">
            <a:extLst xmlns:a="http://schemas.openxmlformats.org/drawingml/2006/main">
              <a:ext uri="{FF2B5EF4-FFF2-40B4-BE49-F238E27FC236}">
                <a16:creationId xmlns:a16="http://schemas.microsoft.com/office/drawing/2014/main" id="{37AF349C-AB5D-4E7B-84FC-A9E76B7A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913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3" name="d-tree-epsilon-0.05-path-1387">
            <a:extLst xmlns:a="http://schemas.openxmlformats.org/drawingml/2006/main">
              <a:ext uri="{FF2B5EF4-FFF2-40B4-BE49-F238E27FC236}">
                <a16:creationId xmlns:a16="http://schemas.microsoft.com/office/drawing/2014/main" id="{3F69A086-7FC3-4E06-9E19-A94BD2D3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567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4" name="d-tree-epsilon-0.05-path-1388">
            <a:extLst xmlns:a="http://schemas.openxmlformats.org/drawingml/2006/main">
              <a:ext uri="{FF2B5EF4-FFF2-40B4-BE49-F238E27FC236}">
                <a16:creationId xmlns:a16="http://schemas.microsoft.com/office/drawing/2014/main" id="{FA4DBF0D-BD74-4F17-AF66-93DF769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309" y="6574388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5" name="d-tree-epsilon-0.05-path-1389">
            <a:extLst xmlns:a="http://schemas.openxmlformats.org/drawingml/2006/main">
              <a:ext uri="{FF2B5EF4-FFF2-40B4-BE49-F238E27FC236}">
                <a16:creationId xmlns:a16="http://schemas.microsoft.com/office/drawing/2014/main" id="{9511CE6E-3072-4E91-AD13-D64F2517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795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6" name="d-tree-epsilon-0.05-path-1390">
            <a:extLst xmlns:a="http://schemas.openxmlformats.org/drawingml/2006/main">
              <a:ext uri="{FF2B5EF4-FFF2-40B4-BE49-F238E27FC236}">
                <a16:creationId xmlns:a16="http://schemas.microsoft.com/office/drawing/2014/main" id="{5BDF7B22-CAFB-42DF-A630-BD2D79D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448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7" name="d-tree-epsilon-0.05-path-1391">
            <a:extLst xmlns:a="http://schemas.openxmlformats.org/drawingml/2006/main">
              <a:ext uri="{FF2B5EF4-FFF2-40B4-BE49-F238E27FC236}">
                <a16:creationId xmlns:a16="http://schemas.microsoft.com/office/drawing/2014/main" id="{4B1A14B4-0A02-4CDB-BA12-613F076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8102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8" name="d-tree-epsilon-0.05-path-1392">
            <a:extLst xmlns:a="http://schemas.openxmlformats.org/drawingml/2006/main">
              <a:ext uri="{FF2B5EF4-FFF2-40B4-BE49-F238E27FC236}">
                <a16:creationId xmlns:a16="http://schemas.microsoft.com/office/drawing/2014/main" id="{2A11C30D-0643-4969-8ED9-92FB7AD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582" y="6574388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39" name="d-tree-epsilon-0.05-path-1393">
            <a:extLst xmlns:a="http://schemas.openxmlformats.org/drawingml/2006/main">
              <a:ext uri="{FF2B5EF4-FFF2-40B4-BE49-F238E27FC236}">
                <a16:creationId xmlns:a16="http://schemas.microsoft.com/office/drawing/2014/main" id="{4D826455-7720-47E1-9300-8204C0E3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063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0" name="d-tree-epsilon-0.05-path-1394">
            <a:extLst xmlns:a="http://schemas.openxmlformats.org/drawingml/2006/main">
              <a:ext uri="{FF2B5EF4-FFF2-40B4-BE49-F238E27FC236}">
                <a16:creationId xmlns:a16="http://schemas.microsoft.com/office/drawing/2014/main" id="{CD776546-7DA1-46DA-90D0-DAE2DB6E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816" y="6574388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1" name="d-tree-epsilon-0.05-path-1395">
            <a:extLst xmlns:a="http://schemas.openxmlformats.org/drawingml/2006/main">
              <a:ext uri="{FF2B5EF4-FFF2-40B4-BE49-F238E27FC236}">
                <a16:creationId xmlns:a16="http://schemas.microsoft.com/office/drawing/2014/main" id="{BB9F995F-322A-42DC-9BAE-AD5391C7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355" y="65743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2" name="d-tree-epsilon-0.05-path-1396">
            <a:extLst xmlns:a="http://schemas.openxmlformats.org/drawingml/2006/main">
              <a:ext uri="{FF2B5EF4-FFF2-40B4-BE49-F238E27FC236}">
                <a16:creationId xmlns:a16="http://schemas.microsoft.com/office/drawing/2014/main" id="{3651CD82-5766-4B78-B646-D95674D1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272" y="6574388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3" name="d-tree-epsilon-0.05-path-1397">
            <a:extLst xmlns:a="http://schemas.openxmlformats.org/drawingml/2006/main">
              <a:ext uri="{FF2B5EF4-FFF2-40B4-BE49-F238E27FC236}">
                <a16:creationId xmlns:a16="http://schemas.microsoft.com/office/drawing/2014/main" id="{A608E671-07A0-42A8-9031-533F4ED8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259" y="6574388"/>
            <a:ext cx="398013" cy="476"/>
          </a:xfrm>
          <a:custGeom xmlns:a="http://schemas.openxmlformats.org/drawingml/2006/main">
            <a:pathLst>
              <a:path w="345959" h="476">
                <a:moveTo>
                  <a:pt x="0" y="0"/>
                </a:moveTo>
                <a:lnTo>
                  <a:pt x="345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4" name="d-tree-epsilon-0.05-path-1398">
            <a:extLst xmlns:a="http://schemas.openxmlformats.org/drawingml/2006/main">
              <a:ext uri="{FF2B5EF4-FFF2-40B4-BE49-F238E27FC236}">
                <a16:creationId xmlns:a16="http://schemas.microsoft.com/office/drawing/2014/main" id="{68B0D87B-9829-453F-B10A-3F056B2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482" y="655182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5" name="d-tree-epsilon-0.05-path-1399">
            <a:extLst xmlns:a="http://schemas.openxmlformats.org/drawingml/2006/main">
              <a:ext uri="{FF2B5EF4-FFF2-40B4-BE49-F238E27FC236}">
                <a16:creationId xmlns:a16="http://schemas.microsoft.com/office/drawing/2014/main" id="{E4A4B072-770F-4334-8883-3845B9C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962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6" name="d-tree-epsilon-0.05-path-1400">
            <a:extLst xmlns:a="http://schemas.openxmlformats.org/drawingml/2006/main">
              <a:ext uri="{FF2B5EF4-FFF2-40B4-BE49-F238E27FC236}">
                <a16:creationId xmlns:a16="http://schemas.microsoft.com/office/drawing/2014/main" id="{E6540349-D8D3-47C3-9C8B-43C14EC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615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7" name="d-tree-epsilon-0.05-path-1401">
            <a:extLst xmlns:a="http://schemas.openxmlformats.org/drawingml/2006/main">
              <a:ext uri="{FF2B5EF4-FFF2-40B4-BE49-F238E27FC236}">
                <a16:creationId xmlns:a16="http://schemas.microsoft.com/office/drawing/2014/main" id="{9342F2CA-3541-4CBE-B8AF-9C2709F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269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8" name="d-tree-epsilon-0.05-path-1402">
            <a:extLst xmlns:a="http://schemas.openxmlformats.org/drawingml/2006/main">
              <a:ext uri="{FF2B5EF4-FFF2-40B4-BE49-F238E27FC236}">
                <a16:creationId xmlns:a16="http://schemas.microsoft.com/office/drawing/2014/main" id="{AFE4E02D-35F5-4CD3-911B-3370A32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922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49" name="d-tree-epsilon-0.05-path-1403">
            <a:extLst xmlns:a="http://schemas.openxmlformats.org/drawingml/2006/main">
              <a:ext uri="{FF2B5EF4-FFF2-40B4-BE49-F238E27FC236}">
                <a16:creationId xmlns:a16="http://schemas.microsoft.com/office/drawing/2014/main" id="{E4F01BE2-75FA-499B-A4D4-AF34C7F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576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0" name="d-tree-epsilon-0.05-path-1404">
            <a:extLst xmlns:a="http://schemas.openxmlformats.org/drawingml/2006/main">
              <a:ext uri="{FF2B5EF4-FFF2-40B4-BE49-F238E27FC236}">
                <a16:creationId xmlns:a16="http://schemas.microsoft.com/office/drawing/2014/main" id="{09503AEC-FEA2-47D0-A19D-A4C160A5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0229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1" name="d-tree-epsilon-0.05-path-1405">
            <a:extLst xmlns:a="http://schemas.openxmlformats.org/drawingml/2006/main">
              <a:ext uri="{FF2B5EF4-FFF2-40B4-BE49-F238E27FC236}">
                <a16:creationId xmlns:a16="http://schemas.microsoft.com/office/drawing/2014/main" id="{9A940560-2FAB-4645-8062-F51A9B4F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883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2" name="d-tree-epsilon-0.05-path-1406">
            <a:extLst xmlns:a="http://schemas.openxmlformats.org/drawingml/2006/main">
              <a:ext uri="{FF2B5EF4-FFF2-40B4-BE49-F238E27FC236}">
                <a16:creationId xmlns:a16="http://schemas.microsoft.com/office/drawing/2014/main" id="{BCB34D6D-D3CE-4F75-8021-5F404C3B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536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3" name="d-tree-epsilon-0.05-path-1407">
            <a:extLst xmlns:a="http://schemas.openxmlformats.org/drawingml/2006/main">
              <a:ext uri="{FF2B5EF4-FFF2-40B4-BE49-F238E27FC236}">
                <a16:creationId xmlns:a16="http://schemas.microsoft.com/office/drawing/2014/main" id="{0745D92C-60B4-4771-B74B-B881291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016" y="655182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4" name="d-tree-epsilon-0.05-path-1408">
            <a:extLst xmlns:a="http://schemas.openxmlformats.org/drawingml/2006/main">
              <a:ext uri="{FF2B5EF4-FFF2-40B4-BE49-F238E27FC236}">
                <a16:creationId xmlns:a16="http://schemas.microsoft.com/office/drawing/2014/main" id="{E54CFB23-E88E-4594-9A26-C8E4A56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497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5" name="d-tree-epsilon-0.05-path-1409">
            <a:extLst xmlns:a="http://schemas.openxmlformats.org/drawingml/2006/main">
              <a:ext uri="{FF2B5EF4-FFF2-40B4-BE49-F238E27FC236}">
                <a16:creationId xmlns:a16="http://schemas.microsoft.com/office/drawing/2014/main" id="{4986887F-032C-4D88-B161-ACA385F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265" y="65518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6" name="d-tree-epsilon-0.05-path-1410">
            <a:extLst xmlns:a="http://schemas.openxmlformats.org/drawingml/2006/main">
              <a:ext uri="{FF2B5EF4-FFF2-40B4-BE49-F238E27FC236}">
                <a16:creationId xmlns:a16="http://schemas.microsoft.com/office/drawing/2014/main" id="{A5C1DCF8-75FF-4A63-96C4-408885BD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482" y="6551823"/>
            <a:ext cx="412784" cy="476"/>
          </a:xfrm>
          <a:custGeom xmlns:a="http://schemas.openxmlformats.org/drawingml/2006/main">
            <a:pathLst>
              <a:path w="358798" h="476">
                <a:moveTo>
                  <a:pt x="0" y="0"/>
                </a:moveTo>
                <a:lnTo>
                  <a:pt x="358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7" name="d-tree-epsilon-0.05-path-1411">
            <a:extLst xmlns:a="http://schemas.openxmlformats.org/drawingml/2006/main">
              <a:ext uri="{FF2B5EF4-FFF2-40B4-BE49-F238E27FC236}">
                <a16:creationId xmlns:a16="http://schemas.microsoft.com/office/drawing/2014/main" id="{32374880-FA29-4521-A721-2BB895E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43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8" name="d-tree-epsilon-0.05-path-1412">
            <a:extLst xmlns:a="http://schemas.openxmlformats.org/drawingml/2006/main">
              <a:ext uri="{FF2B5EF4-FFF2-40B4-BE49-F238E27FC236}">
                <a16:creationId xmlns:a16="http://schemas.microsoft.com/office/drawing/2014/main" id="{87BD2617-2AF6-4557-A6EE-F66206F9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09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59" name="d-tree-epsilon-0.05-path-1413">
            <a:extLst xmlns:a="http://schemas.openxmlformats.org/drawingml/2006/main">
              <a:ext uri="{FF2B5EF4-FFF2-40B4-BE49-F238E27FC236}">
                <a16:creationId xmlns:a16="http://schemas.microsoft.com/office/drawing/2014/main" id="{4F3C59BF-09D2-4BD0-815B-18241B15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9439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0" name="d-tree-epsilon-0.05-path-1414">
            <a:extLst xmlns:a="http://schemas.openxmlformats.org/drawingml/2006/main">
              <a:ext uri="{FF2B5EF4-FFF2-40B4-BE49-F238E27FC236}">
                <a16:creationId xmlns:a16="http://schemas.microsoft.com/office/drawing/2014/main" id="{15F3C49E-B33A-444A-B8A2-73EA431F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265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1" name="d-tree-epsilon-0.05-path-1415">
            <a:extLst xmlns:a="http://schemas.openxmlformats.org/drawingml/2006/main">
              <a:ext uri="{FF2B5EF4-FFF2-40B4-BE49-F238E27FC236}">
                <a16:creationId xmlns:a16="http://schemas.microsoft.com/office/drawing/2014/main" id="{DAE7B677-4D2C-4AC7-8261-BFC58E6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8746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2" name="d-tree-epsilon-0.05-path-1416">
            <a:extLst xmlns:a="http://schemas.openxmlformats.org/drawingml/2006/main">
              <a:ext uri="{FF2B5EF4-FFF2-40B4-BE49-F238E27FC236}">
                <a16:creationId xmlns:a16="http://schemas.microsoft.com/office/drawing/2014/main" id="{B0B9D867-A719-4A17-8A39-D4444240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265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3" name="d-tree-epsilon-0.05-path-1417">
            <a:extLst xmlns:a="http://schemas.openxmlformats.org/drawingml/2006/main">
              <a:ext uri="{FF2B5EF4-FFF2-40B4-BE49-F238E27FC236}">
                <a16:creationId xmlns:a16="http://schemas.microsoft.com/office/drawing/2014/main" id="{E027C810-1E11-4B28-9753-02A0AA7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786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4" name="d-tree-epsilon-0.05-path-1418">
            <a:extLst xmlns:a="http://schemas.openxmlformats.org/drawingml/2006/main">
              <a:ext uri="{FF2B5EF4-FFF2-40B4-BE49-F238E27FC236}">
                <a16:creationId xmlns:a16="http://schemas.microsoft.com/office/drawing/2014/main" id="{9096597A-ABE6-43E8-A90C-79958A9E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506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5" name="d-tree-epsilon-0.05-path-1419">
            <a:extLst xmlns:a="http://schemas.openxmlformats.org/drawingml/2006/main">
              <a:ext uri="{FF2B5EF4-FFF2-40B4-BE49-F238E27FC236}">
                <a16:creationId xmlns:a16="http://schemas.microsoft.com/office/drawing/2014/main" id="{8A2A8AFC-02CF-4792-8612-B04FA2C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786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6" name="d-tree-epsilon-0.05-path-1420">
            <a:extLst xmlns:a="http://schemas.openxmlformats.org/drawingml/2006/main">
              <a:ext uri="{FF2B5EF4-FFF2-40B4-BE49-F238E27FC236}">
                <a16:creationId xmlns:a16="http://schemas.microsoft.com/office/drawing/2014/main" id="{1DC083E2-BEAC-49FC-A7DD-1846AC03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74" y="65292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7" name="d-tree-epsilon-0.05-path-1421">
            <a:extLst xmlns:a="http://schemas.openxmlformats.org/drawingml/2006/main">
              <a:ext uri="{FF2B5EF4-FFF2-40B4-BE49-F238E27FC236}">
                <a16:creationId xmlns:a16="http://schemas.microsoft.com/office/drawing/2014/main" id="{CA5EC184-4887-445A-985D-468FA1E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646" y="6529258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8" name="d-tree-epsilon-0.05-path-1422">
            <a:extLst xmlns:a="http://schemas.openxmlformats.org/drawingml/2006/main">
              <a:ext uri="{FF2B5EF4-FFF2-40B4-BE49-F238E27FC236}">
                <a16:creationId xmlns:a16="http://schemas.microsoft.com/office/drawing/2014/main" id="{9AAE8A04-C620-4890-A8C2-017A9E2E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400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69" name="d-tree-epsilon-0.05-path-1423">
            <a:extLst xmlns:a="http://schemas.openxmlformats.org/drawingml/2006/main">
              <a:ext uri="{FF2B5EF4-FFF2-40B4-BE49-F238E27FC236}">
                <a16:creationId xmlns:a16="http://schemas.microsoft.com/office/drawing/2014/main" id="{E8C68D0F-BA7C-4BC2-A8B1-839AE4C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8053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0" name="d-tree-epsilon-0.05-path-1424">
            <a:extLst xmlns:a="http://schemas.openxmlformats.org/drawingml/2006/main">
              <a:ext uri="{FF2B5EF4-FFF2-40B4-BE49-F238E27FC236}">
                <a16:creationId xmlns:a16="http://schemas.microsoft.com/office/drawing/2014/main" id="{4B4F1A68-B4CB-4B64-919D-B9899FA1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7707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1" name="d-tree-epsilon-0.05-path-1425">
            <a:extLst xmlns:a="http://schemas.openxmlformats.org/drawingml/2006/main">
              <a:ext uri="{FF2B5EF4-FFF2-40B4-BE49-F238E27FC236}">
                <a16:creationId xmlns:a16="http://schemas.microsoft.com/office/drawing/2014/main" id="{7147B871-D97E-41A8-B9D4-BD9156D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360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2" name="d-tree-epsilon-0.05-path-1426">
            <a:extLst xmlns:a="http://schemas.openxmlformats.org/drawingml/2006/main">
              <a:ext uri="{FF2B5EF4-FFF2-40B4-BE49-F238E27FC236}">
                <a16:creationId xmlns:a16="http://schemas.microsoft.com/office/drawing/2014/main" id="{B18FF4FA-3F3F-4B99-AE9E-3233A786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874" y="6529258"/>
            <a:ext cx="493486" cy="476"/>
          </a:xfrm>
          <a:custGeom xmlns:a="http://schemas.openxmlformats.org/drawingml/2006/main">
            <a:pathLst>
              <a:path w="428946" h="476">
                <a:moveTo>
                  <a:pt x="0" y="0"/>
                </a:moveTo>
                <a:lnTo>
                  <a:pt x="428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3" name="d-tree-epsilon-0.05-path-1427">
            <a:extLst xmlns:a="http://schemas.openxmlformats.org/drawingml/2006/main">
              <a:ext uri="{FF2B5EF4-FFF2-40B4-BE49-F238E27FC236}">
                <a16:creationId xmlns:a16="http://schemas.microsoft.com/office/drawing/2014/main" id="{E1CBB2F2-C7CF-4572-8004-A4A8003A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907" y="6506693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4" name="d-tree-epsilon-0.05-path-1428">
            <a:extLst xmlns:a="http://schemas.openxmlformats.org/drawingml/2006/main">
              <a:ext uri="{FF2B5EF4-FFF2-40B4-BE49-F238E27FC236}">
                <a16:creationId xmlns:a16="http://schemas.microsoft.com/office/drawing/2014/main" id="{A27151B6-A342-4B42-8F1D-DD0D7E9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387" y="6506693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5" name="d-tree-epsilon-0.05-path-1429">
            <a:extLst xmlns:a="http://schemas.openxmlformats.org/drawingml/2006/main">
              <a:ext uri="{FF2B5EF4-FFF2-40B4-BE49-F238E27FC236}">
                <a16:creationId xmlns:a16="http://schemas.microsoft.com/office/drawing/2014/main" id="{46086BDE-C8D8-4FBE-822A-228D1F0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281" y="650669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6" name="d-tree-epsilon-0.05-path-1430">
            <a:extLst xmlns:a="http://schemas.openxmlformats.org/drawingml/2006/main">
              <a:ext uri="{FF2B5EF4-FFF2-40B4-BE49-F238E27FC236}">
                <a16:creationId xmlns:a16="http://schemas.microsoft.com/office/drawing/2014/main" id="{51ABDDC1-3E27-4E86-9226-EFF0DFFE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001" y="6506693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7" name="d-tree-epsilon-0.05-path-1431">
            <a:extLst xmlns:a="http://schemas.openxmlformats.org/drawingml/2006/main">
              <a:ext uri="{FF2B5EF4-FFF2-40B4-BE49-F238E27FC236}">
                <a16:creationId xmlns:a16="http://schemas.microsoft.com/office/drawing/2014/main" id="{C73EAB62-2C3D-41D9-81C0-25C4D583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617" y="65066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8" name="d-tree-epsilon-0.05-path-1432">
            <a:extLst xmlns:a="http://schemas.openxmlformats.org/drawingml/2006/main">
              <a:ext uri="{FF2B5EF4-FFF2-40B4-BE49-F238E27FC236}">
                <a16:creationId xmlns:a16="http://schemas.microsoft.com/office/drawing/2014/main" id="{0ACBB662-8E7C-4850-B546-7A2DDDE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907" y="6506693"/>
            <a:ext cx="520710" cy="476"/>
          </a:xfrm>
          <a:custGeom xmlns:a="http://schemas.openxmlformats.org/drawingml/2006/main">
            <a:pathLst>
              <a:path w="452609" h="476">
                <a:moveTo>
                  <a:pt x="0" y="0"/>
                </a:moveTo>
                <a:lnTo>
                  <a:pt x="452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79" name="d-tree-epsilon-0.05-path-1433">
            <a:extLst xmlns:a="http://schemas.openxmlformats.org/drawingml/2006/main">
              <a:ext uri="{FF2B5EF4-FFF2-40B4-BE49-F238E27FC236}">
                <a16:creationId xmlns:a16="http://schemas.microsoft.com/office/drawing/2014/main" id="{15671C2F-3D26-4014-8B4A-BA8C12CE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506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0" name="d-tree-epsilon-0.05-path-1434">
            <a:extLst xmlns:a="http://schemas.openxmlformats.org/drawingml/2006/main">
              <a:ext uri="{FF2B5EF4-FFF2-40B4-BE49-F238E27FC236}">
                <a16:creationId xmlns:a16="http://schemas.microsoft.com/office/drawing/2014/main" id="{EA3DDB9B-D603-460F-B21A-D359DA7F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160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1" name="d-tree-epsilon-0.05-path-1435">
            <a:extLst xmlns:a="http://schemas.openxmlformats.org/drawingml/2006/main">
              <a:ext uri="{FF2B5EF4-FFF2-40B4-BE49-F238E27FC236}">
                <a16:creationId xmlns:a16="http://schemas.microsoft.com/office/drawing/2014/main" id="{E9ED6B59-4D0F-4976-9794-8147F5B5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813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2" name="d-tree-epsilon-0.05-path-1436">
            <a:extLst xmlns:a="http://schemas.openxmlformats.org/drawingml/2006/main">
              <a:ext uri="{FF2B5EF4-FFF2-40B4-BE49-F238E27FC236}">
                <a16:creationId xmlns:a16="http://schemas.microsoft.com/office/drawing/2014/main" id="{9D67AF0B-B10B-45DD-B651-2966016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67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3" name="d-tree-epsilon-0.05-path-1437">
            <a:extLst xmlns:a="http://schemas.openxmlformats.org/drawingml/2006/main">
              <a:ext uri="{FF2B5EF4-FFF2-40B4-BE49-F238E27FC236}">
                <a16:creationId xmlns:a16="http://schemas.microsoft.com/office/drawing/2014/main" id="{BBBA55A2-ACF0-40B6-A3B6-ADA0FB8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947" y="6484128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4" name="d-tree-epsilon-0.05-path-1438">
            <a:extLst xmlns:a="http://schemas.openxmlformats.org/drawingml/2006/main">
              <a:ext uri="{FF2B5EF4-FFF2-40B4-BE49-F238E27FC236}">
                <a16:creationId xmlns:a16="http://schemas.microsoft.com/office/drawing/2014/main" id="{7F378BAC-E469-4862-9449-092D224A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427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5" name="d-tree-epsilon-0.05-path-1439">
            <a:extLst xmlns:a="http://schemas.openxmlformats.org/drawingml/2006/main">
              <a:ext uri="{FF2B5EF4-FFF2-40B4-BE49-F238E27FC236}">
                <a16:creationId xmlns:a16="http://schemas.microsoft.com/office/drawing/2014/main" id="{CE43D69F-F399-4F3D-AABA-FB2F018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0262" y="64841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6" name="d-tree-epsilon-0.05-path-1440">
            <a:extLst xmlns:a="http://schemas.openxmlformats.org/drawingml/2006/main">
              <a:ext uri="{FF2B5EF4-FFF2-40B4-BE49-F238E27FC236}">
                <a16:creationId xmlns:a16="http://schemas.microsoft.com/office/drawing/2014/main" id="{D5553D8E-2DC3-4F6C-B6CC-1D5C37F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506" y="6484128"/>
            <a:ext cx="332756" cy="476"/>
          </a:xfrm>
          <a:custGeom xmlns:a="http://schemas.openxmlformats.org/drawingml/2006/main">
            <a:pathLst>
              <a:path w="289237" h="476">
                <a:moveTo>
                  <a:pt x="0" y="0"/>
                </a:moveTo>
                <a:lnTo>
                  <a:pt x="2892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7" name="d-tree-epsilon-0.05-path-1441">
            <a:extLst xmlns:a="http://schemas.openxmlformats.org/drawingml/2006/main">
              <a:ext uri="{FF2B5EF4-FFF2-40B4-BE49-F238E27FC236}">
                <a16:creationId xmlns:a16="http://schemas.microsoft.com/office/drawing/2014/main" id="{06782EF8-29F8-4C7C-8A36-F7AB9AE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199" y="6461563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8" name="d-tree-epsilon-0.05-path-1442">
            <a:extLst xmlns:a="http://schemas.openxmlformats.org/drawingml/2006/main">
              <a:ext uri="{FF2B5EF4-FFF2-40B4-BE49-F238E27FC236}">
                <a16:creationId xmlns:a16="http://schemas.microsoft.com/office/drawing/2014/main" id="{3B475692-C8C2-4599-B57F-5F3576C5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853" y="6461563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89" name="d-tree-epsilon-0.05-path-1443">
            <a:extLst xmlns:a="http://schemas.openxmlformats.org/drawingml/2006/main">
              <a:ext uri="{FF2B5EF4-FFF2-40B4-BE49-F238E27FC236}">
                <a16:creationId xmlns:a16="http://schemas.microsoft.com/office/drawing/2014/main" id="{68904EEF-4FFC-463A-9EBF-D1CBDC2D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884" y="64615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0" name="d-tree-epsilon-0.05-path-1444">
            <a:extLst xmlns:a="http://schemas.openxmlformats.org/drawingml/2006/main">
              <a:ext uri="{FF2B5EF4-FFF2-40B4-BE49-F238E27FC236}">
                <a16:creationId xmlns:a16="http://schemas.microsoft.com/office/drawing/2014/main" id="{1160088C-A71B-47B4-AB6F-CCA7B69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199" y="6461563"/>
            <a:ext cx="185685" cy="476"/>
          </a:xfrm>
          <a:custGeom xmlns:a="http://schemas.openxmlformats.org/drawingml/2006/main">
            <a:pathLst>
              <a:path w="161400" h="476">
                <a:moveTo>
                  <a:pt x="0" y="0"/>
                </a:moveTo>
                <a:lnTo>
                  <a:pt x="16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1" name="d-tree-epsilon-0.05-path-1445">
            <a:extLst xmlns:a="http://schemas.openxmlformats.org/drawingml/2006/main">
              <a:ext uri="{FF2B5EF4-FFF2-40B4-BE49-F238E27FC236}">
                <a16:creationId xmlns:a16="http://schemas.microsoft.com/office/drawing/2014/main" id="{D100D1B5-5099-4703-A348-8269B2E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042" y="64389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2" name="d-tree-epsilon-0.05-path-1446">
            <a:extLst xmlns:a="http://schemas.openxmlformats.org/drawingml/2006/main">
              <a:ext uri="{FF2B5EF4-FFF2-40B4-BE49-F238E27FC236}">
                <a16:creationId xmlns:a16="http://schemas.microsoft.com/office/drawing/2014/main" id="{2E6E3813-708A-43F9-8C79-16FA4BB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014" y="6438998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3" name="d-tree-epsilon-0.05-path-1447">
            <a:extLst xmlns:a="http://schemas.openxmlformats.org/drawingml/2006/main">
              <a:ext uri="{FF2B5EF4-FFF2-40B4-BE49-F238E27FC236}">
                <a16:creationId xmlns:a16="http://schemas.microsoft.com/office/drawing/2014/main" id="{CC7E9A61-179C-42F0-80E2-072CBA08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042" y="6438998"/>
            <a:ext cx="775972" cy="476"/>
          </a:xfrm>
          <a:custGeom xmlns:a="http://schemas.openxmlformats.org/drawingml/2006/main">
            <a:pathLst>
              <a:path w="674487" h="476">
                <a:moveTo>
                  <a:pt x="0" y="0"/>
                </a:moveTo>
                <a:lnTo>
                  <a:pt x="674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4" name="d-tree-epsilon-0.05-path-1448">
            <a:extLst xmlns:a="http://schemas.openxmlformats.org/drawingml/2006/main">
              <a:ext uri="{FF2B5EF4-FFF2-40B4-BE49-F238E27FC236}">
                <a16:creationId xmlns:a16="http://schemas.microsoft.com/office/drawing/2014/main" id="{593E1BC0-B7C3-470D-B4F5-C597258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027" y="641643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5" name="d-tree-epsilon-0.05-path-1449">
            <a:extLst xmlns:a="http://schemas.openxmlformats.org/drawingml/2006/main">
              <a:ext uri="{FF2B5EF4-FFF2-40B4-BE49-F238E27FC236}">
                <a16:creationId xmlns:a16="http://schemas.microsoft.com/office/drawing/2014/main" id="{C20F1B51-1487-4259-946F-FD52A1F5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667" y="6416433"/>
            <a:ext cx="548" cy="428736"/>
          </a:xfrm>
          <a:custGeom xmlns:a="http://schemas.openxmlformats.org/drawingml/2006/main">
            <a:pathLst>
              <a:path w="476" h="428736">
                <a:moveTo>
                  <a:pt x="0" y="428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6" name="d-tree-epsilon-0.05-path-1450">
            <a:extLst xmlns:a="http://schemas.openxmlformats.org/drawingml/2006/main">
              <a:ext uri="{FF2B5EF4-FFF2-40B4-BE49-F238E27FC236}">
                <a16:creationId xmlns:a16="http://schemas.microsoft.com/office/drawing/2014/main" id="{E086D53F-D1EC-4C2F-8143-38142D7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027" y="6416433"/>
            <a:ext cx="397639" cy="476"/>
          </a:xfrm>
          <a:custGeom xmlns:a="http://schemas.openxmlformats.org/drawingml/2006/main">
            <a:pathLst>
              <a:path w="345634" h="476">
                <a:moveTo>
                  <a:pt x="0" y="0"/>
                </a:moveTo>
                <a:lnTo>
                  <a:pt x="345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7" name="d-tree-epsilon-0.05-path-1451">
            <a:extLst xmlns:a="http://schemas.openxmlformats.org/drawingml/2006/main">
              <a:ext uri="{FF2B5EF4-FFF2-40B4-BE49-F238E27FC236}">
                <a16:creationId xmlns:a16="http://schemas.microsoft.com/office/drawing/2014/main" id="{23A378D3-0979-4BB8-AF4E-A4C43D0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546" y="6393868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8" name="d-tree-epsilon-0.05-path-1452">
            <a:extLst xmlns:a="http://schemas.openxmlformats.org/drawingml/2006/main">
              <a:ext uri="{FF2B5EF4-FFF2-40B4-BE49-F238E27FC236}">
                <a16:creationId xmlns:a16="http://schemas.microsoft.com/office/drawing/2014/main" id="{FB5C3DD2-E991-4523-A299-90C817F0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7847" y="639386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499" name="d-tree-epsilon-0.05-path-1453">
            <a:extLst xmlns:a="http://schemas.openxmlformats.org/drawingml/2006/main">
              <a:ext uri="{FF2B5EF4-FFF2-40B4-BE49-F238E27FC236}">
                <a16:creationId xmlns:a16="http://schemas.microsoft.com/office/drawing/2014/main" id="{7D1B55A0-8DC5-4CFD-81A8-8C535B2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546" y="6393868"/>
            <a:ext cx="689302" cy="476"/>
          </a:xfrm>
          <a:custGeom xmlns:a="http://schemas.openxmlformats.org/drawingml/2006/main">
            <a:pathLst>
              <a:path w="599152" h="476">
                <a:moveTo>
                  <a:pt x="0" y="0"/>
                </a:moveTo>
                <a:lnTo>
                  <a:pt x="5991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0" name="d-tree-epsilon-0.05-path-1454">
            <a:extLst xmlns:a="http://schemas.openxmlformats.org/drawingml/2006/main">
              <a:ext uri="{FF2B5EF4-FFF2-40B4-BE49-F238E27FC236}">
                <a16:creationId xmlns:a16="http://schemas.microsoft.com/office/drawing/2014/main" id="{270FE0D3-E618-49A9-A7D0-5E7C3B9F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971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1" name="d-tree-epsilon-0.05-path-1455">
            <a:extLst xmlns:a="http://schemas.openxmlformats.org/drawingml/2006/main">
              <a:ext uri="{FF2B5EF4-FFF2-40B4-BE49-F238E27FC236}">
                <a16:creationId xmlns:a16="http://schemas.microsoft.com/office/drawing/2014/main" id="{E9082918-C3B9-4085-9203-513F603B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624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2" name="d-tree-epsilon-0.05-path-1456">
            <a:extLst xmlns:a="http://schemas.openxmlformats.org/drawingml/2006/main">
              <a:ext uri="{FF2B5EF4-FFF2-40B4-BE49-F238E27FC236}">
                <a16:creationId xmlns:a16="http://schemas.microsoft.com/office/drawing/2014/main" id="{23B71EA2-CB96-4B3E-AD6D-C0200C3D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104" y="6371303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3" name="d-tree-epsilon-0.05-path-1457">
            <a:extLst xmlns:a="http://schemas.openxmlformats.org/drawingml/2006/main">
              <a:ext uri="{FF2B5EF4-FFF2-40B4-BE49-F238E27FC236}">
                <a16:creationId xmlns:a16="http://schemas.microsoft.com/office/drawing/2014/main" id="{A6C3142E-E0D7-4704-A80A-FF7E050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411" y="6371303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4" name="d-tree-epsilon-0.05-path-1458">
            <a:extLst xmlns:a="http://schemas.openxmlformats.org/drawingml/2006/main">
              <a:ext uri="{FF2B5EF4-FFF2-40B4-BE49-F238E27FC236}">
                <a16:creationId xmlns:a16="http://schemas.microsoft.com/office/drawing/2014/main" id="{DF4ED741-426D-4874-8927-DA66C6F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892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5" name="d-tree-epsilon-0.05-path-1459">
            <a:extLst xmlns:a="http://schemas.openxmlformats.org/drawingml/2006/main">
              <a:ext uri="{FF2B5EF4-FFF2-40B4-BE49-F238E27FC236}">
                <a16:creationId xmlns:a16="http://schemas.microsoft.com/office/drawing/2014/main" id="{DDAEA480-2288-4161-A274-6800F2BE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197" y="637130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6" name="d-tree-epsilon-0.05-path-1460">
            <a:extLst xmlns:a="http://schemas.openxmlformats.org/drawingml/2006/main">
              <a:ext uri="{FF2B5EF4-FFF2-40B4-BE49-F238E27FC236}">
                <a16:creationId xmlns:a16="http://schemas.microsoft.com/office/drawing/2014/main" id="{3797CA6A-A6D1-45AC-BF0C-DB0613F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6321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7" name="d-tree-epsilon-0.05-path-1461">
            <a:extLst xmlns:a="http://schemas.openxmlformats.org/drawingml/2006/main">
              <a:ext uri="{FF2B5EF4-FFF2-40B4-BE49-F238E27FC236}">
                <a16:creationId xmlns:a16="http://schemas.microsoft.com/office/drawing/2014/main" id="{7A11C170-E5F2-408F-B456-F19DB25D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974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8" name="d-tree-epsilon-0.05-path-1462">
            <a:extLst xmlns:a="http://schemas.openxmlformats.org/drawingml/2006/main">
              <a:ext uri="{FF2B5EF4-FFF2-40B4-BE49-F238E27FC236}">
                <a16:creationId xmlns:a16="http://schemas.microsoft.com/office/drawing/2014/main" id="{3A7B925D-343A-4D05-A03D-D56914C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5627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09" name="d-tree-epsilon-0.05-path-1463">
            <a:extLst xmlns:a="http://schemas.openxmlformats.org/drawingml/2006/main">
              <a:ext uri="{FF2B5EF4-FFF2-40B4-BE49-F238E27FC236}">
                <a16:creationId xmlns:a16="http://schemas.microsoft.com/office/drawing/2014/main" id="{B39FCB45-E46D-4BBC-83FC-A429D48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0971" y="6371303"/>
            <a:ext cx="984656" cy="476"/>
          </a:xfrm>
          <a:custGeom xmlns:a="http://schemas.openxmlformats.org/drawingml/2006/main">
            <a:pathLst>
              <a:path w="855878" h="476">
                <a:moveTo>
                  <a:pt x="0" y="0"/>
                </a:moveTo>
                <a:lnTo>
                  <a:pt x="855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0" name="d-tree-epsilon-0.05-path-1464">
            <a:extLst xmlns:a="http://schemas.openxmlformats.org/drawingml/2006/main">
              <a:ext uri="{FF2B5EF4-FFF2-40B4-BE49-F238E27FC236}">
                <a16:creationId xmlns:a16="http://schemas.microsoft.com/office/drawing/2014/main" id="{C01E26D9-F732-48C9-BC86-D3A1649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078" y="6348738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1" name="d-tree-epsilon-0.05-path-1465">
            <a:extLst xmlns:a="http://schemas.openxmlformats.org/drawingml/2006/main">
              <a:ext uri="{FF2B5EF4-FFF2-40B4-BE49-F238E27FC236}">
                <a16:creationId xmlns:a16="http://schemas.microsoft.com/office/drawing/2014/main" id="{849943BB-8B78-4AC2-9864-B7834E6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299" y="634873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2" name="d-tree-epsilon-0.05-path-1466">
            <a:extLst xmlns:a="http://schemas.openxmlformats.org/drawingml/2006/main">
              <a:ext uri="{FF2B5EF4-FFF2-40B4-BE49-F238E27FC236}">
                <a16:creationId xmlns:a16="http://schemas.microsoft.com/office/drawing/2014/main" id="{ED15A11F-E919-409E-8804-02EA7B7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078" y="6348738"/>
            <a:ext cx="509221" cy="476"/>
          </a:xfrm>
          <a:custGeom xmlns:a="http://schemas.openxmlformats.org/drawingml/2006/main">
            <a:pathLst>
              <a:path w="442623" h="476">
                <a:moveTo>
                  <a:pt x="0" y="0"/>
                </a:moveTo>
                <a:lnTo>
                  <a:pt x="44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3" name="d-tree-epsilon-0.05-path-1467">
            <a:extLst xmlns:a="http://schemas.openxmlformats.org/drawingml/2006/main">
              <a:ext uri="{FF2B5EF4-FFF2-40B4-BE49-F238E27FC236}">
                <a16:creationId xmlns:a16="http://schemas.microsoft.com/office/drawing/2014/main" id="{71F19EFB-C345-4750-9237-DA9E9522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28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4" name="d-tree-epsilon-0.05-path-1468">
            <a:extLst xmlns:a="http://schemas.openxmlformats.org/drawingml/2006/main">
              <a:ext uri="{FF2B5EF4-FFF2-40B4-BE49-F238E27FC236}">
                <a16:creationId xmlns:a16="http://schemas.microsoft.com/office/drawing/2014/main" id="{CD4FCA72-A2CA-4184-A745-B8E4E17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93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5" name="d-tree-epsilon-0.05-path-1469">
            <a:extLst xmlns:a="http://schemas.openxmlformats.org/drawingml/2006/main">
              <a:ext uri="{FF2B5EF4-FFF2-40B4-BE49-F238E27FC236}">
                <a16:creationId xmlns:a16="http://schemas.microsoft.com/office/drawing/2014/main" id="{B9C6DA87-81E3-4545-8BF6-B473B058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28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6" name="d-tree-epsilon-0.05-path-1470">
            <a:extLst xmlns:a="http://schemas.openxmlformats.org/drawingml/2006/main">
              <a:ext uri="{FF2B5EF4-FFF2-40B4-BE49-F238E27FC236}">
                <a16:creationId xmlns:a16="http://schemas.microsoft.com/office/drawing/2014/main" id="{D57DD373-B1C7-4EAC-BBCE-CA1494F8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689" y="63261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7" name="d-tree-epsilon-0.05-path-1471">
            <a:extLst xmlns:a="http://schemas.openxmlformats.org/drawingml/2006/main">
              <a:ext uri="{FF2B5EF4-FFF2-40B4-BE49-F238E27FC236}">
                <a16:creationId xmlns:a16="http://schemas.microsoft.com/office/drawing/2014/main" id="{2CA9EDA7-1C13-4BC1-91D8-7BA6B3F7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108" y="6326173"/>
            <a:ext cx="548" cy="496431"/>
          </a:xfrm>
          <a:custGeom xmlns:a="http://schemas.openxmlformats.org/drawingml/2006/main">
            <a:pathLst>
              <a:path w="476" h="496431">
                <a:moveTo>
                  <a:pt x="0" y="4964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8" name="d-tree-epsilon-0.05-path-1472">
            <a:extLst xmlns:a="http://schemas.openxmlformats.org/drawingml/2006/main">
              <a:ext uri="{FF2B5EF4-FFF2-40B4-BE49-F238E27FC236}">
                <a16:creationId xmlns:a16="http://schemas.microsoft.com/office/drawing/2014/main" id="{CA8391CA-E586-4695-A6E7-AA7D1771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689" y="6326173"/>
            <a:ext cx="761419" cy="476"/>
          </a:xfrm>
          <a:custGeom xmlns:a="http://schemas.openxmlformats.org/drawingml/2006/main">
            <a:pathLst>
              <a:path w="661837" h="476">
                <a:moveTo>
                  <a:pt x="0" y="0"/>
                </a:moveTo>
                <a:lnTo>
                  <a:pt x="661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19" name="d-tree-epsilon-0.05-path-1473">
            <a:extLst xmlns:a="http://schemas.openxmlformats.org/drawingml/2006/main">
              <a:ext uri="{FF2B5EF4-FFF2-40B4-BE49-F238E27FC236}">
                <a16:creationId xmlns:a16="http://schemas.microsoft.com/office/drawing/2014/main" id="{F949B2D9-043E-4D3B-9375-B6585300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357" y="6303608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0" name="d-tree-epsilon-0.05-path-1474">
            <a:extLst xmlns:a="http://schemas.openxmlformats.org/drawingml/2006/main">
              <a:ext uri="{FF2B5EF4-FFF2-40B4-BE49-F238E27FC236}">
                <a16:creationId xmlns:a16="http://schemas.microsoft.com/office/drawing/2014/main" id="{35D62247-CEC3-4B2C-B14A-AEDDA18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9398" y="63036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1" name="d-tree-epsilon-0.05-path-1475">
            <a:extLst xmlns:a="http://schemas.openxmlformats.org/drawingml/2006/main">
              <a:ext uri="{FF2B5EF4-FFF2-40B4-BE49-F238E27FC236}">
                <a16:creationId xmlns:a16="http://schemas.microsoft.com/office/drawing/2014/main" id="{10F5FEB7-C62E-43C7-856F-35F002BC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357" y="6303608"/>
            <a:ext cx="657041" cy="476"/>
          </a:xfrm>
          <a:custGeom xmlns:a="http://schemas.openxmlformats.org/drawingml/2006/main">
            <a:pathLst>
              <a:path w="571110" h="476">
                <a:moveTo>
                  <a:pt x="0" y="0"/>
                </a:moveTo>
                <a:lnTo>
                  <a:pt x="571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2" name="d-tree-epsilon-0.05-path-1476">
            <a:extLst xmlns:a="http://schemas.openxmlformats.org/drawingml/2006/main">
              <a:ext uri="{FF2B5EF4-FFF2-40B4-BE49-F238E27FC236}">
                <a16:creationId xmlns:a16="http://schemas.microsoft.com/office/drawing/2014/main" id="{C8AD400C-3ABC-4376-83C9-04B2F78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877" y="6281043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3" name="d-tree-epsilon-0.05-path-1477">
            <a:extLst xmlns:a="http://schemas.openxmlformats.org/drawingml/2006/main">
              <a:ext uri="{FF2B5EF4-FFF2-40B4-BE49-F238E27FC236}">
                <a16:creationId xmlns:a16="http://schemas.microsoft.com/office/drawing/2014/main" id="{F33B6AF7-6E75-409B-A8F1-77DBA33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877" y="62810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4" name="d-tree-epsilon-0.05-path-1478">
            <a:extLst xmlns:a="http://schemas.openxmlformats.org/drawingml/2006/main">
              <a:ext uri="{FF2B5EF4-FFF2-40B4-BE49-F238E27FC236}">
                <a16:creationId xmlns:a16="http://schemas.microsoft.com/office/drawing/2014/main" id="{E8E1A99E-BA9C-448E-BC88-8EB7DC5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877" y="6281043"/>
            <a:ext cx="343000" cy="476"/>
          </a:xfrm>
          <a:custGeom xmlns:a="http://schemas.openxmlformats.org/drawingml/2006/main">
            <a:pathLst>
              <a:path w="298141" h="476">
                <a:moveTo>
                  <a:pt x="0" y="0"/>
                </a:moveTo>
                <a:lnTo>
                  <a:pt x="29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5" name="d-tree-epsilon-0.05-path-1479">
            <a:extLst xmlns:a="http://schemas.openxmlformats.org/drawingml/2006/main">
              <a:ext uri="{FF2B5EF4-FFF2-40B4-BE49-F238E27FC236}">
                <a16:creationId xmlns:a16="http://schemas.microsoft.com/office/drawing/2014/main" id="{E2F8AFB2-60F3-427E-A380-3F44476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377" y="625847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6" name="d-tree-epsilon-0.05-path-1480">
            <a:extLst xmlns:a="http://schemas.openxmlformats.org/drawingml/2006/main">
              <a:ext uri="{FF2B5EF4-FFF2-40B4-BE49-F238E27FC236}">
                <a16:creationId xmlns:a16="http://schemas.microsoft.com/office/drawing/2014/main" id="{BFDAA22C-4080-4C46-A72D-A6C414D9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87" y="6258478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7" name="d-tree-epsilon-0.05-path-1481">
            <a:extLst xmlns:a="http://schemas.openxmlformats.org/drawingml/2006/main">
              <a:ext uri="{FF2B5EF4-FFF2-40B4-BE49-F238E27FC236}">
                <a16:creationId xmlns:a16="http://schemas.microsoft.com/office/drawing/2014/main" id="{80D51BB2-D834-46E3-8DA3-F84F7D3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377" y="6258478"/>
            <a:ext cx="895211" cy="476"/>
          </a:xfrm>
          <a:custGeom xmlns:a="http://schemas.openxmlformats.org/drawingml/2006/main">
            <a:pathLst>
              <a:path w="778131" h="476">
                <a:moveTo>
                  <a:pt x="0" y="0"/>
                </a:moveTo>
                <a:lnTo>
                  <a:pt x="7781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8" name="d-tree-epsilon-0.05-path-1482">
            <a:extLst xmlns:a="http://schemas.openxmlformats.org/drawingml/2006/main">
              <a:ext uri="{FF2B5EF4-FFF2-40B4-BE49-F238E27FC236}">
                <a16:creationId xmlns:a16="http://schemas.microsoft.com/office/drawing/2014/main" id="{12AC8B51-EE7F-4FBB-94A3-5B2D9A9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96" y="6235913"/>
            <a:ext cx="548" cy="609256"/>
          </a:xfrm>
          <a:custGeom xmlns:a="http://schemas.openxmlformats.org/drawingml/2006/main">
            <a:pathLst>
              <a:path w="476" h="609256">
                <a:moveTo>
                  <a:pt x="0" y="609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29" name="d-tree-epsilon-0.05-path-1483">
            <a:extLst xmlns:a="http://schemas.openxmlformats.org/drawingml/2006/main">
              <a:ext uri="{FF2B5EF4-FFF2-40B4-BE49-F238E27FC236}">
                <a16:creationId xmlns:a16="http://schemas.microsoft.com/office/drawing/2014/main" id="{81E79248-28A1-423E-8463-4A0BA28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983" y="623591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0" name="d-tree-epsilon-0.05-path-1484">
            <a:extLst xmlns:a="http://schemas.openxmlformats.org/drawingml/2006/main">
              <a:ext uri="{FF2B5EF4-FFF2-40B4-BE49-F238E27FC236}">
                <a16:creationId xmlns:a16="http://schemas.microsoft.com/office/drawing/2014/main" id="{04A4EC18-9D58-41AF-AD6C-68DACED2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96" y="6235913"/>
            <a:ext cx="633586" cy="476"/>
          </a:xfrm>
          <a:custGeom xmlns:a="http://schemas.openxmlformats.org/drawingml/2006/main">
            <a:pathLst>
              <a:path w="550723" h="476">
                <a:moveTo>
                  <a:pt x="0" y="0"/>
                </a:moveTo>
                <a:lnTo>
                  <a:pt x="550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1" name="d-tree-epsilon-0.05-path-1485">
            <a:extLst xmlns:a="http://schemas.openxmlformats.org/drawingml/2006/main">
              <a:ext uri="{FF2B5EF4-FFF2-40B4-BE49-F238E27FC236}">
                <a16:creationId xmlns:a16="http://schemas.microsoft.com/office/drawing/2014/main" id="{DDD8AA37-D521-4065-8BD2-4DD795A4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386" y="6213348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2" name="d-tree-epsilon-0.05-path-1486">
            <a:extLst xmlns:a="http://schemas.openxmlformats.org/drawingml/2006/main">
              <a:ext uri="{FF2B5EF4-FFF2-40B4-BE49-F238E27FC236}">
                <a16:creationId xmlns:a16="http://schemas.microsoft.com/office/drawing/2014/main" id="{532C8C72-B576-47EF-B027-FE024962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190" y="62133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3" name="d-tree-epsilon-0.05-path-1487">
            <a:extLst xmlns:a="http://schemas.openxmlformats.org/drawingml/2006/main">
              <a:ext uri="{FF2B5EF4-FFF2-40B4-BE49-F238E27FC236}">
                <a16:creationId xmlns:a16="http://schemas.microsoft.com/office/drawing/2014/main" id="{07B841D9-D6E0-4773-8729-709C7854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386" y="6213348"/>
            <a:ext cx="354804" cy="476"/>
          </a:xfrm>
          <a:custGeom xmlns:a="http://schemas.openxmlformats.org/drawingml/2006/main">
            <a:pathLst>
              <a:path w="308401" h="476">
                <a:moveTo>
                  <a:pt x="0" y="0"/>
                </a:moveTo>
                <a:lnTo>
                  <a:pt x="3084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4" name="d-tree-epsilon-0.05-path-1488">
            <a:extLst xmlns:a="http://schemas.openxmlformats.org/drawingml/2006/main">
              <a:ext uri="{FF2B5EF4-FFF2-40B4-BE49-F238E27FC236}">
                <a16:creationId xmlns:a16="http://schemas.microsoft.com/office/drawing/2014/main" id="{57DC145C-7677-494D-A254-623767C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787" y="61907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5" name="d-tree-epsilon-0.05-path-1489">
            <a:extLst xmlns:a="http://schemas.openxmlformats.org/drawingml/2006/main">
              <a:ext uri="{FF2B5EF4-FFF2-40B4-BE49-F238E27FC236}">
                <a16:creationId xmlns:a16="http://schemas.microsoft.com/office/drawing/2014/main" id="{0DA50ED4-CFD0-4C3E-BBC3-7F9B0951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4241" y="6190783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6" name="d-tree-epsilon-0.05-path-1490">
            <a:extLst xmlns:a="http://schemas.openxmlformats.org/drawingml/2006/main">
              <a:ext uri="{FF2B5EF4-FFF2-40B4-BE49-F238E27FC236}">
                <a16:creationId xmlns:a16="http://schemas.microsoft.com/office/drawing/2014/main" id="{17613C89-9FBF-497C-AC38-1CF25DF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787" y="6190783"/>
            <a:ext cx="951454" cy="476"/>
          </a:xfrm>
          <a:custGeom xmlns:a="http://schemas.openxmlformats.org/drawingml/2006/main">
            <a:pathLst>
              <a:path w="827018" h="476">
                <a:moveTo>
                  <a:pt x="0" y="0"/>
                </a:moveTo>
                <a:lnTo>
                  <a:pt x="827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7" name="d-tree-epsilon-0.05-path-1491">
            <a:extLst xmlns:a="http://schemas.openxmlformats.org/drawingml/2006/main">
              <a:ext uri="{FF2B5EF4-FFF2-40B4-BE49-F238E27FC236}">
                <a16:creationId xmlns:a16="http://schemas.microsoft.com/office/drawing/2014/main" id="{144207FA-A15D-4B6F-A610-E882C509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476" y="6168218"/>
            <a:ext cx="548" cy="676951"/>
          </a:xfrm>
          <a:custGeom xmlns:a="http://schemas.openxmlformats.org/drawingml/2006/main">
            <a:pathLst>
              <a:path w="476" h="676951">
                <a:moveTo>
                  <a:pt x="0" y="676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8" name="d-tree-epsilon-0.05-path-1492">
            <a:extLst xmlns:a="http://schemas.openxmlformats.org/drawingml/2006/main">
              <a:ext uri="{FF2B5EF4-FFF2-40B4-BE49-F238E27FC236}">
                <a16:creationId xmlns:a16="http://schemas.microsoft.com/office/drawing/2014/main" id="{96A12F42-465F-4195-AC0E-9F82FB46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8514" y="61682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39" name="d-tree-epsilon-0.05-path-1493">
            <a:extLst xmlns:a="http://schemas.openxmlformats.org/drawingml/2006/main">
              <a:ext uri="{FF2B5EF4-FFF2-40B4-BE49-F238E27FC236}">
                <a16:creationId xmlns:a16="http://schemas.microsoft.com/office/drawing/2014/main" id="{87FEB2F9-CC23-4035-B7D3-CE784222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476" y="6168218"/>
            <a:ext cx="673039" cy="476"/>
          </a:xfrm>
          <a:custGeom xmlns:a="http://schemas.openxmlformats.org/drawingml/2006/main">
            <a:pathLst>
              <a:path w="585016" h="476">
                <a:moveTo>
                  <a:pt x="0" y="0"/>
                </a:moveTo>
                <a:lnTo>
                  <a:pt x="5850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0" name="d-tree-epsilon-0.05-path-1494">
            <a:extLst xmlns:a="http://schemas.openxmlformats.org/drawingml/2006/main">
              <a:ext uri="{FF2B5EF4-FFF2-40B4-BE49-F238E27FC236}">
                <a16:creationId xmlns:a16="http://schemas.microsoft.com/office/drawing/2014/main" id="{53820578-2FF1-4FD9-AF9B-DD7BCEB9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823" y="6145653"/>
            <a:ext cx="548" cy="699516"/>
          </a:xfrm>
          <a:custGeom xmlns:a="http://schemas.openxmlformats.org/drawingml/2006/main">
            <a:pathLst>
              <a:path w="476" h="699516">
                <a:moveTo>
                  <a:pt x="0" y="6995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1" name="d-tree-epsilon-0.05-path-1495">
            <a:extLst xmlns:a="http://schemas.openxmlformats.org/drawingml/2006/main">
              <a:ext uri="{FF2B5EF4-FFF2-40B4-BE49-F238E27FC236}">
                <a16:creationId xmlns:a16="http://schemas.microsoft.com/office/drawing/2014/main" id="{15892866-B5C8-4AD5-8CEE-8F2B4E5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99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2" name="d-tree-epsilon-0.05-path-1496">
            <a:extLst xmlns:a="http://schemas.openxmlformats.org/drawingml/2006/main">
              <a:ext uri="{FF2B5EF4-FFF2-40B4-BE49-F238E27FC236}">
                <a16:creationId xmlns:a16="http://schemas.microsoft.com/office/drawing/2014/main" id="{00752322-313B-4CC5-8C2D-533EF94B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823" y="6145653"/>
            <a:ext cx="346173" cy="476"/>
          </a:xfrm>
          <a:custGeom xmlns:a="http://schemas.openxmlformats.org/drawingml/2006/main">
            <a:pathLst>
              <a:path w="300899" h="476">
                <a:moveTo>
                  <a:pt x="0" y="0"/>
                </a:moveTo>
                <a:lnTo>
                  <a:pt x="300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3" name="d-tree-epsilon-0.05-path-1497">
            <a:extLst xmlns:a="http://schemas.openxmlformats.org/drawingml/2006/main">
              <a:ext uri="{FF2B5EF4-FFF2-40B4-BE49-F238E27FC236}">
                <a16:creationId xmlns:a16="http://schemas.microsoft.com/office/drawing/2014/main" id="{9F147E55-2228-4635-8BFB-A56B7058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102" y="6123088"/>
            <a:ext cx="548" cy="676951"/>
          </a:xfrm>
          <a:custGeom xmlns:a="http://schemas.openxmlformats.org/drawingml/2006/main">
            <a:pathLst>
              <a:path w="476" h="676951">
                <a:moveTo>
                  <a:pt x="0" y="676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4" name="d-tree-epsilon-0.05-path-1498">
            <a:extLst xmlns:a="http://schemas.openxmlformats.org/drawingml/2006/main">
              <a:ext uri="{FF2B5EF4-FFF2-40B4-BE49-F238E27FC236}">
                <a16:creationId xmlns:a16="http://schemas.microsoft.com/office/drawing/2014/main" id="{291CBE42-7155-49DF-94EC-E219CCE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909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5" name="d-tree-epsilon-0.05-path-1499">
            <a:extLst xmlns:a="http://schemas.openxmlformats.org/drawingml/2006/main">
              <a:ext uri="{FF2B5EF4-FFF2-40B4-BE49-F238E27FC236}">
                <a16:creationId xmlns:a16="http://schemas.microsoft.com/office/drawing/2014/main" id="{0BEFB313-1504-4AA3-965D-3FF9F65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102" y="6123088"/>
            <a:ext cx="194807" cy="476"/>
          </a:xfrm>
          <a:custGeom xmlns:a="http://schemas.openxmlformats.org/drawingml/2006/main">
            <a:pathLst>
              <a:path w="169329" h="476">
                <a:moveTo>
                  <a:pt x="0" y="0"/>
                </a:moveTo>
                <a:lnTo>
                  <a:pt x="169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6" name="d-tree-epsilon-0.05-path-1500">
            <a:extLst xmlns:a="http://schemas.openxmlformats.org/drawingml/2006/main">
              <a:ext uri="{FF2B5EF4-FFF2-40B4-BE49-F238E27FC236}">
                <a16:creationId xmlns:a16="http://schemas.microsoft.com/office/drawing/2014/main" id="{53E514F7-07C2-4A60-9885-495C629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208" y="6100523"/>
            <a:ext cx="548" cy="744646"/>
          </a:xfrm>
          <a:custGeom xmlns:a="http://schemas.openxmlformats.org/drawingml/2006/main">
            <a:pathLst>
              <a:path w="476" h="744646">
                <a:moveTo>
                  <a:pt x="0" y="7446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7" name="d-tree-epsilon-0.05-path-1501">
            <a:extLst xmlns:a="http://schemas.openxmlformats.org/drawingml/2006/main">
              <a:ext uri="{FF2B5EF4-FFF2-40B4-BE49-F238E27FC236}">
                <a16:creationId xmlns:a16="http://schemas.microsoft.com/office/drawing/2014/main" id="{F813D26B-AA94-4A05-922D-23B99F9E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505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8" name="d-tree-epsilon-0.05-path-1502">
            <a:extLst xmlns:a="http://schemas.openxmlformats.org/drawingml/2006/main">
              <a:ext uri="{FF2B5EF4-FFF2-40B4-BE49-F238E27FC236}">
                <a16:creationId xmlns:a16="http://schemas.microsoft.com/office/drawing/2014/main" id="{DF939BEA-5B1C-44EB-812C-DE99468E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208" y="6100523"/>
            <a:ext cx="114297" cy="476"/>
          </a:xfrm>
          <a:custGeom xmlns:a="http://schemas.openxmlformats.org/drawingml/2006/main">
            <a:pathLst>
              <a:path w="99349" h="476">
                <a:moveTo>
                  <a:pt x="0" y="0"/>
                </a:moveTo>
                <a:lnTo>
                  <a:pt x="99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49" name="d-tree-epsilon-0.05-path-1503">
            <a:extLst xmlns:a="http://schemas.openxmlformats.org/drawingml/2006/main">
              <a:ext uri="{FF2B5EF4-FFF2-40B4-BE49-F238E27FC236}">
                <a16:creationId xmlns:a16="http://schemas.microsoft.com/office/drawing/2014/main" id="{A8A90859-53E3-4F4F-8B34-9C0CA8F6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55" y="6077958"/>
            <a:ext cx="548" cy="767211"/>
          </a:xfrm>
          <a:custGeom xmlns:a="http://schemas.openxmlformats.org/drawingml/2006/main">
            <a:pathLst>
              <a:path w="476" h="767211">
                <a:moveTo>
                  <a:pt x="0" y="767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0" name="d-tree-epsilon-0.05-path-1504">
            <a:extLst xmlns:a="http://schemas.openxmlformats.org/drawingml/2006/main">
              <a:ext uri="{FF2B5EF4-FFF2-40B4-BE49-F238E27FC236}">
                <a16:creationId xmlns:a16="http://schemas.microsoft.com/office/drawing/2014/main" id="{346D4234-C979-4042-ADA2-91B6DF8A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357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1" name="d-tree-epsilon-0.05-path-1505">
            <a:extLst xmlns:a="http://schemas.openxmlformats.org/drawingml/2006/main">
              <a:ext uri="{FF2B5EF4-FFF2-40B4-BE49-F238E27FC236}">
                <a16:creationId xmlns:a16="http://schemas.microsoft.com/office/drawing/2014/main" id="{BB6439A4-C29E-4C38-B121-27BF8F45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555" y="6077958"/>
            <a:ext cx="66802" cy="476"/>
          </a:xfrm>
          <a:custGeom xmlns:a="http://schemas.openxmlformats.org/drawingml/2006/main">
            <a:pathLst>
              <a:path w="58065" h="476">
                <a:moveTo>
                  <a:pt x="0" y="0"/>
                </a:moveTo>
                <a:lnTo>
                  <a:pt x="58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2" name="d-tree-epsilon-0.05-path-1506">
            <a:extLst xmlns:a="http://schemas.openxmlformats.org/drawingml/2006/main">
              <a:ext uri="{FF2B5EF4-FFF2-40B4-BE49-F238E27FC236}">
                <a16:creationId xmlns:a16="http://schemas.microsoft.com/office/drawing/2014/main" id="{9D2FC4E7-6720-4A91-9879-742AD0F2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955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3" name="d-tree-epsilon-0.05-path-1507">
            <a:extLst xmlns:a="http://schemas.openxmlformats.org/drawingml/2006/main">
              <a:ext uri="{FF2B5EF4-FFF2-40B4-BE49-F238E27FC236}">
                <a16:creationId xmlns:a16="http://schemas.microsoft.com/office/drawing/2014/main" id="{7863B875-5F36-44E1-A2B4-765DFBB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895" y="6055393"/>
            <a:ext cx="548" cy="789776"/>
          </a:xfrm>
          <a:custGeom xmlns:a="http://schemas.openxmlformats.org/drawingml/2006/main">
            <a:pathLst>
              <a:path w="476" h="789776">
                <a:moveTo>
                  <a:pt x="0" y="7897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4" name="d-tree-epsilon-0.05-path-1508">
            <a:extLst xmlns:a="http://schemas.openxmlformats.org/drawingml/2006/main">
              <a:ext uri="{FF2B5EF4-FFF2-40B4-BE49-F238E27FC236}">
                <a16:creationId xmlns:a16="http://schemas.microsoft.com/office/drawing/2014/main" id="{2EC3D274-BE45-4A9F-8843-4E9BE68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955" y="6055393"/>
            <a:ext cx="1182939" cy="476"/>
          </a:xfrm>
          <a:custGeom xmlns:a="http://schemas.openxmlformats.org/drawingml/2006/main">
            <a:pathLst>
              <a:path w="1028229" h="476">
                <a:moveTo>
                  <a:pt x="0" y="0"/>
                </a:moveTo>
                <a:lnTo>
                  <a:pt x="10282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5" name="d-tree-epsilon-0.05-path-1509">
            <a:extLst xmlns:a="http://schemas.openxmlformats.org/drawingml/2006/main">
              <a:ext uri="{FF2B5EF4-FFF2-40B4-BE49-F238E27FC236}">
                <a16:creationId xmlns:a16="http://schemas.microsoft.com/office/drawing/2014/main" id="{ACF55C9B-9101-4E49-B0A3-AC8CD98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425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6" name="d-tree-epsilon-0.05-path-1510">
            <a:extLst xmlns:a="http://schemas.openxmlformats.org/drawingml/2006/main">
              <a:ext uri="{FF2B5EF4-FFF2-40B4-BE49-F238E27FC236}">
                <a16:creationId xmlns:a16="http://schemas.microsoft.com/office/drawing/2014/main" id="{8FAC4399-0003-4E4D-83B0-2DE06E04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548" y="6032828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7" name="d-tree-epsilon-0.05-path-1511">
            <a:extLst xmlns:a="http://schemas.openxmlformats.org/drawingml/2006/main">
              <a:ext uri="{FF2B5EF4-FFF2-40B4-BE49-F238E27FC236}">
                <a16:creationId xmlns:a16="http://schemas.microsoft.com/office/drawing/2014/main" id="{48F9D980-3BB1-41A4-8946-BA29DE0C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425" y="6032828"/>
            <a:ext cx="601123" cy="476"/>
          </a:xfrm>
          <a:custGeom xmlns:a="http://schemas.openxmlformats.org/drawingml/2006/main">
            <a:pathLst>
              <a:path w="522505" h="476">
                <a:moveTo>
                  <a:pt x="0" y="0"/>
                </a:moveTo>
                <a:lnTo>
                  <a:pt x="522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8" name="d-tree-epsilon-0.05-path-1512">
            <a:extLst xmlns:a="http://schemas.openxmlformats.org/drawingml/2006/main">
              <a:ext uri="{FF2B5EF4-FFF2-40B4-BE49-F238E27FC236}">
                <a16:creationId xmlns:a16="http://schemas.microsoft.com/office/drawing/2014/main" id="{F78C9E85-159E-4A61-89B0-22A01DE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074" y="6010263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59" name="d-tree-epsilon-0.05-path-1513">
            <a:extLst xmlns:a="http://schemas.openxmlformats.org/drawingml/2006/main">
              <a:ext uri="{FF2B5EF4-FFF2-40B4-BE49-F238E27FC236}">
                <a16:creationId xmlns:a16="http://schemas.microsoft.com/office/drawing/2014/main" id="{E39A14D7-7956-4786-884D-FEA2E265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987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0" name="d-tree-epsilon-0.05-path-1514">
            <a:extLst xmlns:a="http://schemas.openxmlformats.org/drawingml/2006/main">
              <a:ext uri="{FF2B5EF4-FFF2-40B4-BE49-F238E27FC236}">
                <a16:creationId xmlns:a16="http://schemas.microsoft.com/office/drawing/2014/main" id="{0C4815F3-21DD-4E28-B58B-307752C1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074" y="6010263"/>
            <a:ext cx="939912" cy="476"/>
          </a:xfrm>
          <a:custGeom xmlns:a="http://schemas.openxmlformats.org/drawingml/2006/main">
            <a:pathLst>
              <a:path w="816986" h="476">
                <a:moveTo>
                  <a:pt x="0" y="0"/>
                </a:moveTo>
                <a:lnTo>
                  <a:pt x="8169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1" name="d-tree-epsilon-0.05-path-1515">
            <a:extLst xmlns:a="http://schemas.openxmlformats.org/drawingml/2006/main">
              <a:ext uri="{FF2B5EF4-FFF2-40B4-BE49-F238E27FC236}">
                <a16:creationId xmlns:a16="http://schemas.microsoft.com/office/drawing/2014/main" id="{D53A7266-8A5C-4143-AFFB-16BF4B9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20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2" name="d-tree-epsilon-0.05-path-1516">
            <a:extLst xmlns:a="http://schemas.openxmlformats.org/drawingml/2006/main">
              <a:ext uri="{FF2B5EF4-FFF2-40B4-BE49-F238E27FC236}">
                <a16:creationId xmlns:a16="http://schemas.microsoft.com/office/drawing/2014/main" id="{B3C33DED-C63B-44F7-946A-8FDAC805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285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3" name="d-tree-epsilon-0.05-path-1517">
            <a:extLst xmlns:a="http://schemas.openxmlformats.org/drawingml/2006/main">
              <a:ext uri="{FF2B5EF4-FFF2-40B4-BE49-F238E27FC236}">
                <a16:creationId xmlns:a16="http://schemas.microsoft.com/office/drawing/2014/main" id="{4316B91D-4D00-405A-ABB5-A5C2D20F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202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4" name="d-tree-epsilon-0.05-path-1518">
            <a:extLst xmlns:a="http://schemas.openxmlformats.org/drawingml/2006/main">
              <a:ext uri="{FF2B5EF4-FFF2-40B4-BE49-F238E27FC236}">
                <a16:creationId xmlns:a16="http://schemas.microsoft.com/office/drawing/2014/main" id="{440DF9E4-67BD-4952-98DA-D1E154EF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030" y="59876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5" name="d-tree-epsilon-0.05-path-1519">
            <a:extLst xmlns:a="http://schemas.openxmlformats.org/drawingml/2006/main">
              <a:ext uri="{FF2B5EF4-FFF2-40B4-BE49-F238E27FC236}">
                <a16:creationId xmlns:a16="http://schemas.microsoft.com/office/drawing/2014/main" id="{AB2DB061-7262-4D5F-8975-C1D2E9DE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029" y="5987698"/>
            <a:ext cx="548" cy="834906"/>
          </a:xfrm>
          <a:custGeom xmlns:a="http://schemas.openxmlformats.org/drawingml/2006/main">
            <a:pathLst>
              <a:path w="476" h="834906">
                <a:moveTo>
                  <a:pt x="0" y="8349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6" name="d-tree-epsilon-0.05-path-1520">
            <a:extLst xmlns:a="http://schemas.openxmlformats.org/drawingml/2006/main">
              <a:ext uri="{FF2B5EF4-FFF2-40B4-BE49-F238E27FC236}">
                <a16:creationId xmlns:a16="http://schemas.microsoft.com/office/drawing/2014/main" id="{F5BED052-742C-404B-903C-68810D53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030" y="5987698"/>
            <a:ext cx="784998" cy="476"/>
          </a:xfrm>
          <a:custGeom xmlns:a="http://schemas.openxmlformats.org/drawingml/2006/main">
            <a:pathLst>
              <a:path w="682332" h="476">
                <a:moveTo>
                  <a:pt x="0" y="0"/>
                </a:moveTo>
                <a:lnTo>
                  <a:pt x="682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7" name="d-tree-epsilon-0.05-path-1521">
            <a:extLst xmlns:a="http://schemas.openxmlformats.org/drawingml/2006/main">
              <a:ext uri="{FF2B5EF4-FFF2-40B4-BE49-F238E27FC236}">
                <a16:creationId xmlns:a16="http://schemas.microsoft.com/office/drawing/2014/main" id="{F08C162F-1D13-4F79-A0C6-3ABF7232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530" y="596513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8" name="d-tree-epsilon-0.05-path-1522">
            <a:extLst xmlns:a="http://schemas.openxmlformats.org/drawingml/2006/main">
              <a:ext uri="{FF2B5EF4-FFF2-40B4-BE49-F238E27FC236}">
                <a16:creationId xmlns:a16="http://schemas.microsoft.com/office/drawing/2014/main" id="{A858EBE8-8F07-4725-95E3-56920415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509" y="5965132"/>
            <a:ext cx="548" cy="880036"/>
          </a:xfrm>
          <a:custGeom xmlns:a="http://schemas.openxmlformats.org/drawingml/2006/main">
            <a:pathLst>
              <a:path w="476" h="880036">
                <a:moveTo>
                  <a:pt x="0" y="8800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69" name="d-tree-epsilon-0.05-path-1523">
            <a:extLst xmlns:a="http://schemas.openxmlformats.org/drawingml/2006/main">
              <a:ext uri="{FF2B5EF4-FFF2-40B4-BE49-F238E27FC236}">
                <a16:creationId xmlns:a16="http://schemas.microsoft.com/office/drawing/2014/main" id="{D42336CD-E2CE-4FED-B523-E4CA6F0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530" y="5965132"/>
            <a:ext cx="406980" cy="476"/>
          </a:xfrm>
          <a:custGeom xmlns:a="http://schemas.openxmlformats.org/drawingml/2006/main">
            <a:pathLst>
              <a:path w="353753" h="476">
                <a:moveTo>
                  <a:pt x="0" y="0"/>
                </a:moveTo>
                <a:lnTo>
                  <a:pt x="3537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0" name="d-tree-epsilon-0.05-path-1524">
            <a:extLst xmlns:a="http://schemas.openxmlformats.org/drawingml/2006/main">
              <a:ext uri="{FF2B5EF4-FFF2-40B4-BE49-F238E27FC236}">
                <a16:creationId xmlns:a16="http://schemas.microsoft.com/office/drawing/2014/main" id="{2062E92C-A077-4793-A3EC-8A810B0A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594" y="5942567"/>
            <a:ext cx="548" cy="902601"/>
          </a:xfrm>
          <a:custGeom xmlns:a="http://schemas.openxmlformats.org/drawingml/2006/main">
            <a:pathLst>
              <a:path w="476" h="902601">
                <a:moveTo>
                  <a:pt x="0" y="9026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1" name="d-tree-epsilon-0.05-path-1525">
            <a:extLst xmlns:a="http://schemas.openxmlformats.org/drawingml/2006/main">
              <a:ext uri="{FF2B5EF4-FFF2-40B4-BE49-F238E27FC236}">
                <a16:creationId xmlns:a16="http://schemas.microsoft.com/office/drawing/2014/main" id="{61E5DEE0-3861-416A-B73E-604130C7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019" y="594256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2" name="d-tree-epsilon-0.05-path-1526">
            <a:extLst xmlns:a="http://schemas.openxmlformats.org/drawingml/2006/main">
              <a:ext uri="{FF2B5EF4-FFF2-40B4-BE49-F238E27FC236}">
                <a16:creationId xmlns:a16="http://schemas.microsoft.com/office/drawing/2014/main" id="{ECD8CF3F-8EFE-469A-B9FC-1A57752F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594" y="5942567"/>
            <a:ext cx="1080425" cy="476"/>
          </a:xfrm>
          <a:custGeom xmlns:a="http://schemas.openxmlformats.org/drawingml/2006/main">
            <a:pathLst>
              <a:path w="939122" h="476">
                <a:moveTo>
                  <a:pt x="0" y="0"/>
                </a:moveTo>
                <a:lnTo>
                  <a:pt x="939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3" name="d-tree-epsilon-0.05-path-1527">
            <a:extLst xmlns:a="http://schemas.openxmlformats.org/drawingml/2006/main">
              <a:ext uri="{FF2B5EF4-FFF2-40B4-BE49-F238E27FC236}">
                <a16:creationId xmlns:a16="http://schemas.microsoft.com/office/drawing/2014/main" id="{60FFAA45-CBBA-43AD-8810-1E697BF7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41" y="5920002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4" name="d-tree-epsilon-0.05-path-1528">
            <a:extLst xmlns:a="http://schemas.openxmlformats.org/drawingml/2006/main">
              <a:ext uri="{FF2B5EF4-FFF2-40B4-BE49-F238E27FC236}">
                <a16:creationId xmlns:a16="http://schemas.microsoft.com/office/drawing/2014/main" id="{22514E7D-3F0A-453B-B3BD-3F252C33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807" y="592000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5" name="d-tree-epsilon-0.05-path-1529">
            <a:extLst xmlns:a="http://schemas.openxmlformats.org/drawingml/2006/main">
              <a:ext uri="{FF2B5EF4-FFF2-40B4-BE49-F238E27FC236}">
                <a16:creationId xmlns:a16="http://schemas.microsoft.com/office/drawing/2014/main" id="{506F127C-181D-4384-89DE-95FBC66A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41" y="5920002"/>
            <a:ext cx="549866" cy="476"/>
          </a:xfrm>
          <a:custGeom xmlns:a="http://schemas.openxmlformats.org/drawingml/2006/main">
            <a:pathLst>
              <a:path w="477952" h="476">
                <a:moveTo>
                  <a:pt x="0" y="0"/>
                </a:moveTo>
                <a:lnTo>
                  <a:pt x="477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6" name="d-tree-epsilon-0.05-path-1530">
            <a:extLst xmlns:a="http://schemas.openxmlformats.org/drawingml/2006/main">
              <a:ext uri="{FF2B5EF4-FFF2-40B4-BE49-F238E27FC236}">
                <a16:creationId xmlns:a16="http://schemas.microsoft.com/office/drawing/2014/main" id="{CA40E347-9573-4593-BDDB-5179180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287" y="5897437"/>
            <a:ext cx="548" cy="947731"/>
          </a:xfrm>
          <a:custGeom xmlns:a="http://schemas.openxmlformats.org/drawingml/2006/main">
            <a:pathLst>
              <a:path w="476" h="947731">
                <a:moveTo>
                  <a:pt x="0" y="94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7" name="d-tree-epsilon-0.05-path-1531">
            <a:extLst xmlns:a="http://schemas.openxmlformats.org/drawingml/2006/main">
              <a:ext uri="{FF2B5EF4-FFF2-40B4-BE49-F238E27FC236}">
                <a16:creationId xmlns:a16="http://schemas.microsoft.com/office/drawing/2014/main" id="{76948752-35F2-4F2D-B0C8-F90AD7FF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874" y="589743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8" name="d-tree-epsilon-0.05-path-1532">
            <a:extLst xmlns:a="http://schemas.openxmlformats.org/drawingml/2006/main">
              <a:ext uri="{FF2B5EF4-FFF2-40B4-BE49-F238E27FC236}">
                <a16:creationId xmlns:a16="http://schemas.microsoft.com/office/drawing/2014/main" id="{CD3081D0-FD04-437C-95A7-BC5D3A42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287" y="5897437"/>
            <a:ext cx="284587" cy="476"/>
          </a:xfrm>
          <a:custGeom xmlns:a="http://schemas.openxmlformats.org/drawingml/2006/main">
            <a:pathLst>
              <a:path w="247367" h="476">
                <a:moveTo>
                  <a:pt x="0" y="0"/>
                </a:moveTo>
                <a:lnTo>
                  <a:pt x="2473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79" name="d-tree-epsilon-0.05-path-1533">
            <a:extLst xmlns:a="http://schemas.openxmlformats.org/drawingml/2006/main">
              <a:ext uri="{FF2B5EF4-FFF2-40B4-BE49-F238E27FC236}">
                <a16:creationId xmlns:a16="http://schemas.microsoft.com/office/drawing/2014/main" id="{9377FA0F-E7C7-4BBC-B259-7C213DB5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634" y="5874872"/>
            <a:ext cx="548" cy="970296"/>
          </a:xfrm>
          <a:custGeom xmlns:a="http://schemas.openxmlformats.org/drawingml/2006/main">
            <a:pathLst>
              <a:path w="476" h="970296">
                <a:moveTo>
                  <a:pt x="0" y="970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0" name="d-tree-epsilon-0.05-path-1534">
            <a:extLst xmlns:a="http://schemas.openxmlformats.org/drawingml/2006/main">
              <a:ext uri="{FF2B5EF4-FFF2-40B4-BE49-F238E27FC236}">
                <a16:creationId xmlns:a16="http://schemas.microsoft.com/office/drawing/2014/main" id="{BF92D4CB-BE8D-4CA0-A710-83CAF84C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580" y="587487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1" name="d-tree-epsilon-0.05-path-1535">
            <a:extLst xmlns:a="http://schemas.openxmlformats.org/drawingml/2006/main">
              <a:ext uri="{FF2B5EF4-FFF2-40B4-BE49-F238E27FC236}">
                <a16:creationId xmlns:a16="http://schemas.microsoft.com/office/drawing/2014/main" id="{4CEAA8A3-2BEB-44D4-B313-DDF0CF3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634" y="5874872"/>
            <a:ext cx="151946" cy="476"/>
          </a:xfrm>
          <a:custGeom xmlns:a="http://schemas.openxmlformats.org/drawingml/2006/main">
            <a:pathLst>
              <a:path w="132074" h="476">
                <a:moveTo>
                  <a:pt x="0" y="0"/>
                </a:moveTo>
                <a:lnTo>
                  <a:pt x="1320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2" name="d-tree-epsilon-0.05-path-1536">
            <a:extLst xmlns:a="http://schemas.openxmlformats.org/drawingml/2006/main">
              <a:ext uri="{FF2B5EF4-FFF2-40B4-BE49-F238E27FC236}">
                <a16:creationId xmlns:a16="http://schemas.microsoft.com/office/drawing/2014/main" id="{1B79BB8C-41D1-4FCB-9E55-D25C430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607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3" name="d-tree-epsilon-0.05-path-1537">
            <a:extLst xmlns:a="http://schemas.openxmlformats.org/drawingml/2006/main">
              <a:ext uri="{FF2B5EF4-FFF2-40B4-BE49-F238E27FC236}">
                <a16:creationId xmlns:a16="http://schemas.microsoft.com/office/drawing/2014/main" id="{167E18C7-8D60-4077-868F-AFA08AB1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162" y="5852307"/>
            <a:ext cx="548" cy="992861"/>
          </a:xfrm>
          <a:custGeom xmlns:a="http://schemas.openxmlformats.org/drawingml/2006/main">
            <a:pathLst>
              <a:path w="476" h="992861">
                <a:moveTo>
                  <a:pt x="0" y="9928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4" name="d-tree-epsilon-0.05-path-1538">
            <a:extLst xmlns:a="http://schemas.openxmlformats.org/drawingml/2006/main">
              <a:ext uri="{FF2B5EF4-FFF2-40B4-BE49-F238E27FC236}">
                <a16:creationId xmlns:a16="http://schemas.microsoft.com/office/drawing/2014/main" id="{CC25C4A1-7DED-4E35-8A8A-4E38265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607" y="5852307"/>
            <a:ext cx="1246555" cy="476"/>
          </a:xfrm>
          <a:custGeom xmlns:a="http://schemas.openxmlformats.org/drawingml/2006/main">
            <a:pathLst>
              <a:path w="1083525" h="476">
                <a:moveTo>
                  <a:pt x="0" y="0"/>
                </a:moveTo>
                <a:lnTo>
                  <a:pt x="108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5" name="d-tree-epsilon-0.05-path-1539">
            <a:extLst xmlns:a="http://schemas.openxmlformats.org/drawingml/2006/main">
              <a:ext uri="{FF2B5EF4-FFF2-40B4-BE49-F238E27FC236}">
                <a16:creationId xmlns:a16="http://schemas.microsoft.com/office/drawing/2014/main" id="{E848042A-D3FB-49B7-A620-B3BD928A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885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6" name="d-tree-epsilon-0.05-path-1540">
            <a:extLst xmlns:a="http://schemas.openxmlformats.org/drawingml/2006/main">
              <a:ext uri="{FF2B5EF4-FFF2-40B4-BE49-F238E27FC236}">
                <a16:creationId xmlns:a16="http://schemas.microsoft.com/office/drawing/2014/main" id="{4CA30403-E072-4968-86D0-B8CE3919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816" y="5829742"/>
            <a:ext cx="548" cy="1015426"/>
          </a:xfrm>
          <a:custGeom xmlns:a="http://schemas.openxmlformats.org/drawingml/2006/main">
            <a:pathLst>
              <a:path w="476" h="1015426">
                <a:moveTo>
                  <a:pt x="0" y="10154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7" name="d-tree-epsilon-0.05-path-1541">
            <a:extLst xmlns:a="http://schemas.openxmlformats.org/drawingml/2006/main">
              <a:ext uri="{FF2B5EF4-FFF2-40B4-BE49-F238E27FC236}">
                <a16:creationId xmlns:a16="http://schemas.microsoft.com/office/drawing/2014/main" id="{690746C1-C8B7-406F-8DD4-7F49E8ED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885" y="5829742"/>
            <a:ext cx="632931" cy="476"/>
          </a:xfrm>
          <a:custGeom xmlns:a="http://schemas.openxmlformats.org/drawingml/2006/main">
            <a:pathLst>
              <a:path w="550153" h="476">
                <a:moveTo>
                  <a:pt x="0" y="0"/>
                </a:moveTo>
                <a:lnTo>
                  <a:pt x="550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8" name="d-tree-epsilon-0.05-path-1542">
            <a:extLst xmlns:a="http://schemas.openxmlformats.org/drawingml/2006/main">
              <a:ext uri="{FF2B5EF4-FFF2-40B4-BE49-F238E27FC236}">
                <a16:creationId xmlns:a16="http://schemas.microsoft.com/office/drawing/2014/main" id="{A60CC584-CA96-47C4-9D31-1C6615C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350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89" name="d-tree-epsilon-0.05-path-1543">
            <a:extLst xmlns:a="http://schemas.openxmlformats.org/drawingml/2006/main">
              <a:ext uri="{FF2B5EF4-FFF2-40B4-BE49-F238E27FC236}">
                <a16:creationId xmlns:a16="http://schemas.microsoft.com/office/drawing/2014/main" id="{7C97C785-A762-49A5-8731-10FFF3D5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469" y="5807177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0" name="d-tree-epsilon-0.05-path-1544">
            <a:extLst xmlns:a="http://schemas.openxmlformats.org/drawingml/2006/main">
              <a:ext uri="{FF2B5EF4-FFF2-40B4-BE49-F238E27FC236}">
                <a16:creationId xmlns:a16="http://schemas.microsoft.com/office/drawing/2014/main" id="{9689892C-0422-4744-8DC7-2FBC6D20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350" y="5807177"/>
            <a:ext cx="326119" cy="476"/>
          </a:xfrm>
          <a:custGeom xmlns:a="http://schemas.openxmlformats.org/drawingml/2006/main">
            <a:pathLst>
              <a:path w="283468" h="476">
                <a:moveTo>
                  <a:pt x="0" y="0"/>
                </a:moveTo>
                <a:lnTo>
                  <a:pt x="2834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1" name="d-tree-epsilon-0.05-path-1545">
            <a:extLst xmlns:a="http://schemas.openxmlformats.org/drawingml/2006/main">
              <a:ext uri="{FF2B5EF4-FFF2-40B4-BE49-F238E27FC236}">
                <a16:creationId xmlns:a16="http://schemas.microsoft.com/office/drawing/2014/main" id="{C7621F29-5DB8-4623-AD9D-40A3B1ED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980" y="5784612"/>
            <a:ext cx="548" cy="1060557"/>
          </a:xfrm>
          <a:custGeom xmlns:a="http://schemas.openxmlformats.org/drawingml/2006/main">
            <a:pathLst>
              <a:path w="476" h="1060557">
                <a:moveTo>
                  <a:pt x="0" y="10605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2" name="d-tree-epsilon-0.05-path-1546">
            <a:extLst xmlns:a="http://schemas.openxmlformats.org/drawingml/2006/main">
              <a:ext uri="{FF2B5EF4-FFF2-40B4-BE49-F238E27FC236}">
                <a16:creationId xmlns:a16="http://schemas.microsoft.com/office/drawing/2014/main" id="{E63BF842-2DA3-4142-8822-02C8C6A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410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3" name="d-tree-epsilon-0.05-path-1547">
            <a:extLst xmlns:a="http://schemas.openxmlformats.org/drawingml/2006/main">
              <a:ext uri="{FF2B5EF4-FFF2-40B4-BE49-F238E27FC236}">
                <a16:creationId xmlns:a16="http://schemas.microsoft.com/office/drawing/2014/main" id="{3D1705AF-EFC1-44BE-A93A-257A0256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980" y="5784612"/>
            <a:ext cx="1188429" cy="476"/>
          </a:xfrm>
          <a:custGeom xmlns:a="http://schemas.openxmlformats.org/drawingml/2006/main">
            <a:pathLst>
              <a:path w="1033001" h="476">
                <a:moveTo>
                  <a:pt x="0" y="0"/>
                </a:moveTo>
                <a:lnTo>
                  <a:pt x="1033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4" name="d-tree-epsilon-0.05-path-1548">
            <a:extLst xmlns:a="http://schemas.openxmlformats.org/drawingml/2006/main">
              <a:ext uri="{FF2B5EF4-FFF2-40B4-BE49-F238E27FC236}">
                <a16:creationId xmlns:a16="http://schemas.microsoft.com/office/drawing/2014/main" id="{1DC441FC-E8ED-48B7-B6B1-1F30E9C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195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5" name="d-tree-epsilon-0.05-path-1549">
            <a:extLst xmlns:a="http://schemas.openxmlformats.org/drawingml/2006/main">
              <a:ext uri="{FF2B5EF4-FFF2-40B4-BE49-F238E27FC236}">
                <a16:creationId xmlns:a16="http://schemas.microsoft.com/office/drawing/2014/main" id="{AEF0FE78-49BC-403F-9253-DEE69B25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123" y="5762047"/>
            <a:ext cx="548" cy="1083122"/>
          </a:xfrm>
          <a:custGeom xmlns:a="http://schemas.openxmlformats.org/drawingml/2006/main">
            <a:pathLst>
              <a:path w="476" h="1083122">
                <a:moveTo>
                  <a:pt x="0" y="1083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6" name="d-tree-epsilon-0.05-path-1550">
            <a:extLst xmlns:a="http://schemas.openxmlformats.org/drawingml/2006/main">
              <a:ext uri="{FF2B5EF4-FFF2-40B4-BE49-F238E27FC236}">
                <a16:creationId xmlns:a16="http://schemas.microsoft.com/office/drawing/2014/main" id="{38E2869C-4619-43BF-8763-39F9920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195" y="5762047"/>
            <a:ext cx="766927" cy="476"/>
          </a:xfrm>
          <a:custGeom xmlns:a="http://schemas.openxmlformats.org/drawingml/2006/main">
            <a:pathLst>
              <a:path w="666625" h="476">
                <a:moveTo>
                  <a:pt x="0" y="0"/>
                </a:moveTo>
                <a:lnTo>
                  <a:pt x="66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7" name="d-tree-epsilon-0.05-path-1551">
            <a:extLst xmlns:a="http://schemas.openxmlformats.org/drawingml/2006/main">
              <a:ext uri="{FF2B5EF4-FFF2-40B4-BE49-F238E27FC236}">
                <a16:creationId xmlns:a16="http://schemas.microsoft.com/office/drawing/2014/main" id="{38E41D6F-9B33-49B6-88F9-32C2190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659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598" name="d-tree-epsilon-0.05-path-1556">
            <a:extLst xmlns:a="http://schemas.openxmlformats.org/drawingml/2006/main">
              <a:ext uri="{FF2B5EF4-FFF2-40B4-BE49-F238E27FC236}">
                <a16:creationId xmlns:a16="http://schemas.microsoft.com/office/drawing/2014/main" id="{0098F7D1-4D01-49D2-B565-3DFE7315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6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99" name="d-tree-epsilon-0.05-path-1557">
            <a:extLst xmlns:a="http://schemas.openxmlformats.org/drawingml/2006/main">
              <a:ext uri="{FF2B5EF4-FFF2-40B4-BE49-F238E27FC236}">
                <a16:creationId xmlns:a16="http://schemas.microsoft.com/office/drawing/2014/main" id="{E0D6B3B0-A810-490E-82AC-EABC419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6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00" name="d-tree-epsilon-0.05-path-1558">
            <a:extLst xmlns:a="http://schemas.openxmlformats.org/drawingml/2006/main">
              <a:ext uri="{FF2B5EF4-FFF2-40B4-BE49-F238E27FC236}">
                <a16:creationId xmlns:a16="http://schemas.microsoft.com/office/drawing/2014/main" id="{F7982D7E-0CE2-4969-B595-A77D00C6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6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01" name="d-tree-epsilon-0.05-path-1559">
            <a:extLst xmlns:a="http://schemas.openxmlformats.org/drawingml/2006/main">
              <a:ext uri="{FF2B5EF4-FFF2-40B4-BE49-F238E27FC236}">
                <a16:creationId xmlns:a16="http://schemas.microsoft.com/office/drawing/2014/main" id="{55D82C9A-E484-4EBC-8BEF-CCD11024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6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02" name="d-tree-epsilon-0.05-path-1560">
            <a:extLst xmlns:a="http://schemas.openxmlformats.org/drawingml/2006/main">
              <a:ext uri="{FF2B5EF4-FFF2-40B4-BE49-F238E27FC236}">
                <a16:creationId xmlns:a16="http://schemas.microsoft.com/office/drawing/2014/main" id="{36DB8006-9923-48D5-BEE8-888FCCC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6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03" name="d-tree-epsilon-0.05-path-1555">
            <a:extLst xmlns:a="http://schemas.openxmlformats.org/drawingml/2006/main">
              <a:ext uri="{FF2B5EF4-FFF2-40B4-BE49-F238E27FC236}">
                <a16:creationId xmlns:a16="http://schemas.microsoft.com/office/drawing/2014/main" id="{FB7BD228-BBDE-4D16-86A7-9F363773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059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604" name="d-tree-epsilon-0.05 A36">
            <a:extLst xmlns:a="http://schemas.openxmlformats.org/drawingml/2006/main">
              <a:ext uri="{FF2B5EF4-FFF2-40B4-BE49-F238E27FC236}">
                <a16:creationId xmlns:a16="http://schemas.microsoft.com/office/drawing/2014/main" id="{C716459D-9CE8-4929-8CC2-45E228B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2527" y="7006228"/>
            <a:ext cx="35233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A36</a:t>
            </a:r>
          </a:p>
        </p:txBody>
      </p:sp>
      <p:sp>
        <p:nvSpPr>
          <p:cNvPr id="1605" name="d-tree-epsilon-0.05 B36">
            <a:extLst xmlns:a="http://schemas.openxmlformats.org/drawingml/2006/main">
              <a:ext uri="{FF2B5EF4-FFF2-40B4-BE49-F238E27FC236}">
                <a16:creationId xmlns:a16="http://schemas.microsoft.com/office/drawing/2014/main" id="{F1D81448-B8B4-4EB6-A7F9-3AD67BC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5154" y="6853828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B36</a:t>
            </a:r>
          </a:p>
        </p:txBody>
      </p:sp>
      <p:sp>
        <p:nvSpPr>
          <p:cNvPr id="1606" name="d-tree-epsilon-0.05 48 levels">
            <a:extLst xmlns:a="http://schemas.openxmlformats.org/drawingml/2006/main">
              <a:ext uri="{FF2B5EF4-FFF2-40B4-BE49-F238E27FC236}">
                <a16:creationId xmlns:a16="http://schemas.microsoft.com/office/drawing/2014/main" id="{B1E4005A-CA13-47C6-B709-39986F4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9554" y="5336423"/>
            <a:ext cx="87331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48 levels</a:t>
            </a:r>
          </a:p>
        </p:txBody>
      </p:sp>
      <p:sp>
        <p:nvSpPr>
          <p:cNvPr id="1607" name="c-map-epsilon-0.1-path-1561">
            <a:extLst xmlns:a="http://schemas.openxmlformats.org/drawingml/2006/main">
              <a:ext uri="{FF2B5EF4-FFF2-40B4-BE49-F238E27FC236}">
                <a16:creationId xmlns:a16="http://schemas.microsoft.com/office/drawing/2014/main" id="{07535C54-B1F8-4894-9188-0B648E90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1608" name="c-map-epsilon-0.1-path-1562 white halo">
            <a:extLst xmlns:a="http://schemas.openxmlformats.org/drawingml/2006/main">
              <a:ext uri="{FF2B5EF4-FFF2-40B4-BE49-F238E27FC236}">
                <a16:creationId xmlns:a16="http://schemas.microsoft.com/office/drawing/2014/main" id="{C8C24068-0FC4-4B9A-806C-D3D788E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434" y="3143818"/>
            <a:ext cx="1230821" cy="98862"/>
          </a:xfrm>
          <a:custGeom xmlns:a="http://schemas.openxmlformats.org/drawingml/2006/main">
            <a:pathLst>
              <a:path w="1069848" h="98862">
                <a:moveTo>
                  <a:pt x="0" y="51485"/>
                </a:moveTo>
                <a:lnTo>
                  <a:pt x="213970" y="18316"/>
                </a:lnTo>
                <a:lnTo>
                  <a:pt x="427939" y="75507"/>
                </a:lnTo>
                <a:lnTo>
                  <a:pt x="641909" y="44696"/>
                </a:lnTo>
                <a:lnTo>
                  <a:pt x="855878" y="0"/>
                </a:lnTo>
                <a:lnTo>
                  <a:pt x="1069848" y="9886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09" name="c-map-epsilon-0.1-path-1562">
            <a:extLst xmlns:a="http://schemas.openxmlformats.org/drawingml/2006/main">
              <a:ext uri="{FF2B5EF4-FFF2-40B4-BE49-F238E27FC236}">
                <a16:creationId xmlns:a16="http://schemas.microsoft.com/office/drawing/2014/main" id="{DA20BB5D-B6A6-499F-A0B8-56D2257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434" y="3143818"/>
            <a:ext cx="1230821" cy="98862"/>
          </a:xfrm>
          <a:custGeom xmlns:a="http://schemas.openxmlformats.org/drawingml/2006/main">
            <a:pathLst>
              <a:path w="1069848" h="98862">
                <a:moveTo>
                  <a:pt x="0" y="51485"/>
                </a:moveTo>
                <a:lnTo>
                  <a:pt x="213970" y="18316"/>
                </a:lnTo>
                <a:lnTo>
                  <a:pt x="427939" y="75507"/>
                </a:lnTo>
                <a:lnTo>
                  <a:pt x="641909" y="44696"/>
                </a:lnTo>
                <a:lnTo>
                  <a:pt x="855878" y="0"/>
                </a:lnTo>
                <a:lnTo>
                  <a:pt x="1069848" y="9886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1610" name="c-map-epsilon-0.1-path-1569 white halo">
            <a:extLst xmlns:a="http://schemas.openxmlformats.org/drawingml/2006/main">
              <a:ext uri="{FF2B5EF4-FFF2-40B4-BE49-F238E27FC236}">
                <a16:creationId xmlns:a16="http://schemas.microsoft.com/office/drawing/2014/main" id="{9CF244B7-80FC-4052-94B2-CB2C480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2625631"/>
            <a:ext cx="548" cy="617050"/>
          </a:xfrm>
          <a:custGeom xmlns:a="http://schemas.openxmlformats.org/drawingml/2006/main">
            <a:pathLst>
              <a:path w="476" h="617050">
                <a:moveTo>
                  <a:pt x="0" y="617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11" name="c-map-epsilon-0.1-path-1569">
            <a:extLst xmlns:a="http://schemas.openxmlformats.org/drawingml/2006/main">
              <a:ext uri="{FF2B5EF4-FFF2-40B4-BE49-F238E27FC236}">
                <a16:creationId xmlns:a16="http://schemas.microsoft.com/office/drawing/2014/main" id="{28434C4F-61DA-4973-AD9C-059A776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2625631"/>
            <a:ext cx="548" cy="617050"/>
          </a:xfrm>
          <a:custGeom xmlns:a="http://schemas.openxmlformats.org/drawingml/2006/main">
            <a:pathLst>
              <a:path w="476" h="617050">
                <a:moveTo>
                  <a:pt x="0" y="617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1612" name="c-map-epsilon-0.1-path-1571 white halo">
            <a:extLst xmlns:a="http://schemas.openxmlformats.org/drawingml/2006/main">
              <a:ext uri="{FF2B5EF4-FFF2-40B4-BE49-F238E27FC236}">
                <a16:creationId xmlns:a16="http://schemas.microsoft.com/office/drawing/2014/main" id="{CD8ADBCA-0F47-4F6C-8E9C-416D73E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434" y="4111596"/>
            <a:ext cx="1230821" cy="298923"/>
          </a:xfrm>
          <a:custGeom xmlns:a="http://schemas.openxmlformats.org/drawingml/2006/main">
            <a:pathLst>
              <a:path w="1069848" h="298923">
                <a:moveTo>
                  <a:pt x="0" y="298923"/>
                </a:moveTo>
                <a:lnTo>
                  <a:pt x="213970" y="162944"/>
                </a:lnTo>
                <a:lnTo>
                  <a:pt x="427939" y="98363"/>
                </a:lnTo>
                <a:lnTo>
                  <a:pt x="641909" y="0"/>
                </a:lnTo>
                <a:lnTo>
                  <a:pt x="855878" y="22096"/>
                </a:lnTo>
                <a:lnTo>
                  <a:pt x="1069848" y="4424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13" name="c-map-epsilon-0.1-path-1571">
            <a:extLst xmlns:a="http://schemas.openxmlformats.org/drawingml/2006/main">
              <a:ext uri="{FF2B5EF4-FFF2-40B4-BE49-F238E27FC236}">
                <a16:creationId xmlns:a16="http://schemas.microsoft.com/office/drawing/2014/main" id="{46D55BF6-4686-4898-921F-31C53C6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434" y="4111596"/>
            <a:ext cx="1230821" cy="298923"/>
          </a:xfrm>
          <a:custGeom xmlns:a="http://schemas.openxmlformats.org/drawingml/2006/main">
            <a:pathLst>
              <a:path w="1069848" h="298923">
                <a:moveTo>
                  <a:pt x="0" y="298923"/>
                </a:moveTo>
                <a:lnTo>
                  <a:pt x="213970" y="162944"/>
                </a:lnTo>
                <a:lnTo>
                  <a:pt x="427939" y="98363"/>
                </a:lnTo>
                <a:lnTo>
                  <a:pt x="641909" y="0"/>
                </a:lnTo>
                <a:lnTo>
                  <a:pt x="855878" y="22096"/>
                </a:lnTo>
                <a:lnTo>
                  <a:pt x="1069848" y="4424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1614" name="c-map-epsilon-0.1-path-1578 white halo">
            <a:extLst xmlns:a="http://schemas.openxmlformats.org/drawingml/2006/main">
              <a:ext uri="{FF2B5EF4-FFF2-40B4-BE49-F238E27FC236}">
                <a16:creationId xmlns:a16="http://schemas.microsoft.com/office/drawing/2014/main" id="{447C83D5-1220-4DE0-A3D5-3109F0E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4155842"/>
            <a:ext cx="548" cy="287429"/>
          </a:xfrm>
          <a:custGeom xmlns:a="http://schemas.openxmlformats.org/drawingml/2006/main">
            <a:pathLst>
              <a:path w="476" h="287429">
                <a:moveTo>
                  <a:pt x="0" y="0"/>
                </a:moveTo>
                <a:lnTo>
                  <a:pt x="0" y="28742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15" name="c-map-epsilon-0.1-path-1578">
            <a:extLst xmlns:a="http://schemas.openxmlformats.org/drawingml/2006/main">
              <a:ext uri="{FF2B5EF4-FFF2-40B4-BE49-F238E27FC236}">
                <a16:creationId xmlns:a16="http://schemas.microsoft.com/office/drawing/2014/main" id="{1A5521CE-512C-4A7B-9C0E-ECE14AD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4155842"/>
            <a:ext cx="548" cy="287429"/>
          </a:xfrm>
          <a:custGeom xmlns:a="http://schemas.openxmlformats.org/drawingml/2006/main">
            <a:pathLst>
              <a:path w="476" h="287429">
                <a:moveTo>
                  <a:pt x="0" y="0"/>
                </a:moveTo>
                <a:lnTo>
                  <a:pt x="0" y="287429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1616" name="c-map-epsilon-0.1-marker-1563">
            <a:extLst xmlns:a="http://schemas.openxmlformats.org/drawingml/2006/main">
              <a:ext uri="{FF2B5EF4-FFF2-40B4-BE49-F238E27FC236}">
                <a16:creationId xmlns:a16="http://schemas.microsoft.com/office/drawing/2014/main" id="{33509186-513A-4AE8-9422-1C78AE0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574" y="317244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17" name="c-map-epsilon-0.1-marker-1564">
            <a:extLst xmlns:a="http://schemas.openxmlformats.org/drawingml/2006/main">
              <a:ext uri="{FF2B5EF4-FFF2-40B4-BE49-F238E27FC236}">
                <a16:creationId xmlns:a16="http://schemas.microsoft.com/office/drawing/2014/main" id="{EFE1A951-6C07-47AF-A9AB-26B86644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3738" y="313927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18" name="c-map-epsilon-0.1-marker-1565">
            <a:extLst xmlns:a="http://schemas.openxmlformats.org/drawingml/2006/main">
              <a:ext uri="{FF2B5EF4-FFF2-40B4-BE49-F238E27FC236}">
                <a16:creationId xmlns:a16="http://schemas.microsoft.com/office/drawing/2014/main" id="{70495B4A-D653-4FFF-9C29-A322C90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902" y="319646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19" name="c-map-epsilon-0.1-marker-1566">
            <a:extLst xmlns:a="http://schemas.openxmlformats.org/drawingml/2006/main">
              <a:ext uri="{FF2B5EF4-FFF2-40B4-BE49-F238E27FC236}">
                <a16:creationId xmlns:a16="http://schemas.microsoft.com/office/drawing/2014/main" id="{8C3BFE94-DB7B-4C42-9FEB-470E7BF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066" y="316565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0" name="c-map-epsilon-0.1-marker-1567">
            <a:extLst xmlns:a="http://schemas.openxmlformats.org/drawingml/2006/main">
              <a:ext uri="{FF2B5EF4-FFF2-40B4-BE49-F238E27FC236}">
                <a16:creationId xmlns:a16="http://schemas.microsoft.com/office/drawing/2014/main" id="{B848C58F-B525-4D15-A892-BA7A98C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230" y="312095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1" name="c-map-epsilon-0.1-marker-1568">
            <a:extLst xmlns:a="http://schemas.openxmlformats.org/drawingml/2006/main">
              <a:ext uri="{FF2B5EF4-FFF2-40B4-BE49-F238E27FC236}">
                <a16:creationId xmlns:a16="http://schemas.microsoft.com/office/drawing/2014/main" id="{06EE7888-2F81-4707-A62F-9139A50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395" y="321982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2" name="c-map-epsilon-0.1-marker-1570">
            <a:extLst xmlns:a="http://schemas.openxmlformats.org/drawingml/2006/main">
              <a:ext uri="{FF2B5EF4-FFF2-40B4-BE49-F238E27FC236}">
                <a16:creationId xmlns:a16="http://schemas.microsoft.com/office/drawing/2014/main" id="{41C1599D-2329-47D7-A2AE-28C53540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579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623" name="c-map-epsilon-0.1-marker-1572">
            <a:extLst xmlns:a="http://schemas.openxmlformats.org/drawingml/2006/main">
              <a:ext uri="{FF2B5EF4-FFF2-40B4-BE49-F238E27FC236}">
                <a16:creationId xmlns:a16="http://schemas.microsoft.com/office/drawing/2014/main" id="{5E0A4B23-49C7-4FE9-AF30-89E56D2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574" y="438765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4" name="c-map-epsilon-0.1-marker-1573">
            <a:extLst xmlns:a="http://schemas.openxmlformats.org/drawingml/2006/main">
              <a:ext uri="{FF2B5EF4-FFF2-40B4-BE49-F238E27FC236}">
                <a16:creationId xmlns:a16="http://schemas.microsoft.com/office/drawing/2014/main" id="{20FE2A26-5D76-4115-B950-9A57AF9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3738" y="425168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5" name="c-map-epsilon-0.1-marker-1574">
            <a:extLst xmlns:a="http://schemas.openxmlformats.org/drawingml/2006/main">
              <a:ext uri="{FF2B5EF4-FFF2-40B4-BE49-F238E27FC236}">
                <a16:creationId xmlns:a16="http://schemas.microsoft.com/office/drawing/2014/main" id="{A3EAB04F-F230-4532-B4B9-02E9C09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9902" y="418709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6" name="c-map-epsilon-0.1-marker-1575">
            <a:extLst xmlns:a="http://schemas.openxmlformats.org/drawingml/2006/main">
              <a:ext uri="{FF2B5EF4-FFF2-40B4-BE49-F238E27FC236}">
                <a16:creationId xmlns:a16="http://schemas.microsoft.com/office/drawing/2014/main" id="{F502040C-B185-4F2C-942E-DA4C427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066" y="4088736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7" name="c-map-epsilon-0.1-marker-1576">
            <a:extLst xmlns:a="http://schemas.openxmlformats.org/drawingml/2006/main">
              <a:ext uri="{FF2B5EF4-FFF2-40B4-BE49-F238E27FC236}">
                <a16:creationId xmlns:a16="http://schemas.microsoft.com/office/drawing/2014/main" id="{EAA03D4E-B163-4A7D-8E17-7EFA99FC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230" y="41108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8" name="c-map-epsilon-0.1-marker-1577">
            <a:extLst xmlns:a="http://schemas.openxmlformats.org/drawingml/2006/main">
              <a:ext uri="{FF2B5EF4-FFF2-40B4-BE49-F238E27FC236}">
                <a16:creationId xmlns:a16="http://schemas.microsoft.com/office/drawing/2014/main" id="{2D590E78-0BE5-477C-B085-66994251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395" y="413298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9" name="c-map-epsilon-0.1-marker-1579">
            <a:extLst xmlns:a="http://schemas.openxmlformats.org/drawingml/2006/main">
              <a:ext uri="{FF2B5EF4-FFF2-40B4-BE49-F238E27FC236}">
                <a16:creationId xmlns:a16="http://schemas.microsoft.com/office/drawing/2014/main" id="{10A2CB12-B453-4B68-A545-959883B1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579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1630" name="c-map-epsilon-0.1-path-1595">
            <a:extLst xmlns:a="http://schemas.openxmlformats.org/drawingml/2006/main">
              <a:ext uri="{FF2B5EF4-FFF2-40B4-BE49-F238E27FC236}">
                <a16:creationId xmlns:a16="http://schemas.microsoft.com/office/drawing/2014/main" id="{CBD98D56-7FA5-4E64-92BE-149E523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434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1" name="c-map-epsilon-0.1-path-1597">
            <a:extLst xmlns:a="http://schemas.openxmlformats.org/drawingml/2006/main">
              <a:ext uri="{FF2B5EF4-FFF2-40B4-BE49-F238E27FC236}">
                <a16:creationId xmlns:a16="http://schemas.microsoft.com/office/drawing/2014/main" id="{BE64413D-592A-439D-9A85-8F36B9E7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598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2" name="c-map-epsilon-0.1-path-1599">
            <a:extLst xmlns:a="http://schemas.openxmlformats.org/drawingml/2006/main">
              <a:ext uri="{FF2B5EF4-FFF2-40B4-BE49-F238E27FC236}">
                <a16:creationId xmlns:a16="http://schemas.microsoft.com/office/drawing/2014/main" id="{C1C982B8-3EA0-4CE2-88E2-CED4F984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2762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3" name="c-map-epsilon-0.1-path-1601">
            <a:extLst xmlns:a="http://schemas.openxmlformats.org/drawingml/2006/main">
              <a:ext uri="{FF2B5EF4-FFF2-40B4-BE49-F238E27FC236}">
                <a16:creationId xmlns:a16="http://schemas.microsoft.com/office/drawing/2014/main" id="{45138C5F-A78C-4AF7-91DE-932ECB5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926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4" name="c-map-epsilon-0.1-path-1603">
            <a:extLst xmlns:a="http://schemas.openxmlformats.org/drawingml/2006/main">
              <a:ext uri="{FF2B5EF4-FFF2-40B4-BE49-F238E27FC236}">
                <a16:creationId xmlns:a16="http://schemas.microsoft.com/office/drawing/2014/main" id="{6F843A77-99FA-44A3-A20B-3E25ADF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5090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5" name="c-map-epsilon-0.1-path-1605">
            <a:extLst xmlns:a="http://schemas.openxmlformats.org/drawingml/2006/main">
              <a:ext uri="{FF2B5EF4-FFF2-40B4-BE49-F238E27FC236}">
                <a16:creationId xmlns:a16="http://schemas.microsoft.com/office/drawing/2014/main" id="{595698C9-0E1D-4FCC-8BDC-365EBEF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1255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6" name="c-map-epsilon-0.1-path-1607">
            <a:extLst xmlns:a="http://schemas.openxmlformats.org/drawingml/2006/main">
              <a:ext uri="{FF2B5EF4-FFF2-40B4-BE49-F238E27FC236}">
                <a16:creationId xmlns:a16="http://schemas.microsoft.com/office/drawing/2014/main" id="{D85BF01B-D2B2-4D6F-B758-949B5429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478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7" name="c-map-epsilon-0.1-path-1608">
            <a:extLst xmlns:a="http://schemas.openxmlformats.org/drawingml/2006/main">
              <a:ext uri="{FF2B5EF4-FFF2-40B4-BE49-F238E27FC236}">
                <a16:creationId xmlns:a16="http://schemas.microsoft.com/office/drawing/2014/main" id="{25A661D2-B365-4D75-AC65-9D586E9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478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8" name="c-map-epsilon-0.1-path-1609">
            <a:extLst xmlns:a="http://schemas.openxmlformats.org/drawingml/2006/main">
              <a:ext uri="{FF2B5EF4-FFF2-40B4-BE49-F238E27FC236}">
                <a16:creationId xmlns:a16="http://schemas.microsoft.com/office/drawing/2014/main" id="{DA5E62DA-AC90-4B9F-A3FD-BA2F02F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478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9" name="c-map-epsilon-0.1-path-1593">
            <a:extLst xmlns:a="http://schemas.openxmlformats.org/drawingml/2006/main">
              <a:ext uri="{FF2B5EF4-FFF2-40B4-BE49-F238E27FC236}">
                <a16:creationId xmlns:a16="http://schemas.microsoft.com/office/drawing/2014/main" id="{62CC5478-7FAD-492D-9FA7-F6F0C40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352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640" name="c-map-epsilon-0.1-path-1594">
            <a:extLst xmlns:a="http://schemas.openxmlformats.org/drawingml/2006/main">
              <a:ext uri="{FF2B5EF4-FFF2-40B4-BE49-F238E27FC236}">
                <a16:creationId xmlns:a16="http://schemas.microsoft.com/office/drawing/2014/main" id="{69DE1B78-E548-4D6B-BB10-BE0DCF9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352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1641" name="c-map-epsilon-0.1 ε = 10%">
            <a:extLst xmlns:a="http://schemas.openxmlformats.org/drawingml/2006/main">
              <a:ext uri="{FF2B5EF4-FFF2-40B4-BE49-F238E27FC236}">
                <a16:creationId xmlns:a16="http://schemas.microsoft.com/office/drawing/2014/main" id="{2F4B7B19-53A2-4710-A2A5-01E3D277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6022" y="2303602"/>
            <a:ext cx="752518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10%</a:t>
            </a:r>
          </a:p>
        </p:txBody>
      </p:sp>
      <p:sp>
        <p:nvSpPr>
          <p:cNvPr id="1642" name="c-map-epsilon-0.1 3">
            <a:extLst xmlns:a="http://schemas.openxmlformats.org/drawingml/2006/main">
              <a:ext uri="{FF2B5EF4-FFF2-40B4-BE49-F238E27FC236}">
                <a16:creationId xmlns:a16="http://schemas.microsoft.com/office/drawing/2014/main" id="{B4335183-4EC7-42C3-9BFE-2ADBC8AF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2793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643" name="c-map-epsilon-0.1 4">
            <a:extLst xmlns:a="http://schemas.openxmlformats.org/drawingml/2006/main">
              <a:ext uri="{FF2B5EF4-FFF2-40B4-BE49-F238E27FC236}">
                <a16:creationId xmlns:a16="http://schemas.microsoft.com/office/drawing/2014/main" id="{27043645-8E65-498F-9374-6F03E2D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8956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644" name="c-map-epsilon-0.1 5">
            <a:extLst xmlns:a="http://schemas.openxmlformats.org/drawingml/2006/main">
              <a:ext uri="{FF2B5EF4-FFF2-40B4-BE49-F238E27FC236}">
                <a16:creationId xmlns:a16="http://schemas.microsoft.com/office/drawing/2014/main" id="{C5A92370-3FF9-4FEF-8906-5AC15E42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926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1645" name="c-map-epsilon-0.1 6">
            <a:extLst xmlns:a="http://schemas.openxmlformats.org/drawingml/2006/main">
              <a:ext uri="{FF2B5EF4-FFF2-40B4-BE49-F238E27FC236}">
                <a16:creationId xmlns:a16="http://schemas.microsoft.com/office/drawing/2014/main" id="{8D276D4F-3295-45AB-8893-73AB2CB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1284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1646" name="c-map-epsilon-0.1 7">
            <a:extLst xmlns:a="http://schemas.openxmlformats.org/drawingml/2006/main">
              <a:ext uri="{FF2B5EF4-FFF2-40B4-BE49-F238E27FC236}">
                <a16:creationId xmlns:a16="http://schemas.microsoft.com/office/drawing/2014/main" id="{3374093D-41AB-4503-9A24-6242A67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7449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1647" name="c-map-epsilon-0.1 8">
            <a:extLst xmlns:a="http://schemas.openxmlformats.org/drawingml/2006/main">
              <a:ext uri="{FF2B5EF4-FFF2-40B4-BE49-F238E27FC236}">
                <a16:creationId xmlns:a16="http://schemas.microsoft.com/office/drawing/2014/main" id="{024D4B19-E430-46E4-8909-305420F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3614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1648" name="c-map-epsilon-0.1 A41">
            <a:extLst xmlns:a="http://schemas.openxmlformats.org/drawingml/2006/main">
              <a:ext uri="{FF2B5EF4-FFF2-40B4-BE49-F238E27FC236}">
                <a16:creationId xmlns:a16="http://schemas.microsoft.com/office/drawing/2014/main" id="{8DF56827-23DC-408B-A48B-81913AA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7457" y="3000474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A41</a:t>
            </a:r>
          </a:p>
        </p:txBody>
      </p:sp>
      <p:sp>
        <p:nvSpPr>
          <p:cNvPr id="1649" name="c-map-epsilon-0.1 A42">
            <a:extLst xmlns:a="http://schemas.openxmlformats.org/drawingml/2006/main">
              <a:ext uri="{FF2B5EF4-FFF2-40B4-BE49-F238E27FC236}">
                <a16:creationId xmlns:a16="http://schemas.microsoft.com/office/drawing/2014/main" id="{810688CD-A37C-4F9E-903E-BA72F71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817" y="2805380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A42</a:t>
            </a:r>
          </a:p>
        </p:txBody>
      </p:sp>
      <p:sp>
        <p:nvSpPr>
          <p:cNvPr id="1650" name="c-map-epsilon-0.1 A43">
            <a:extLst xmlns:a="http://schemas.openxmlformats.org/drawingml/2006/main">
              <a:ext uri="{FF2B5EF4-FFF2-40B4-BE49-F238E27FC236}">
                <a16:creationId xmlns:a16="http://schemas.microsoft.com/office/drawing/2014/main" id="{5187150B-A1C1-42E8-9223-B9F4462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9980" y="3024496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A43</a:t>
            </a:r>
          </a:p>
        </p:txBody>
      </p:sp>
      <p:sp>
        <p:nvSpPr>
          <p:cNvPr id="1651" name="c-map-epsilon-0.1 A44">
            <a:extLst xmlns:a="http://schemas.openxmlformats.org/drawingml/2006/main">
              <a:ext uri="{FF2B5EF4-FFF2-40B4-BE49-F238E27FC236}">
                <a16:creationId xmlns:a16="http://schemas.microsoft.com/office/drawing/2014/main" id="{4DA858C7-C14D-4DFF-A3F4-2F3A719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145" y="2831760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A44</a:t>
            </a:r>
          </a:p>
        </p:txBody>
      </p:sp>
      <p:sp>
        <p:nvSpPr>
          <p:cNvPr id="1652" name="c-map-epsilon-0.1 A45">
            <a:extLst xmlns:a="http://schemas.openxmlformats.org/drawingml/2006/main">
              <a:ext uri="{FF2B5EF4-FFF2-40B4-BE49-F238E27FC236}">
                <a16:creationId xmlns:a16="http://schemas.microsoft.com/office/drawing/2014/main" id="{2D962591-78EF-4BBE-B6C7-2EB1993E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2114" y="2948989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A45</a:t>
            </a:r>
          </a:p>
        </p:txBody>
      </p:sp>
      <p:sp>
        <p:nvSpPr>
          <p:cNvPr id="1653" name="c-map-epsilon-0.1 A46">
            <a:extLst xmlns:a="http://schemas.openxmlformats.org/drawingml/2006/main">
              <a:ext uri="{FF2B5EF4-FFF2-40B4-BE49-F238E27FC236}">
                <a16:creationId xmlns:a16="http://schemas.microsoft.com/office/drawing/2014/main" id="{153EFE39-0CC0-4CC8-A6D2-2D430C5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8472" y="2885926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A46</a:t>
            </a:r>
          </a:p>
        </p:txBody>
      </p:sp>
      <p:sp>
        <p:nvSpPr>
          <p:cNvPr id="1654" name="c-map-epsilon-0.1 B41">
            <a:extLst xmlns:a="http://schemas.openxmlformats.org/drawingml/2006/main">
              <a:ext uri="{FF2B5EF4-FFF2-40B4-BE49-F238E27FC236}">
                <a16:creationId xmlns:a16="http://schemas.microsoft.com/office/drawing/2014/main" id="{F7C55757-B4F5-4B44-AF6E-91F5B96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7457" y="4215690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B41</a:t>
            </a:r>
          </a:p>
        </p:txBody>
      </p:sp>
      <p:sp>
        <p:nvSpPr>
          <p:cNvPr id="1655" name="c-map-epsilon-0.1 B42">
            <a:extLst xmlns:a="http://schemas.openxmlformats.org/drawingml/2006/main">
              <a:ext uri="{FF2B5EF4-FFF2-40B4-BE49-F238E27FC236}">
                <a16:creationId xmlns:a16="http://schemas.microsoft.com/office/drawing/2014/main" id="{1DA7B674-6545-48E7-AB0A-D1335D7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817" y="3917786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B42</a:t>
            </a:r>
          </a:p>
        </p:txBody>
      </p:sp>
      <p:sp>
        <p:nvSpPr>
          <p:cNvPr id="1656" name="c-map-epsilon-0.1 B43">
            <a:extLst xmlns:a="http://schemas.openxmlformats.org/drawingml/2006/main">
              <a:ext uri="{FF2B5EF4-FFF2-40B4-BE49-F238E27FC236}">
                <a16:creationId xmlns:a16="http://schemas.microsoft.com/office/drawing/2014/main" id="{8094B99C-7DDF-481F-9317-3B07BFB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9980" y="4015129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B43</a:t>
            </a:r>
          </a:p>
        </p:txBody>
      </p:sp>
      <p:sp>
        <p:nvSpPr>
          <p:cNvPr id="1657" name="c-map-epsilon-0.1 B44">
            <a:extLst xmlns:a="http://schemas.openxmlformats.org/drawingml/2006/main">
              <a:ext uri="{FF2B5EF4-FFF2-40B4-BE49-F238E27FC236}">
                <a16:creationId xmlns:a16="http://schemas.microsoft.com/office/drawing/2014/main" id="{4AC0E11E-8844-47F2-AE04-9F64ADD1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145" y="4326342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B44</a:t>
            </a:r>
          </a:p>
        </p:txBody>
      </p:sp>
      <p:sp>
        <p:nvSpPr>
          <p:cNvPr id="1658" name="c-map-epsilon-0.1 B45">
            <a:extLst xmlns:a="http://schemas.openxmlformats.org/drawingml/2006/main">
              <a:ext uri="{FF2B5EF4-FFF2-40B4-BE49-F238E27FC236}">
                <a16:creationId xmlns:a16="http://schemas.microsoft.com/office/drawing/2014/main" id="{EB142F4B-1414-4D87-AC00-97F0141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2114" y="418651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B45</a:t>
            </a:r>
          </a:p>
        </p:txBody>
      </p:sp>
      <p:sp>
        <p:nvSpPr>
          <p:cNvPr id="1659" name="c-map-epsilon-0.1 B46">
            <a:extLst xmlns:a="http://schemas.openxmlformats.org/drawingml/2006/main">
              <a:ext uri="{FF2B5EF4-FFF2-40B4-BE49-F238E27FC236}">
                <a16:creationId xmlns:a16="http://schemas.microsoft.com/office/drawing/2014/main" id="{E82FB79A-BC11-46CF-9B0A-B386ABF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8472" y="4370588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B46</a:t>
            </a:r>
          </a:p>
        </p:txBody>
      </p:sp>
      <p:sp>
        <p:nvSpPr>
          <p:cNvPr id="1660" name="d-tree-epsilon-0.1-path-1610">
            <a:extLst xmlns:a="http://schemas.openxmlformats.org/drawingml/2006/main">
              <a:ext uri="{FF2B5EF4-FFF2-40B4-BE49-F238E27FC236}">
                <a16:creationId xmlns:a16="http://schemas.microsoft.com/office/drawing/2014/main" id="{A16BFB93-9928-4B59-BCDE-D3235970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54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1" name="d-tree-epsilon-0.1-path-1611">
            <a:extLst xmlns:a="http://schemas.openxmlformats.org/drawingml/2006/main">
              <a:ext uri="{FF2B5EF4-FFF2-40B4-BE49-F238E27FC236}">
                <a16:creationId xmlns:a16="http://schemas.microsoft.com/office/drawing/2014/main" id="{CF2186DE-5D63-4F27-8A6E-A5CEE76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9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2" name="d-tree-epsilon-0.1-path-1612">
            <a:extLst xmlns:a="http://schemas.openxmlformats.org/drawingml/2006/main">
              <a:ext uri="{FF2B5EF4-FFF2-40B4-BE49-F238E27FC236}">
                <a16:creationId xmlns:a16="http://schemas.microsoft.com/office/drawing/2014/main" id="{26B249B0-1D21-4CA1-B078-CDEA0E2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354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3" name="d-tree-epsilon-0.1-path-1613">
            <a:extLst xmlns:a="http://schemas.openxmlformats.org/drawingml/2006/main">
              <a:ext uri="{FF2B5EF4-FFF2-40B4-BE49-F238E27FC236}">
                <a16:creationId xmlns:a16="http://schemas.microsoft.com/office/drawing/2014/main" id="{8B44F816-90A2-4DE0-B040-4294A47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80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4" name="d-tree-epsilon-0.1-path-1614">
            <a:extLst xmlns:a="http://schemas.openxmlformats.org/drawingml/2006/main">
              <a:ext uri="{FF2B5EF4-FFF2-40B4-BE49-F238E27FC236}">
                <a16:creationId xmlns:a16="http://schemas.microsoft.com/office/drawing/2014/main" id="{1CD60EB5-DC2D-49FD-A7A4-4631775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146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5" name="d-tree-epsilon-0.1-path-1615">
            <a:extLst xmlns:a="http://schemas.openxmlformats.org/drawingml/2006/main">
              <a:ext uri="{FF2B5EF4-FFF2-40B4-BE49-F238E27FC236}">
                <a16:creationId xmlns:a16="http://schemas.microsoft.com/office/drawing/2014/main" id="{A31A18EB-33C3-4FC4-9515-0FCBFF47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807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6" name="d-tree-epsilon-0.1-path-1616">
            <a:extLst xmlns:a="http://schemas.openxmlformats.org/drawingml/2006/main">
              <a:ext uri="{FF2B5EF4-FFF2-40B4-BE49-F238E27FC236}">
                <a16:creationId xmlns:a16="http://schemas.microsoft.com/office/drawing/2014/main" id="{1CE77409-324E-4F84-A234-151D84F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154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7" name="d-tree-epsilon-0.1-path-1617">
            <a:extLst xmlns:a="http://schemas.openxmlformats.org/drawingml/2006/main">
              <a:ext uri="{FF2B5EF4-FFF2-40B4-BE49-F238E27FC236}">
                <a16:creationId xmlns:a16="http://schemas.microsoft.com/office/drawing/2014/main" id="{0FDD76FE-6311-4174-A7B7-878AF0FE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635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8" name="d-tree-epsilon-0.1-path-1618">
            <a:extLst xmlns:a="http://schemas.openxmlformats.org/drawingml/2006/main">
              <a:ext uri="{FF2B5EF4-FFF2-40B4-BE49-F238E27FC236}">
                <a16:creationId xmlns:a16="http://schemas.microsoft.com/office/drawing/2014/main" id="{F9B0932C-029A-4FBA-B650-8C4F8996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154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69" name="d-tree-epsilon-0.1-path-1619">
            <a:extLst xmlns:a="http://schemas.openxmlformats.org/drawingml/2006/main">
              <a:ext uri="{FF2B5EF4-FFF2-40B4-BE49-F238E27FC236}">
                <a16:creationId xmlns:a16="http://schemas.microsoft.com/office/drawing/2014/main" id="{9255C879-11CD-4F90-B769-C5258825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72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0" name="d-tree-epsilon-0.1-path-1620">
            <a:extLst xmlns:a="http://schemas.openxmlformats.org/drawingml/2006/main">
              <a:ext uri="{FF2B5EF4-FFF2-40B4-BE49-F238E27FC236}">
                <a16:creationId xmlns:a16="http://schemas.microsoft.com/office/drawing/2014/main" id="{373EC8CF-A9B4-4E4D-9700-FBEE9D3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938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1" name="d-tree-epsilon-0.1-path-1621">
            <a:extLst xmlns:a="http://schemas.openxmlformats.org/drawingml/2006/main">
              <a:ext uri="{FF2B5EF4-FFF2-40B4-BE49-F238E27FC236}">
                <a16:creationId xmlns:a16="http://schemas.microsoft.com/office/drawing/2014/main" id="{BC4A7778-321C-46CA-A932-E2D37B08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729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2" name="d-tree-epsilon-0.1-path-1622">
            <a:extLst xmlns:a="http://schemas.openxmlformats.org/drawingml/2006/main">
              <a:ext uri="{FF2B5EF4-FFF2-40B4-BE49-F238E27FC236}">
                <a16:creationId xmlns:a16="http://schemas.microsoft.com/office/drawing/2014/main" id="{2C047634-3F1E-4A98-8DDF-BFD09AF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556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3" name="d-tree-epsilon-0.1-path-1623">
            <a:extLst xmlns:a="http://schemas.openxmlformats.org/drawingml/2006/main">
              <a:ext uri="{FF2B5EF4-FFF2-40B4-BE49-F238E27FC236}">
                <a16:creationId xmlns:a16="http://schemas.microsoft.com/office/drawing/2014/main" id="{2C35D550-12FF-4B72-A02D-6D06EFFE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036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4" name="d-tree-epsilon-0.1-path-1624">
            <a:extLst xmlns:a="http://schemas.openxmlformats.org/drawingml/2006/main">
              <a:ext uri="{FF2B5EF4-FFF2-40B4-BE49-F238E27FC236}">
                <a16:creationId xmlns:a16="http://schemas.microsoft.com/office/drawing/2014/main" id="{36C37B7E-87FD-40E0-A38E-54A4F09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556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5" name="d-tree-epsilon-0.1-path-1625">
            <a:extLst xmlns:a="http://schemas.openxmlformats.org/drawingml/2006/main">
              <a:ext uri="{FF2B5EF4-FFF2-40B4-BE49-F238E27FC236}">
                <a16:creationId xmlns:a16="http://schemas.microsoft.com/office/drawing/2014/main" id="{CBF8CE74-D373-470B-8394-BCB91F8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075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6" name="d-tree-epsilon-0.1-path-1626">
            <a:extLst xmlns:a="http://schemas.openxmlformats.org/drawingml/2006/main">
              <a:ext uri="{FF2B5EF4-FFF2-40B4-BE49-F238E27FC236}">
                <a16:creationId xmlns:a16="http://schemas.microsoft.com/office/drawing/2014/main" id="{D53A1AA2-DF24-4FB5-8253-AB3524C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796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7" name="d-tree-epsilon-0.1-path-1627">
            <a:extLst xmlns:a="http://schemas.openxmlformats.org/drawingml/2006/main">
              <a:ext uri="{FF2B5EF4-FFF2-40B4-BE49-F238E27FC236}">
                <a16:creationId xmlns:a16="http://schemas.microsoft.com/office/drawing/2014/main" id="{911BBF69-F25B-43C3-AAD9-61025D7F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075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8" name="d-tree-epsilon-0.1-path-1628">
            <a:extLst xmlns:a="http://schemas.openxmlformats.org/drawingml/2006/main">
              <a:ext uri="{FF2B5EF4-FFF2-40B4-BE49-F238E27FC236}">
                <a16:creationId xmlns:a16="http://schemas.microsoft.com/office/drawing/2014/main" id="{B4874F00-C65D-49F0-9D4F-3C29B85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0422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79" name="d-tree-epsilon-0.1-path-1629">
            <a:extLst xmlns:a="http://schemas.openxmlformats.org/drawingml/2006/main">
              <a:ext uri="{FF2B5EF4-FFF2-40B4-BE49-F238E27FC236}">
                <a16:creationId xmlns:a16="http://schemas.microsoft.com/office/drawing/2014/main" id="{C0EA7839-6B07-4137-AD8C-61A0C78C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0935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0" name="d-tree-epsilon-0.1-path-1630">
            <a:extLst xmlns:a="http://schemas.openxmlformats.org/drawingml/2006/main">
              <a:ext uri="{FF2B5EF4-FFF2-40B4-BE49-F238E27FC236}">
                <a16:creationId xmlns:a16="http://schemas.microsoft.com/office/drawing/2014/main" id="{4E6A8E58-4080-443D-896C-C9ADBE71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0422" y="6754909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1" name="d-tree-epsilon-0.1-path-1631">
            <a:extLst xmlns:a="http://schemas.openxmlformats.org/drawingml/2006/main">
              <a:ext uri="{FF2B5EF4-FFF2-40B4-BE49-F238E27FC236}">
                <a16:creationId xmlns:a16="http://schemas.microsoft.com/office/drawing/2014/main" id="{62D13C62-4B1A-48ED-98F8-F4B063D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34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2" name="d-tree-epsilon-0.1-path-1632">
            <a:extLst xmlns:a="http://schemas.openxmlformats.org/drawingml/2006/main">
              <a:ext uri="{FF2B5EF4-FFF2-40B4-BE49-F238E27FC236}">
                <a16:creationId xmlns:a16="http://schemas.microsoft.com/office/drawing/2014/main" id="{32737F4D-5A62-4803-95F7-50BF33AE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99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3" name="d-tree-epsilon-0.1-path-1633">
            <a:extLst xmlns:a="http://schemas.openxmlformats.org/drawingml/2006/main">
              <a:ext uri="{FF2B5EF4-FFF2-40B4-BE49-F238E27FC236}">
                <a16:creationId xmlns:a16="http://schemas.microsoft.com/office/drawing/2014/main" id="{4779734A-1C5B-4BA7-BE3F-70E2F7D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34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4" name="d-tree-epsilon-0.1-path-1634">
            <a:extLst xmlns:a="http://schemas.openxmlformats.org/drawingml/2006/main">
              <a:ext uri="{FF2B5EF4-FFF2-40B4-BE49-F238E27FC236}">
                <a16:creationId xmlns:a16="http://schemas.microsoft.com/office/drawing/2014/main" id="{7B73373C-7881-4A22-94D5-C175FD1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30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5" name="d-tree-epsilon-0.1-path-1635">
            <a:extLst xmlns:a="http://schemas.openxmlformats.org/drawingml/2006/main">
              <a:ext uri="{FF2B5EF4-FFF2-40B4-BE49-F238E27FC236}">
                <a16:creationId xmlns:a16="http://schemas.microsoft.com/office/drawing/2014/main" id="{556E4A7E-9234-4376-8AF4-E8C079E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95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6" name="d-tree-epsilon-0.1-path-1636">
            <a:extLst xmlns:a="http://schemas.openxmlformats.org/drawingml/2006/main">
              <a:ext uri="{FF2B5EF4-FFF2-40B4-BE49-F238E27FC236}">
                <a16:creationId xmlns:a16="http://schemas.microsoft.com/office/drawing/2014/main" id="{3A60DF1C-F94A-4367-963D-CA1E4367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30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7" name="d-tree-epsilon-0.1-path-1637">
            <a:extLst xmlns:a="http://schemas.openxmlformats.org/drawingml/2006/main">
              <a:ext uri="{FF2B5EF4-FFF2-40B4-BE49-F238E27FC236}">
                <a16:creationId xmlns:a16="http://schemas.microsoft.com/office/drawing/2014/main" id="{D4855698-26C1-42C4-91EB-51C5584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130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8" name="d-tree-epsilon-0.1-path-1638">
            <a:extLst xmlns:a="http://schemas.openxmlformats.org/drawingml/2006/main">
              <a:ext uri="{FF2B5EF4-FFF2-40B4-BE49-F238E27FC236}">
                <a16:creationId xmlns:a16="http://schemas.microsoft.com/office/drawing/2014/main" id="{9D1479F5-BCA4-4E0C-ADF5-C046A16D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610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89" name="d-tree-epsilon-0.1-path-1639">
            <a:extLst xmlns:a="http://schemas.openxmlformats.org/drawingml/2006/main">
              <a:ext uri="{FF2B5EF4-FFF2-40B4-BE49-F238E27FC236}">
                <a16:creationId xmlns:a16="http://schemas.microsoft.com/office/drawing/2014/main" id="{CFC125B7-27C3-40C7-A20D-1CE3B9F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130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0" name="d-tree-epsilon-0.1-path-1640">
            <a:extLst xmlns:a="http://schemas.openxmlformats.org/drawingml/2006/main">
              <a:ext uri="{FF2B5EF4-FFF2-40B4-BE49-F238E27FC236}">
                <a16:creationId xmlns:a16="http://schemas.microsoft.com/office/drawing/2014/main" id="{D0E07F65-B008-4E30-A719-30DCEF0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57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1" name="d-tree-epsilon-0.1-path-1641">
            <a:extLst xmlns:a="http://schemas.openxmlformats.org/drawingml/2006/main">
              <a:ext uri="{FF2B5EF4-FFF2-40B4-BE49-F238E27FC236}">
                <a16:creationId xmlns:a16="http://schemas.microsoft.com/office/drawing/2014/main" id="{842BB4F5-1648-4550-BF66-64FEA8D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22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2" name="d-tree-epsilon-0.1-path-1642">
            <a:extLst xmlns:a="http://schemas.openxmlformats.org/drawingml/2006/main">
              <a:ext uri="{FF2B5EF4-FFF2-40B4-BE49-F238E27FC236}">
                <a16:creationId xmlns:a16="http://schemas.microsoft.com/office/drawing/2014/main" id="{564F01AA-3612-4FA1-A17B-85F73508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571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3" name="d-tree-epsilon-0.1-path-1643">
            <a:extLst xmlns:a="http://schemas.openxmlformats.org/drawingml/2006/main">
              <a:ext uri="{FF2B5EF4-FFF2-40B4-BE49-F238E27FC236}">
                <a16:creationId xmlns:a16="http://schemas.microsoft.com/office/drawing/2014/main" id="{37FEBE07-D073-466B-82D3-0B033BA3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87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4" name="d-tree-epsilon-0.1-path-1644">
            <a:extLst xmlns:a="http://schemas.openxmlformats.org/drawingml/2006/main">
              <a:ext uri="{FF2B5EF4-FFF2-40B4-BE49-F238E27FC236}">
                <a16:creationId xmlns:a16="http://schemas.microsoft.com/office/drawing/2014/main" id="{7A9FAA97-382F-4526-AE46-78DD9037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53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5" name="d-tree-epsilon-0.1-path-1645">
            <a:extLst xmlns:a="http://schemas.openxmlformats.org/drawingml/2006/main">
              <a:ext uri="{FF2B5EF4-FFF2-40B4-BE49-F238E27FC236}">
                <a16:creationId xmlns:a16="http://schemas.microsoft.com/office/drawing/2014/main" id="{CD75EA63-AF08-4DF2-BAA9-9057392E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87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6" name="d-tree-epsilon-0.1-path-1646">
            <a:extLst xmlns:a="http://schemas.openxmlformats.org/drawingml/2006/main">
              <a:ext uri="{FF2B5EF4-FFF2-40B4-BE49-F238E27FC236}">
                <a16:creationId xmlns:a16="http://schemas.microsoft.com/office/drawing/2014/main" id="{9C0BBF37-E05C-4EDE-AF97-3E9C2CB5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41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7" name="d-tree-epsilon-0.1-path-1647">
            <a:extLst xmlns:a="http://schemas.openxmlformats.org/drawingml/2006/main">
              <a:ext uri="{FF2B5EF4-FFF2-40B4-BE49-F238E27FC236}">
                <a16:creationId xmlns:a16="http://schemas.microsoft.com/office/drawing/2014/main" id="{7C45CA59-13C8-4CF1-9796-57BEB791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06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8" name="d-tree-epsilon-0.1-path-1648">
            <a:extLst xmlns:a="http://schemas.openxmlformats.org/drawingml/2006/main">
              <a:ext uri="{FF2B5EF4-FFF2-40B4-BE49-F238E27FC236}">
                <a16:creationId xmlns:a16="http://schemas.microsoft.com/office/drawing/2014/main" id="{5D7F6908-88F5-4DA2-B558-3BA7CFD5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412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699" name="d-tree-epsilon-0.1-path-1649">
            <a:extLst xmlns:a="http://schemas.openxmlformats.org/drawingml/2006/main">
              <a:ext uri="{FF2B5EF4-FFF2-40B4-BE49-F238E27FC236}">
                <a16:creationId xmlns:a16="http://schemas.microsoft.com/office/drawing/2014/main" id="{AA8F7903-6382-4596-83E9-E6252BCD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037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1700" name="d-tree-epsilon-0.1-path-1650">
            <a:extLst xmlns:a="http://schemas.openxmlformats.org/drawingml/2006/main">
              <a:ext uri="{FF2B5EF4-FFF2-40B4-BE49-F238E27FC236}">
                <a16:creationId xmlns:a16="http://schemas.microsoft.com/office/drawing/2014/main" id="{A117B438-9FA9-4BB6-8F0D-3B54068E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002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1" name="d-tree-epsilon-0.1-path-1651">
            <a:extLst xmlns:a="http://schemas.openxmlformats.org/drawingml/2006/main">
              <a:ext uri="{FF2B5EF4-FFF2-40B4-BE49-F238E27FC236}">
                <a16:creationId xmlns:a16="http://schemas.microsoft.com/office/drawing/2014/main" id="{98A30470-91E2-46DA-B0E0-2DA5B20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037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2" name="d-tree-epsilon-0.1-path-1652">
            <a:extLst xmlns:a="http://schemas.openxmlformats.org/drawingml/2006/main">
              <a:ext uri="{FF2B5EF4-FFF2-40B4-BE49-F238E27FC236}">
                <a16:creationId xmlns:a16="http://schemas.microsoft.com/office/drawing/2014/main" id="{EE7992AF-406D-4870-85C6-4D3D91E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898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3" name="d-tree-epsilon-0.1-path-1653">
            <a:extLst xmlns:a="http://schemas.openxmlformats.org/drawingml/2006/main">
              <a:ext uri="{FF2B5EF4-FFF2-40B4-BE49-F238E27FC236}">
                <a16:creationId xmlns:a16="http://schemas.microsoft.com/office/drawing/2014/main" id="{49D072CA-68FB-491A-9822-2DF079A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64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4" name="d-tree-epsilon-0.1-path-1654">
            <a:extLst xmlns:a="http://schemas.openxmlformats.org/drawingml/2006/main">
              <a:ext uri="{FF2B5EF4-FFF2-40B4-BE49-F238E27FC236}">
                <a16:creationId xmlns:a16="http://schemas.microsoft.com/office/drawing/2014/main" id="{0510D957-9D4B-4DDD-B330-4CB5338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8987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5" name="d-tree-epsilon-0.1-path-1655">
            <a:extLst xmlns:a="http://schemas.openxmlformats.org/drawingml/2006/main">
              <a:ext uri="{FF2B5EF4-FFF2-40B4-BE49-F238E27FC236}">
                <a16:creationId xmlns:a16="http://schemas.microsoft.com/office/drawing/2014/main" id="{5403389E-7498-44CC-A536-4DD291C4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9334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6" name="d-tree-epsilon-0.1-path-1656">
            <a:extLst xmlns:a="http://schemas.openxmlformats.org/drawingml/2006/main">
              <a:ext uri="{FF2B5EF4-FFF2-40B4-BE49-F238E27FC236}">
                <a16:creationId xmlns:a16="http://schemas.microsoft.com/office/drawing/2014/main" id="{67EC7F22-01FF-4CAA-8E29-9A8E8E8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381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7" name="d-tree-epsilon-0.1-path-1657">
            <a:extLst xmlns:a="http://schemas.openxmlformats.org/drawingml/2006/main">
              <a:ext uri="{FF2B5EF4-FFF2-40B4-BE49-F238E27FC236}">
                <a16:creationId xmlns:a16="http://schemas.microsoft.com/office/drawing/2014/main" id="{61376AFC-D419-4947-B125-4AFF755C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9334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8" name="d-tree-epsilon-0.1-path-1658">
            <a:extLst xmlns:a="http://schemas.openxmlformats.org/drawingml/2006/main">
              <a:ext uri="{FF2B5EF4-FFF2-40B4-BE49-F238E27FC236}">
                <a16:creationId xmlns:a16="http://schemas.microsoft.com/office/drawing/2014/main" id="{4AA44178-C6A7-47E5-86E4-7DE33F20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94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09" name="d-tree-epsilon-0.1-path-1659">
            <a:extLst xmlns:a="http://schemas.openxmlformats.org/drawingml/2006/main">
              <a:ext uri="{FF2B5EF4-FFF2-40B4-BE49-F238E27FC236}">
                <a16:creationId xmlns:a16="http://schemas.microsoft.com/office/drawing/2014/main" id="{19E1D659-5E21-45DC-8EB0-C9D8F7D2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760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0" name="d-tree-epsilon-0.1-path-1660">
            <a:extLst xmlns:a="http://schemas.openxmlformats.org/drawingml/2006/main">
              <a:ext uri="{FF2B5EF4-FFF2-40B4-BE49-F238E27FC236}">
                <a16:creationId xmlns:a16="http://schemas.microsoft.com/office/drawing/2014/main" id="{5310A092-4D6B-450F-8D65-48A110A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94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1" name="d-tree-epsilon-0.1-path-1661">
            <a:extLst xmlns:a="http://schemas.openxmlformats.org/drawingml/2006/main">
              <a:ext uri="{FF2B5EF4-FFF2-40B4-BE49-F238E27FC236}">
                <a16:creationId xmlns:a16="http://schemas.microsoft.com/office/drawing/2014/main" id="{0457C3D1-E382-45EC-913F-EFC9CA3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448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2" name="d-tree-epsilon-0.1-path-1662">
            <a:extLst xmlns:a="http://schemas.openxmlformats.org/drawingml/2006/main">
              <a:ext uri="{FF2B5EF4-FFF2-40B4-BE49-F238E27FC236}">
                <a16:creationId xmlns:a16="http://schemas.microsoft.com/office/drawing/2014/main" id="{86C642AE-4427-4722-9CF1-A1F589C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13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3" name="d-tree-epsilon-0.1-path-1663">
            <a:extLst xmlns:a="http://schemas.openxmlformats.org/drawingml/2006/main">
              <a:ext uri="{FF2B5EF4-FFF2-40B4-BE49-F238E27FC236}">
                <a16:creationId xmlns:a16="http://schemas.microsoft.com/office/drawing/2014/main" id="{B1232046-375B-45CB-A73A-2492F87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4482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4" name="d-tree-epsilon-0.1-path-1664">
            <a:extLst xmlns:a="http://schemas.openxmlformats.org/drawingml/2006/main">
              <a:ext uri="{FF2B5EF4-FFF2-40B4-BE49-F238E27FC236}">
                <a16:creationId xmlns:a16="http://schemas.microsoft.com/office/drawing/2014/main" id="{FED36CB4-B9FD-4F38-AE86-0C077B9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240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5" name="d-tree-epsilon-0.1-path-1665">
            <a:extLst xmlns:a="http://schemas.openxmlformats.org/drawingml/2006/main">
              <a:ext uri="{FF2B5EF4-FFF2-40B4-BE49-F238E27FC236}">
                <a16:creationId xmlns:a16="http://schemas.microsoft.com/office/drawing/2014/main" id="{5C074D74-4903-4153-B617-B901064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05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6" name="d-tree-epsilon-0.1-path-1666">
            <a:extLst xmlns:a="http://schemas.openxmlformats.org/drawingml/2006/main">
              <a:ext uri="{FF2B5EF4-FFF2-40B4-BE49-F238E27FC236}">
                <a16:creationId xmlns:a16="http://schemas.microsoft.com/office/drawing/2014/main" id="{7C736220-6AC2-4108-9198-DF644FFB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240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7" name="d-tree-epsilon-0.1-path-1667">
            <a:extLst xmlns:a="http://schemas.openxmlformats.org/drawingml/2006/main">
              <a:ext uri="{FF2B5EF4-FFF2-40B4-BE49-F238E27FC236}">
                <a16:creationId xmlns:a16="http://schemas.microsoft.com/office/drawing/2014/main" id="{50A40602-298D-49D1-8930-39AD607E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750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8" name="d-tree-epsilon-0.1-path-1668">
            <a:extLst xmlns:a="http://schemas.openxmlformats.org/drawingml/2006/main">
              <a:ext uri="{FF2B5EF4-FFF2-40B4-BE49-F238E27FC236}">
                <a16:creationId xmlns:a16="http://schemas.microsoft.com/office/drawing/2014/main" id="{A04E5C72-3B15-4F97-B20C-7582913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230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19" name="d-tree-epsilon-0.1-path-1669">
            <a:extLst xmlns:a="http://schemas.openxmlformats.org/drawingml/2006/main">
              <a:ext uri="{FF2B5EF4-FFF2-40B4-BE49-F238E27FC236}">
                <a16:creationId xmlns:a16="http://schemas.microsoft.com/office/drawing/2014/main" id="{6B30F923-F1F7-4DD4-89CB-8019AB8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750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0" name="d-tree-epsilon-0.1-path-1670">
            <a:extLst xmlns:a="http://schemas.openxmlformats.org/drawingml/2006/main">
              <a:ext uri="{FF2B5EF4-FFF2-40B4-BE49-F238E27FC236}">
                <a16:creationId xmlns:a16="http://schemas.microsoft.com/office/drawing/2014/main" id="{892F095A-215D-47A9-8980-72970DB7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71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1" name="d-tree-epsilon-0.1-path-1671">
            <a:extLst xmlns:a="http://schemas.openxmlformats.org/drawingml/2006/main">
              <a:ext uri="{FF2B5EF4-FFF2-40B4-BE49-F238E27FC236}">
                <a16:creationId xmlns:a16="http://schemas.microsoft.com/office/drawing/2014/main" id="{02123481-1C88-43A0-9962-F5052F84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1364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2" name="d-tree-epsilon-0.1-path-1672">
            <a:extLst xmlns:a="http://schemas.openxmlformats.org/drawingml/2006/main">
              <a:ext uri="{FF2B5EF4-FFF2-40B4-BE49-F238E27FC236}">
                <a16:creationId xmlns:a16="http://schemas.microsoft.com/office/drawing/2014/main" id="{FC2F6CC5-4030-4CCD-B622-50639D3A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71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3" name="d-tree-epsilon-0.1-path-1673">
            <a:extLst xmlns:a="http://schemas.openxmlformats.org/drawingml/2006/main">
              <a:ext uri="{FF2B5EF4-FFF2-40B4-BE49-F238E27FC236}">
                <a16:creationId xmlns:a16="http://schemas.microsoft.com/office/drawing/2014/main" id="{9AB5C67D-1CD4-40DF-900B-EFFBA40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991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4" name="d-tree-epsilon-0.1-path-1674">
            <a:extLst xmlns:a="http://schemas.openxmlformats.org/drawingml/2006/main">
              <a:ext uri="{FF2B5EF4-FFF2-40B4-BE49-F238E27FC236}">
                <a16:creationId xmlns:a16="http://schemas.microsoft.com/office/drawing/2014/main" id="{67C598B8-A0E3-45A9-A653-B830D375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537" y="6777474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5" name="d-tree-epsilon-0.1-path-1675">
            <a:extLst xmlns:a="http://schemas.openxmlformats.org/drawingml/2006/main">
              <a:ext uri="{FF2B5EF4-FFF2-40B4-BE49-F238E27FC236}">
                <a16:creationId xmlns:a16="http://schemas.microsoft.com/office/drawing/2014/main" id="{030D3041-710E-4F06-976A-F0097A98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991" y="6777474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6" name="d-tree-epsilon-0.1-path-1676">
            <a:extLst xmlns:a="http://schemas.openxmlformats.org/drawingml/2006/main">
              <a:ext uri="{FF2B5EF4-FFF2-40B4-BE49-F238E27FC236}">
                <a16:creationId xmlns:a16="http://schemas.microsoft.com/office/drawing/2014/main" id="{89185151-84B4-4B3D-BCF3-11DC6C4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263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7" name="d-tree-epsilon-0.1-path-1677">
            <a:extLst xmlns:a="http://schemas.openxmlformats.org/drawingml/2006/main">
              <a:ext uri="{FF2B5EF4-FFF2-40B4-BE49-F238E27FC236}">
                <a16:creationId xmlns:a16="http://schemas.microsoft.com/office/drawing/2014/main" id="{1C5F28BF-8635-414B-8B96-9A0BCB0E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1017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8" name="d-tree-epsilon-0.1-path-1678">
            <a:extLst xmlns:a="http://schemas.openxmlformats.org/drawingml/2006/main">
              <a:ext uri="{FF2B5EF4-FFF2-40B4-BE49-F238E27FC236}">
                <a16:creationId xmlns:a16="http://schemas.microsoft.com/office/drawing/2014/main" id="{1DB3728F-9AF8-468D-AA9E-1BA8892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263" y="6754909"/>
            <a:ext cx="27754" cy="476"/>
          </a:xfrm>
          <a:custGeom xmlns:a="http://schemas.openxmlformats.org/drawingml/2006/main">
            <a:pathLst>
              <a:path w="24124" h="476">
                <a:moveTo>
                  <a:pt x="0" y="0"/>
                </a:moveTo>
                <a:lnTo>
                  <a:pt x="24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29" name="d-tree-epsilon-0.1-path-1679">
            <a:extLst xmlns:a="http://schemas.openxmlformats.org/drawingml/2006/main">
              <a:ext uri="{FF2B5EF4-FFF2-40B4-BE49-F238E27FC236}">
                <a16:creationId xmlns:a16="http://schemas.microsoft.com/office/drawing/2014/main" id="{8209DA1F-C395-41AD-B5F3-BF14B0C5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096" y="6732344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0" name="d-tree-epsilon-0.1-path-1680">
            <a:extLst xmlns:a="http://schemas.openxmlformats.org/drawingml/2006/main">
              <a:ext uri="{FF2B5EF4-FFF2-40B4-BE49-F238E27FC236}">
                <a16:creationId xmlns:a16="http://schemas.microsoft.com/office/drawing/2014/main" id="{12AB4B05-A91C-448A-B36F-4F6DF06B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140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1" name="d-tree-epsilon-0.1-path-1681">
            <a:extLst xmlns:a="http://schemas.openxmlformats.org/drawingml/2006/main">
              <a:ext uri="{FF2B5EF4-FFF2-40B4-BE49-F238E27FC236}">
                <a16:creationId xmlns:a16="http://schemas.microsoft.com/office/drawing/2014/main" id="{E64538D6-3EDB-4CDF-B2FD-45A861C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3096" y="6732344"/>
            <a:ext cx="44044" cy="476"/>
          </a:xfrm>
          <a:custGeom xmlns:a="http://schemas.openxmlformats.org/drawingml/2006/main">
            <a:pathLst>
              <a:path w="38284" h="476">
                <a:moveTo>
                  <a:pt x="0" y="0"/>
                </a:moveTo>
                <a:lnTo>
                  <a:pt x="38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2" name="d-tree-epsilon-0.1-path-1682">
            <a:extLst xmlns:a="http://schemas.openxmlformats.org/drawingml/2006/main">
              <a:ext uri="{FF2B5EF4-FFF2-40B4-BE49-F238E27FC236}">
                <a16:creationId xmlns:a16="http://schemas.microsoft.com/office/drawing/2014/main" id="{7B42CE95-24E9-4A72-BE9C-5A987C27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118" y="67097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3" name="d-tree-epsilon-0.1-path-1683">
            <a:extLst xmlns:a="http://schemas.openxmlformats.org/drawingml/2006/main">
              <a:ext uri="{FF2B5EF4-FFF2-40B4-BE49-F238E27FC236}">
                <a16:creationId xmlns:a16="http://schemas.microsoft.com/office/drawing/2014/main" id="{EE9397C0-8EC2-48D5-B42B-56E1A8E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671" y="6709779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4" name="d-tree-epsilon-0.1-path-1684">
            <a:extLst xmlns:a="http://schemas.openxmlformats.org/drawingml/2006/main">
              <a:ext uri="{FF2B5EF4-FFF2-40B4-BE49-F238E27FC236}">
                <a16:creationId xmlns:a16="http://schemas.microsoft.com/office/drawing/2014/main" id="{CB8BCAF7-4168-483C-A665-6ACDDECD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118" y="6709779"/>
            <a:ext cx="45553" cy="476"/>
          </a:xfrm>
          <a:custGeom xmlns:a="http://schemas.openxmlformats.org/drawingml/2006/main">
            <a:pathLst>
              <a:path w="39595" h="476">
                <a:moveTo>
                  <a:pt x="0" y="0"/>
                </a:moveTo>
                <a:lnTo>
                  <a:pt x="39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5" name="d-tree-epsilon-0.1-path-1685">
            <a:extLst xmlns:a="http://schemas.openxmlformats.org/drawingml/2006/main">
              <a:ext uri="{FF2B5EF4-FFF2-40B4-BE49-F238E27FC236}">
                <a16:creationId xmlns:a16="http://schemas.microsoft.com/office/drawing/2014/main" id="{CC62DA49-53C5-4AB1-8559-D9E04871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895" y="66872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6" name="d-tree-epsilon-0.1-path-1686">
            <a:extLst xmlns:a="http://schemas.openxmlformats.org/drawingml/2006/main">
              <a:ext uri="{FF2B5EF4-FFF2-40B4-BE49-F238E27FC236}">
                <a16:creationId xmlns:a16="http://schemas.microsoft.com/office/drawing/2014/main" id="{22D92EC1-0CCF-4792-998D-8A0806E8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0324" y="6687214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7" name="d-tree-epsilon-0.1-path-1687">
            <a:extLst xmlns:a="http://schemas.openxmlformats.org/drawingml/2006/main">
              <a:ext uri="{FF2B5EF4-FFF2-40B4-BE49-F238E27FC236}">
                <a16:creationId xmlns:a16="http://schemas.microsoft.com/office/drawing/2014/main" id="{7B39C6EE-20E7-4991-BB20-913C7A5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895" y="6687214"/>
            <a:ext cx="32429" cy="476"/>
          </a:xfrm>
          <a:custGeom xmlns:a="http://schemas.openxmlformats.org/drawingml/2006/main">
            <a:pathLst>
              <a:path w="28188" h="476">
                <a:moveTo>
                  <a:pt x="0" y="0"/>
                </a:moveTo>
                <a:lnTo>
                  <a:pt x="28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8" name="d-tree-epsilon-0.1-path-1688">
            <a:extLst xmlns:a="http://schemas.openxmlformats.org/drawingml/2006/main">
              <a:ext uri="{FF2B5EF4-FFF2-40B4-BE49-F238E27FC236}">
                <a16:creationId xmlns:a16="http://schemas.microsoft.com/office/drawing/2014/main" id="{110B2BC4-CDBB-4DF0-AF12-2C1A8A3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4110" y="66646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39" name="d-tree-epsilon-0.1-path-1689">
            <a:extLst xmlns:a="http://schemas.openxmlformats.org/drawingml/2006/main">
              <a:ext uri="{FF2B5EF4-FFF2-40B4-BE49-F238E27FC236}">
                <a16:creationId xmlns:a16="http://schemas.microsoft.com/office/drawing/2014/main" id="{7D87AB27-56AB-4752-9063-5BFDB33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9978" y="666464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0" name="d-tree-epsilon-0.1-path-1690">
            <a:extLst xmlns:a="http://schemas.openxmlformats.org/drawingml/2006/main">
              <a:ext uri="{FF2B5EF4-FFF2-40B4-BE49-F238E27FC236}">
                <a16:creationId xmlns:a16="http://schemas.microsoft.com/office/drawing/2014/main" id="{00473235-AC32-48DD-B6E7-B97EFB9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4110" y="6664648"/>
            <a:ext cx="25868" cy="476"/>
          </a:xfrm>
          <a:custGeom xmlns:a="http://schemas.openxmlformats.org/drawingml/2006/main">
            <a:pathLst>
              <a:path w="22485" h="476">
                <a:moveTo>
                  <a:pt x="0" y="0"/>
                </a:moveTo>
                <a:lnTo>
                  <a:pt x="22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1" name="d-tree-epsilon-0.1-path-1691">
            <a:extLst xmlns:a="http://schemas.openxmlformats.org/drawingml/2006/main">
              <a:ext uri="{FF2B5EF4-FFF2-40B4-BE49-F238E27FC236}">
                <a16:creationId xmlns:a16="http://schemas.microsoft.com/office/drawing/2014/main" id="{4AF70C0D-5C77-4FD8-B21D-13F9934E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63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2" name="d-tree-epsilon-0.1-path-1692">
            <a:extLst xmlns:a="http://schemas.openxmlformats.org/drawingml/2006/main">
              <a:ext uri="{FF2B5EF4-FFF2-40B4-BE49-F238E27FC236}">
                <a16:creationId xmlns:a16="http://schemas.microsoft.com/office/drawing/2014/main" id="{18AC7363-310A-4273-A8C3-D198399C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928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3" name="d-tree-epsilon-0.1-path-1693">
            <a:extLst xmlns:a="http://schemas.openxmlformats.org/drawingml/2006/main">
              <a:ext uri="{FF2B5EF4-FFF2-40B4-BE49-F238E27FC236}">
                <a16:creationId xmlns:a16="http://schemas.microsoft.com/office/drawing/2014/main" id="{A9589129-95B8-43BA-B00A-2B23B65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631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4" name="d-tree-epsilon-0.1-path-1694">
            <a:extLst xmlns:a="http://schemas.openxmlformats.org/drawingml/2006/main">
              <a:ext uri="{FF2B5EF4-FFF2-40B4-BE49-F238E27FC236}">
                <a16:creationId xmlns:a16="http://schemas.microsoft.com/office/drawing/2014/main" id="{83FFE7DA-EF5F-40FE-89AB-FFB9F65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043" y="66420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5" name="d-tree-epsilon-0.1-path-1695">
            <a:extLst xmlns:a="http://schemas.openxmlformats.org/drawingml/2006/main">
              <a:ext uri="{FF2B5EF4-FFF2-40B4-BE49-F238E27FC236}">
                <a16:creationId xmlns:a16="http://schemas.microsoft.com/office/drawing/2014/main" id="{FEB02C1F-ABAC-4B56-982D-DB37228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4458" y="664208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6" name="d-tree-epsilon-0.1-path-1696">
            <a:extLst xmlns:a="http://schemas.openxmlformats.org/drawingml/2006/main">
              <a:ext uri="{FF2B5EF4-FFF2-40B4-BE49-F238E27FC236}">
                <a16:creationId xmlns:a16="http://schemas.microsoft.com/office/drawing/2014/main" id="{1D68ED38-7C4D-4538-8B95-3DB714A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043" y="6642083"/>
            <a:ext cx="27414" cy="476"/>
          </a:xfrm>
          <a:custGeom xmlns:a="http://schemas.openxmlformats.org/drawingml/2006/main">
            <a:pathLst>
              <a:path w="23829" h="476">
                <a:moveTo>
                  <a:pt x="0" y="0"/>
                </a:moveTo>
                <a:lnTo>
                  <a:pt x="23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7" name="d-tree-epsilon-0.1-path-1697">
            <a:extLst xmlns:a="http://schemas.openxmlformats.org/drawingml/2006/main">
              <a:ext uri="{FF2B5EF4-FFF2-40B4-BE49-F238E27FC236}">
                <a16:creationId xmlns:a16="http://schemas.microsoft.com/office/drawing/2014/main" id="{3083D6B0-8E02-4882-9E06-9AF2278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442" y="6619518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8" name="d-tree-epsilon-0.1-path-1698">
            <a:extLst xmlns:a="http://schemas.openxmlformats.org/drawingml/2006/main">
              <a:ext uri="{FF2B5EF4-FFF2-40B4-BE49-F238E27FC236}">
                <a16:creationId xmlns:a16="http://schemas.microsoft.com/office/drawing/2014/main" id="{76F18EDE-6AA2-425F-8669-9F2F94B7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751" y="66195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9" name="d-tree-epsilon-0.1-path-1699">
            <a:extLst xmlns:a="http://schemas.openxmlformats.org/drawingml/2006/main">
              <a:ext uri="{FF2B5EF4-FFF2-40B4-BE49-F238E27FC236}">
                <a16:creationId xmlns:a16="http://schemas.microsoft.com/office/drawing/2014/main" id="{31CF76E8-C8B4-4F90-BB50-D8560A4A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442" y="6619518"/>
            <a:ext cx="97308" cy="476"/>
          </a:xfrm>
          <a:custGeom xmlns:a="http://schemas.openxmlformats.org/drawingml/2006/main">
            <a:pathLst>
              <a:path w="84582" h="476">
                <a:moveTo>
                  <a:pt x="0" y="0"/>
                </a:moveTo>
                <a:lnTo>
                  <a:pt x="845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0" name="d-tree-epsilon-0.1-path-1700">
            <a:extLst xmlns:a="http://schemas.openxmlformats.org/drawingml/2006/main">
              <a:ext uri="{FF2B5EF4-FFF2-40B4-BE49-F238E27FC236}">
                <a16:creationId xmlns:a16="http://schemas.microsoft.com/office/drawing/2014/main" id="{619BFD8F-45CB-48A7-8468-D54BD5E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59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1" name="d-tree-epsilon-0.1-path-1701">
            <a:extLst xmlns:a="http://schemas.openxmlformats.org/drawingml/2006/main">
              <a:ext uri="{FF2B5EF4-FFF2-40B4-BE49-F238E27FC236}">
                <a16:creationId xmlns:a16="http://schemas.microsoft.com/office/drawing/2014/main" id="{9D2DFE52-B5D4-4F63-BBE9-1BC027D1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24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2" name="d-tree-epsilon-0.1-path-1702">
            <a:extLst xmlns:a="http://schemas.openxmlformats.org/drawingml/2006/main">
              <a:ext uri="{FF2B5EF4-FFF2-40B4-BE49-F238E27FC236}">
                <a16:creationId xmlns:a16="http://schemas.microsoft.com/office/drawing/2014/main" id="{9F280051-C6A5-4277-BD85-6510AEC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592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3" name="d-tree-epsilon-0.1-path-1703">
            <a:extLst xmlns:a="http://schemas.openxmlformats.org/drawingml/2006/main">
              <a:ext uri="{FF2B5EF4-FFF2-40B4-BE49-F238E27FC236}">
                <a16:creationId xmlns:a16="http://schemas.microsoft.com/office/drawing/2014/main" id="{E8BFD7BF-7A8F-4617-AE7C-B1A9896E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789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4" name="d-tree-epsilon-0.1-path-1704">
            <a:extLst xmlns:a="http://schemas.openxmlformats.org/drawingml/2006/main">
              <a:ext uri="{FF2B5EF4-FFF2-40B4-BE49-F238E27FC236}">
                <a16:creationId xmlns:a16="http://schemas.microsoft.com/office/drawing/2014/main" id="{2331DF1A-B0AB-4D60-9894-C31D74DB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755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1755" name="d-tree-epsilon-0.1-path-1705">
            <a:extLst xmlns:a="http://schemas.openxmlformats.org/drawingml/2006/main">
              <a:ext uri="{FF2B5EF4-FFF2-40B4-BE49-F238E27FC236}">
                <a16:creationId xmlns:a16="http://schemas.microsoft.com/office/drawing/2014/main" id="{E962B2D3-448C-4600-8C6C-B6EB00A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7899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6" name="d-tree-epsilon-0.1-path-1706">
            <a:extLst xmlns:a="http://schemas.openxmlformats.org/drawingml/2006/main">
              <a:ext uri="{FF2B5EF4-FFF2-40B4-BE49-F238E27FC236}">
                <a16:creationId xmlns:a16="http://schemas.microsoft.com/office/drawing/2014/main" id="{7B06C8B2-1E1C-4940-B6C9-FD50A320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418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7" name="d-tree-epsilon-0.1-path-1707">
            <a:extLst xmlns:a="http://schemas.openxmlformats.org/drawingml/2006/main">
              <a:ext uri="{FF2B5EF4-FFF2-40B4-BE49-F238E27FC236}">
                <a16:creationId xmlns:a16="http://schemas.microsoft.com/office/drawing/2014/main" id="{C281BA48-1F35-48D2-B366-B9558DA7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2725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8" name="d-tree-epsilon-0.1-path-1708">
            <a:extLst xmlns:a="http://schemas.openxmlformats.org/drawingml/2006/main">
              <a:ext uri="{FF2B5EF4-FFF2-40B4-BE49-F238E27FC236}">
                <a16:creationId xmlns:a16="http://schemas.microsoft.com/office/drawing/2014/main" id="{823BECEB-4CEC-4F98-A0EE-2C572E35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3418" y="6800039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9" name="d-tree-epsilon-0.1-path-1709">
            <a:extLst xmlns:a="http://schemas.openxmlformats.org/drawingml/2006/main">
              <a:ext uri="{FF2B5EF4-FFF2-40B4-BE49-F238E27FC236}">
                <a16:creationId xmlns:a16="http://schemas.microsoft.com/office/drawing/2014/main" id="{84DBAD0F-FB1D-4647-AE91-C91DD955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938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0" name="d-tree-epsilon-0.1-path-1710">
            <a:extLst xmlns:a="http://schemas.openxmlformats.org/drawingml/2006/main">
              <a:ext uri="{FF2B5EF4-FFF2-40B4-BE49-F238E27FC236}">
                <a16:creationId xmlns:a16="http://schemas.microsoft.com/office/drawing/2014/main" id="{C0E1C1C0-73F4-4F47-B65B-DBEFB1A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3072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1" name="d-tree-epsilon-0.1-path-1711">
            <a:extLst xmlns:a="http://schemas.openxmlformats.org/drawingml/2006/main">
              <a:ext uri="{FF2B5EF4-FFF2-40B4-BE49-F238E27FC236}">
                <a16:creationId xmlns:a16="http://schemas.microsoft.com/office/drawing/2014/main" id="{F75A7388-2B56-4F11-809C-784D26E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8938" y="6777474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2" name="d-tree-epsilon-0.1-path-1712">
            <a:extLst xmlns:a="http://schemas.openxmlformats.org/drawingml/2006/main">
              <a:ext uri="{FF2B5EF4-FFF2-40B4-BE49-F238E27FC236}">
                <a16:creationId xmlns:a16="http://schemas.microsoft.com/office/drawing/2014/main" id="{D789748A-24BD-4B80-BCD3-77C2ACF6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097" y="65969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3" name="d-tree-epsilon-0.1-path-1713">
            <a:extLst xmlns:a="http://schemas.openxmlformats.org/drawingml/2006/main">
              <a:ext uri="{FF2B5EF4-FFF2-40B4-BE49-F238E27FC236}">
                <a16:creationId xmlns:a16="http://schemas.microsoft.com/office/drawing/2014/main" id="{C613BC0C-D881-409E-91AC-275B4ED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006" y="6596953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4" name="d-tree-epsilon-0.1-path-1714">
            <a:extLst xmlns:a="http://schemas.openxmlformats.org/drawingml/2006/main">
              <a:ext uri="{FF2B5EF4-FFF2-40B4-BE49-F238E27FC236}">
                <a16:creationId xmlns:a16="http://schemas.microsoft.com/office/drawing/2014/main" id="{8804F883-0F8F-49C4-8814-BA6AEFC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097" y="6596953"/>
            <a:ext cx="88908" cy="476"/>
          </a:xfrm>
          <a:custGeom xmlns:a="http://schemas.openxmlformats.org/drawingml/2006/main">
            <a:pathLst>
              <a:path w="77280" h="476">
                <a:moveTo>
                  <a:pt x="0" y="0"/>
                </a:moveTo>
                <a:lnTo>
                  <a:pt x="772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5" name="d-tree-epsilon-0.1-path-1715">
            <a:extLst xmlns:a="http://schemas.openxmlformats.org/drawingml/2006/main">
              <a:ext uri="{FF2B5EF4-FFF2-40B4-BE49-F238E27FC236}">
                <a16:creationId xmlns:a16="http://schemas.microsoft.com/office/drawing/2014/main" id="{EFCA23C9-F1D2-4B3B-A982-30B0027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16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6" name="d-tree-epsilon-0.1-path-1716">
            <a:extLst xmlns:a="http://schemas.openxmlformats.org/drawingml/2006/main">
              <a:ext uri="{FF2B5EF4-FFF2-40B4-BE49-F238E27FC236}">
                <a16:creationId xmlns:a16="http://schemas.microsoft.com/office/drawing/2014/main" id="{AF67EFD9-29C3-45EA-9C65-2857C1BF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82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7" name="d-tree-epsilon-0.1-path-1717">
            <a:extLst xmlns:a="http://schemas.openxmlformats.org/drawingml/2006/main">
              <a:ext uri="{FF2B5EF4-FFF2-40B4-BE49-F238E27FC236}">
                <a16:creationId xmlns:a16="http://schemas.microsoft.com/office/drawing/2014/main" id="{110282C1-58EF-4D3D-89AF-63430810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167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8" name="d-tree-epsilon-0.1-path-1718">
            <a:extLst xmlns:a="http://schemas.openxmlformats.org/drawingml/2006/main">
              <a:ext uri="{FF2B5EF4-FFF2-40B4-BE49-F238E27FC236}">
                <a16:creationId xmlns:a16="http://schemas.microsoft.com/office/drawing/2014/main" id="{4E703539-6D5D-4BB6-B9B2-9758F7ED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993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9" name="d-tree-epsilon-0.1-path-1719">
            <a:extLst xmlns:a="http://schemas.openxmlformats.org/drawingml/2006/main">
              <a:ext uri="{FF2B5EF4-FFF2-40B4-BE49-F238E27FC236}">
                <a16:creationId xmlns:a16="http://schemas.microsoft.com/office/drawing/2014/main" id="{D834DD50-7B4F-48DB-B23E-8513480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474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0" name="d-tree-epsilon-0.1-path-1720">
            <a:extLst xmlns:a="http://schemas.openxmlformats.org/drawingml/2006/main">
              <a:ext uri="{FF2B5EF4-FFF2-40B4-BE49-F238E27FC236}">
                <a16:creationId xmlns:a16="http://schemas.microsoft.com/office/drawing/2014/main" id="{B2493454-7E29-49CB-A5B5-774A61D2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993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1" name="d-tree-epsilon-0.1-path-1721">
            <a:extLst xmlns:a="http://schemas.openxmlformats.org/drawingml/2006/main">
              <a:ext uri="{FF2B5EF4-FFF2-40B4-BE49-F238E27FC236}">
                <a16:creationId xmlns:a16="http://schemas.microsoft.com/office/drawing/2014/main" id="{9D703743-52F2-4CF1-ABB7-FB814B5F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233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2" name="d-tree-epsilon-0.1-path-1722">
            <a:extLst xmlns:a="http://schemas.openxmlformats.org/drawingml/2006/main">
              <a:ext uri="{FF2B5EF4-FFF2-40B4-BE49-F238E27FC236}">
                <a16:creationId xmlns:a16="http://schemas.microsoft.com/office/drawing/2014/main" id="{DFC85E0C-3F71-43C2-831E-6E3E219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5127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3" name="d-tree-epsilon-0.1-path-1723">
            <a:extLst xmlns:a="http://schemas.openxmlformats.org/drawingml/2006/main">
              <a:ext uri="{FF2B5EF4-FFF2-40B4-BE49-F238E27FC236}">
                <a16:creationId xmlns:a16="http://schemas.microsoft.com/office/drawing/2014/main" id="{44EBB883-792B-480F-ACF4-0893768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233" y="6777474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4" name="d-tree-epsilon-0.1-path-1724">
            <a:extLst xmlns:a="http://schemas.openxmlformats.org/drawingml/2006/main">
              <a:ext uri="{FF2B5EF4-FFF2-40B4-BE49-F238E27FC236}">
                <a16:creationId xmlns:a16="http://schemas.microsoft.com/office/drawing/2014/main" id="{8F87E306-31A3-4972-AB7B-56247CE8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13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5" name="d-tree-epsilon-0.1-path-1725">
            <a:extLst xmlns:a="http://schemas.openxmlformats.org/drawingml/2006/main">
              <a:ext uri="{FF2B5EF4-FFF2-40B4-BE49-F238E27FC236}">
                <a16:creationId xmlns:a16="http://schemas.microsoft.com/office/drawing/2014/main" id="{5E872467-8F94-49A5-AF2C-9158B42B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679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6" name="d-tree-epsilon-0.1-path-1726">
            <a:extLst xmlns:a="http://schemas.openxmlformats.org/drawingml/2006/main">
              <a:ext uri="{FF2B5EF4-FFF2-40B4-BE49-F238E27FC236}">
                <a16:creationId xmlns:a16="http://schemas.microsoft.com/office/drawing/2014/main" id="{73A26D18-AFDA-4206-BE3F-B7FEEFB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13" y="6754909"/>
            <a:ext cx="30167" cy="476"/>
          </a:xfrm>
          <a:custGeom xmlns:a="http://schemas.openxmlformats.org/drawingml/2006/main">
            <a:pathLst>
              <a:path w="26222" h="476">
                <a:moveTo>
                  <a:pt x="0" y="0"/>
                </a:moveTo>
                <a:lnTo>
                  <a:pt x="26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7" name="d-tree-epsilon-0.1-path-1727">
            <a:extLst xmlns:a="http://schemas.openxmlformats.org/drawingml/2006/main">
              <a:ext uri="{FF2B5EF4-FFF2-40B4-BE49-F238E27FC236}">
                <a16:creationId xmlns:a16="http://schemas.microsoft.com/office/drawing/2014/main" id="{77AE843A-3CD9-44FA-84E7-924B13F0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78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8" name="d-tree-epsilon-0.1-path-1728">
            <a:extLst xmlns:a="http://schemas.openxmlformats.org/drawingml/2006/main">
              <a:ext uri="{FF2B5EF4-FFF2-40B4-BE49-F238E27FC236}">
                <a16:creationId xmlns:a16="http://schemas.microsoft.com/office/drawing/2014/main" id="{F3341B76-A89F-4177-96DB-9C3472C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43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9" name="d-tree-epsilon-0.1-path-1729">
            <a:extLst xmlns:a="http://schemas.openxmlformats.org/drawingml/2006/main">
              <a:ext uri="{FF2B5EF4-FFF2-40B4-BE49-F238E27FC236}">
                <a16:creationId xmlns:a16="http://schemas.microsoft.com/office/drawing/2014/main" id="{B05CF3DC-B9AF-47F6-93A6-B2FEADBE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780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0" name="d-tree-epsilon-0.1-path-1730">
            <a:extLst xmlns:a="http://schemas.openxmlformats.org/drawingml/2006/main">
              <a:ext uri="{FF2B5EF4-FFF2-40B4-BE49-F238E27FC236}">
                <a16:creationId xmlns:a16="http://schemas.microsoft.com/office/drawing/2014/main" id="{300299C1-1821-40C3-89D2-EA2BA73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1597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1" name="d-tree-epsilon-0.1-path-1731">
            <a:extLst xmlns:a="http://schemas.openxmlformats.org/drawingml/2006/main">
              <a:ext uri="{FF2B5EF4-FFF2-40B4-BE49-F238E27FC236}">
                <a16:creationId xmlns:a16="http://schemas.microsoft.com/office/drawing/2014/main" id="{1DCF5665-9BD7-4151-B4F7-4A0F1940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9607" y="6732344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2" name="d-tree-epsilon-0.1-path-1732">
            <a:extLst xmlns:a="http://schemas.openxmlformats.org/drawingml/2006/main">
              <a:ext uri="{FF2B5EF4-FFF2-40B4-BE49-F238E27FC236}">
                <a16:creationId xmlns:a16="http://schemas.microsoft.com/office/drawing/2014/main" id="{83AB6C34-0F0E-4D61-B87D-56F9F23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1597" y="6732344"/>
            <a:ext cx="38010" cy="476"/>
          </a:xfrm>
          <a:custGeom xmlns:a="http://schemas.openxmlformats.org/drawingml/2006/main">
            <a:pathLst>
              <a:path w="33039" h="476">
                <a:moveTo>
                  <a:pt x="0" y="0"/>
                </a:moveTo>
                <a:lnTo>
                  <a:pt x="330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3" name="d-tree-epsilon-0.1-path-1733">
            <a:extLst xmlns:a="http://schemas.openxmlformats.org/drawingml/2006/main">
              <a:ext uri="{FF2B5EF4-FFF2-40B4-BE49-F238E27FC236}">
                <a16:creationId xmlns:a16="http://schemas.microsoft.com/office/drawing/2014/main" id="{F695BB58-E2F6-41EA-8A6F-9874DFA9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04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4" name="d-tree-epsilon-0.1-path-1734">
            <a:extLst xmlns:a="http://schemas.openxmlformats.org/drawingml/2006/main">
              <a:ext uri="{FF2B5EF4-FFF2-40B4-BE49-F238E27FC236}">
                <a16:creationId xmlns:a16="http://schemas.microsoft.com/office/drawing/2014/main" id="{BE777603-C852-4EEB-9220-7EB2E248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70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5" name="d-tree-epsilon-0.1-path-1735">
            <a:extLst xmlns:a="http://schemas.openxmlformats.org/drawingml/2006/main">
              <a:ext uri="{FF2B5EF4-FFF2-40B4-BE49-F238E27FC236}">
                <a16:creationId xmlns:a16="http://schemas.microsoft.com/office/drawing/2014/main" id="{BD3E5EEC-6F4F-4E8F-9C1D-52853D3B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3047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6" name="d-tree-epsilon-0.1-path-1736">
            <a:extLst xmlns:a="http://schemas.openxmlformats.org/drawingml/2006/main">
              <a:ext uri="{FF2B5EF4-FFF2-40B4-BE49-F238E27FC236}">
                <a16:creationId xmlns:a16="http://schemas.microsoft.com/office/drawing/2014/main" id="{38EE116D-5678-485A-BFB9-9F2AA85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6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7" name="d-tree-epsilon-0.1-path-1737">
            <a:extLst xmlns:a="http://schemas.openxmlformats.org/drawingml/2006/main">
              <a:ext uri="{FF2B5EF4-FFF2-40B4-BE49-F238E27FC236}">
                <a16:creationId xmlns:a16="http://schemas.microsoft.com/office/drawing/2014/main" id="{764AB39C-1E6F-4ED1-B9EB-CF2C7FD1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31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8" name="d-tree-epsilon-0.1-path-1738">
            <a:extLst xmlns:a="http://schemas.openxmlformats.org/drawingml/2006/main">
              <a:ext uri="{FF2B5EF4-FFF2-40B4-BE49-F238E27FC236}">
                <a16:creationId xmlns:a16="http://schemas.microsoft.com/office/drawing/2014/main" id="{1CF0E81F-2670-4091-B2BF-61A9490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62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9" name="d-tree-epsilon-0.1-path-1739">
            <a:extLst xmlns:a="http://schemas.openxmlformats.org/drawingml/2006/main">
              <a:ext uri="{FF2B5EF4-FFF2-40B4-BE49-F238E27FC236}">
                <a16:creationId xmlns:a16="http://schemas.microsoft.com/office/drawing/2014/main" id="{171A9E84-4378-4F66-A95C-2A1BA765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008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0" name="d-tree-epsilon-0.1-path-1740">
            <a:extLst xmlns:a="http://schemas.openxmlformats.org/drawingml/2006/main">
              <a:ext uri="{FF2B5EF4-FFF2-40B4-BE49-F238E27FC236}">
                <a16:creationId xmlns:a16="http://schemas.microsoft.com/office/drawing/2014/main" id="{F316DBCF-960E-4B16-9BFF-521E901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489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1" name="d-tree-epsilon-0.1-path-1741">
            <a:extLst xmlns:a="http://schemas.openxmlformats.org/drawingml/2006/main">
              <a:ext uri="{FF2B5EF4-FFF2-40B4-BE49-F238E27FC236}">
                <a16:creationId xmlns:a16="http://schemas.microsoft.com/office/drawing/2014/main" id="{DFA68CF2-54DA-4FEA-813D-F0BA5B2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008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2" name="d-tree-epsilon-0.1-path-1742">
            <a:extLst xmlns:a="http://schemas.openxmlformats.org/drawingml/2006/main">
              <a:ext uri="{FF2B5EF4-FFF2-40B4-BE49-F238E27FC236}">
                <a16:creationId xmlns:a16="http://schemas.microsoft.com/office/drawing/2014/main" id="{72579FEF-7292-4C0C-B733-92B91CB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248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3" name="d-tree-epsilon-0.1-path-1743">
            <a:extLst xmlns:a="http://schemas.openxmlformats.org/drawingml/2006/main">
              <a:ext uri="{FF2B5EF4-FFF2-40B4-BE49-F238E27FC236}">
                <a16:creationId xmlns:a16="http://schemas.microsoft.com/office/drawing/2014/main" id="{462E6F6E-9648-4CBC-B6F9-12CDFD79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0969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4" name="d-tree-epsilon-0.1-path-1744">
            <a:extLst xmlns:a="http://schemas.openxmlformats.org/drawingml/2006/main">
              <a:ext uri="{FF2B5EF4-FFF2-40B4-BE49-F238E27FC236}">
                <a16:creationId xmlns:a16="http://schemas.microsoft.com/office/drawing/2014/main" id="{88EDCCCF-A5EE-4095-8531-663BBF76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248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5" name="d-tree-epsilon-0.1-path-1745">
            <a:extLst xmlns:a="http://schemas.openxmlformats.org/drawingml/2006/main">
              <a:ext uri="{FF2B5EF4-FFF2-40B4-BE49-F238E27FC236}">
                <a16:creationId xmlns:a16="http://schemas.microsoft.com/office/drawing/2014/main" id="{829EF9F2-BBA2-466A-B1C9-9BF6147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29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6" name="d-tree-epsilon-0.1-path-1746">
            <a:extLst xmlns:a="http://schemas.openxmlformats.org/drawingml/2006/main">
              <a:ext uri="{FF2B5EF4-FFF2-40B4-BE49-F238E27FC236}">
                <a16:creationId xmlns:a16="http://schemas.microsoft.com/office/drawing/2014/main" id="{10916F77-958D-450C-90CC-15354FDA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58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7" name="d-tree-epsilon-0.1-path-1747">
            <a:extLst xmlns:a="http://schemas.openxmlformats.org/drawingml/2006/main">
              <a:ext uri="{FF2B5EF4-FFF2-40B4-BE49-F238E27FC236}">
                <a16:creationId xmlns:a16="http://schemas.microsoft.com/office/drawing/2014/main" id="{B1478AF8-808C-46AD-8D5B-1E8505D4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929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8" name="d-tree-epsilon-0.1-path-1748">
            <a:extLst xmlns:a="http://schemas.openxmlformats.org/drawingml/2006/main">
              <a:ext uri="{FF2B5EF4-FFF2-40B4-BE49-F238E27FC236}">
                <a16:creationId xmlns:a16="http://schemas.microsoft.com/office/drawing/2014/main" id="{99CA968D-8D7F-4746-9298-A9B4C49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36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9" name="d-tree-epsilon-0.1-path-1749">
            <a:extLst xmlns:a="http://schemas.openxmlformats.org/drawingml/2006/main">
              <a:ext uri="{FF2B5EF4-FFF2-40B4-BE49-F238E27FC236}">
                <a16:creationId xmlns:a16="http://schemas.microsoft.com/office/drawing/2014/main" id="{9FE7580F-5052-4DFF-A3D0-7B4B3C0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90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0" name="d-tree-epsilon-0.1-path-1750">
            <a:extLst xmlns:a="http://schemas.openxmlformats.org/drawingml/2006/main">
              <a:ext uri="{FF2B5EF4-FFF2-40B4-BE49-F238E27FC236}">
                <a16:creationId xmlns:a16="http://schemas.microsoft.com/office/drawing/2014/main" id="{C155A041-F0A8-4EA9-B5A6-378519D2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36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1" name="d-tree-epsilon-0.1-path-1751">
            <a:extLst xmlns:a="http://schemas.openxmlformats.org/drawingml/2006/main">
              <a:ext uri="{FF2B5EF4-FFF2-40B4-BE49-F238E27FC236}">
                <a16:creationId xmlns:a16="http://schemas.microsoft.com/office/drawing/2014/main" id="{B34F12B8-8FDE-4E4D-A5E6-3122D7D8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755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2" name="d-tree-epsilon-0.1-path-1752">
            <a:extLst xmlns:a="http://schemas.openxmlformats.org/drawingml/2006/main">
              <a:ext uri="{FF2B5EF4-FFF2-40B4-BE49-F238E27FC236}">
                <a16:creationId xmlns:a16="http://schemas.microsoft.com/office/drawing/2014/main" id="{C28BBE6C-BF9D-4B8F-88FE-7FE683A9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062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3" name="d-tree-epsilon-0.1-path-1753">
            <a:extLst xmlns:a="http://schemas.openxmlformats.org/drawingml/2006/main">
              <a:ext uri="{FF2B5EF4-FFF2-40B4-BE49-F238E27FC236}">
                <a16:creationId xmlns:a16="http://schemas.microsoft.com/office/drawing/2014/main" id="{086A3195-836B-436C-A229-A663C32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755" y="6800039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4" name="d-tree-epsilon-0.1-path-1754">
            <a:extLst xmlns:a="http://schemas.openxmlformats.org/drawingml/2006/main">
              <a:ext uri="{FF2B5EF4-FFF2-40B4-BE49-F238E27FC236}">
                <a16:creationId xmlns:a16="http://schemas.microsoft.com/office/drawing/2014/main" id="{FBADFED6-4B29-4D66-8082-6A91AC0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409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5" name="d-tree-epsilon-0.1-path-1755">
            <a:extLst xmlns:a="http://schemas.openxmlformats.org/drawingml/2006/main">
              <a:ext uri="{FF2B5EF4-FFF2-40B4-BE49-F238E27FC236}">
                <a16:creationId xmlns:a16="http://schemas.microsoft.com/office/drawing/2014/main" id="{C8D3AFDA-56A2-42F6-B27A-1073870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543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6" name="d-tree-epsilon-0.1-path-1756">
            <a:extLst xmlns:a="http://schemas.openxmlformats.org/drawingml/2006/main">
              <a:ext uri="{FF2B5EF4-FFF2-40B4-BE49-F238E27FC236}">
                <a16:creationId xmlns:a16="http://schemas.microsoft.com/office/drawing/2014/main" id="{0A9F8CF3-02D8-426A-9A82-40A6F254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4409" y="6777474"/>
            <a:ext cx="24133" cy="476"/>
          </a:xfrm>
          <a:custGeom xmlns:a="http://schemas.openxmlformats.org/drawingml/2006/main">
            <a:pathLst>
              <a:path w="20977" h="476">
                <a:moveTo>
                  <a:pt x="0" y="0"/>
                </a:moveTo>
                <a:lnTo>
                  <a:pt x="209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7" name="d-tree-epsilon-0.1-path-1757">
            <a:extLst xmlns:a="http://schemas.openxmlformats.org/drawingml/2006/main">
              <a:ext uri="{FF2B5EF4-FFF2-40B4-BE49-F238E27FC236}">
                <a16:creationId xmlns:a16="http://schemas.microsoft.com/office/drawing/2014/main" id="{E5D19273-318D-4959-B26F-46230B0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476" y="675490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8" name="d-tree-epsilon-0.1-path-1758">
            <a:extLst xmlns:a="http://schemas.openxmlformats.org/drawingml/2006/main">
              <a:ext uri="{FF2B5EF4-FFF2-40B4-BE49-F238E27FC236}">
                <a16:creationId xmlns:a16="http://schemas.microsoft.com/office/drawing/2014/main" id="{824E0DAC-420F-4641-9BE2-5C10C17E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197" y="6754909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9" name="d-tree-epsilon-0.1-path-1759">
            <a:extLst xmlns:a="http://schemas.openxmlformats.org/drawingml/2006/main">
              <a:ext uri="{FF2B5EF4-FFF2-40B4-BE49-F238E27FC236}">
                <a16:creationId xmlns:a16="http://schemas.microsoft.com/office/drawing/2014/main" id="{C36C0CBA-9570-49E5-97A8-14A7FED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6476" y="6754909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0" name="d-tree-epsilon-0.1-path-1760">
            <a:extLst xmlns:a="http://schemas.openxmlformats.org/drawingml/2006/main">
              <a:ext uri="{FF2B5EF4-FFF2-40B4-BE49-F238E27FC236}">
                <a16:creationId xmlns:a16="http://schemas.microsoft.com/office/drawing/2014/main" id="{BB759E35-CABA-4883-8F2D-D26F2CA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336" y="673234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1" name="d-tree-epsilon-0.1-path-1761">
            <a:extLst xmlns:a="http://schemas.openxmlformats.org/drawingml/2006/main">
              <a:ext uri="{FF2B5EF4-FFF2-40B4-BE49-F238E27FC236}">
                <a16:creationId xmlns:a16="http://schemas.microsoft.com/office/drawing/2014/main" id="{C07137EA-3003-4543-8B3E-D30A89F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850" y="6732344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2" name="d-tree-epsilon-0.1-path-1762">
            <a:extLst xmlns:a="http://schemas.openxmlformats.org/drawingml/2006/main">
              <a:ext uri="{FF2B5EF4-FFF2-40B4-BE49-F238E27FC236}">
                <a16:creationId xmlns:a16="http://schemas.microsoft.com/office/drawing/2014/main" id="{0711EA8F-FD5B-4E8A-99FC-42A70A72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7336" y="6732344"/>
            <a:ext cx="20514" cy="476"/>
          </a:xfrm>
          <a:custGeom xmlns:a="http://schemas.openxmlformats.org/drawingml/2006/main">
            <a:pathLst>
              <a:path w="17831" h="476">
                <a:moveTo>
                  <a:pt x="0" y="0"/>
                </a:moveTo>
                <a:lnTo>
                  <a:pt x="178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3" name="d-tree-epsilon-0.1-path-1763">
            <a:extLst xmlns:a="http://schemas.openxmlformats.org/drawingml/2006/main">
              <a:ext uri="{FF2B5EF4-FFF2-40B4-BE49-F238E27FC236}">
                <a16:creationId xmlns:a16="http://schemas.microsoft.com/office/drawing/2014/main" id="{BFBA6C21-8E9E-4407-BE2E-FA39972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593" y="670977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4" name="d-tree-epsilon-0.1-path-1764">
            <a:extLst xmlns:a="http://schemas.openxmlformats.org/drawingml/2006/main">
              <a:ext uri="{FF2B5EF4-FFF2-40B4-BE49-F238E27FC236}">
                <a16:creationId xmlns:a16="http://schemas.microsoft.com/office/drawing/2014/main" id="{B412DA1C-3364-4178-A9F6-D9A8D5C4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504" y="6709779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5" name="d-tree-epsilon-0.1-path-1765">
            <a:extLst xmlns:a="http://schemas.openxmlformats.org/drawingml/2006/main">
              <a:ext uri="{FF2B5EF4-FFF2-40B4-BE49-F238E27FC236}">
                <a16:creationId xmlns:a16="http://schemas.microsoft.com/office/drawing/2014/main" id="{DF42FAEF-B004-4CBF-ADF4-9C3F236D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593" y="6709779"/>
            <a:ext cx="19910" cy="476"/>
          </a:xfrm>
          <a:custGeom xmlns:a="http://schemas.openxmlformats.org/drawingml/2006/main">
            <a:pathLst>
              <a:path w="17306" h="476">
                <a:moveTo>
                  <a:pt x="0" y="0"/>
                </a:moveTo>
                <a:lnTo>
                  <a:pt x="1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6" name="d-tree-epsilon-0.1-path-1766">
            <a:extLst xmlns:a="http://schemas.openxmlformats.org/drawingml/2006/main">
              <a:ext uri="{FF2B5EF4-FFF2-40B4-BE49-F238E27FC236}">
                <a16:creationId xmlns:a16="http://schemas.microsoft.com/office/drawing/2014/main" id="{D1D083DC-AB72-4FDF-B812-4282D4D7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76" y="6687214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7" name="d-tree-epsilon-0.1-path-1767">
            <a:extLst xmlns:a="http://schemas.openxmlformats.org/drawingml/2006/main">
              <a:ext uri="{FF2B5EF4-FFF2-40B4-BE49-F238E27FC236}">
                <a16:creationId xmlns:a16="http://schemas.microsoft.com/office/drawing/2014/main" id="{4E7DF687-1417-4261-BEC1-A92E6C05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549" y="668721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8" name="d-tree-epsilon-0.1-path-1768">
            <a:extLst xmlns:a="http://schemas.openxmlformats.org/drawingml/2006/main">
              <a:ext uri="{FF2B5EF4-FFF2-40B4-BE49-F238E27FC236}">
                <a16:creationId xmlns:a16="http://schemas.microsoft.com/office/drawing/2014/main" id="{92C623B1-DC80-40C0-BD50-D496884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276" y="6687214"/>
            <a:ext cx="67273" cy="476"/>
          </a:xfrm>
          <a:custGeom xmlns:a="http://schemas.openxmlformats.org/drawingml/2006/main">
            <a:pathLst>
              <a:path w="58475" h="476">
                <a:moveTo>
                  <a:pt x="0" y="0"/>
                </a:moveTo>
                <a:lnTo>
                  <a:pt x="58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9" name="d-tree-epsilon-0.1-path-1769">
            <a:extLst xmlns:a="http://schemas.openxmlformats.org/drawingml/2006/main">
              <a:ext uri="{FF2B5EF4-FFF2-40B4-BE49-F238E27FC236}">
                <a16:creationId xmlns:a16="http://schemas.microsoft.com/office/drawing/2014/main" id="{5F505438-34EC-4422-AFA7-EC60F2C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912" y="66646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0" name="d-tree-epsilon-0.1-path-1770">
            <a:extLst xmlns:a="http://schemas.openxmlformats.org/drawingml/2006/main">
              <a:ext uri="{FF2B5EF4-FFF2-40B4-BE49-F238E27FC236}">
                <a16:creationId xmlns:a16="http://schemas.microsoft.com/office/drawing/2014/main" id="{F5B66FFA-5DDC-46AB-A6CD-3A8AB79D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7157" y="6664648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1" name="d-tree-epsilon-0.1-path-1771">
            <a:extLst xmlns:a="http://schemas.openxmlformats.org/drawingml/2006/main">
              <a:ext uri="{FF2B5EF4-FFF2-40B4-BE49-F238E27FC236}">
                <a16:creationId xmlns:a16="http://schemas.microsoft.com/office/drawing/2014/main" id="{65323858-F0E7-4CD6-BDDA-65223722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912" y="6664648"/>
            <a:ext cx="53245" cy="476"/>
          </a:xfrm>
          <a:custGeom xmlns:a="http://schemas.openxmlformats.org/drawingml/2006/main">
            <a:pathLst>
              <a:path w="46281" h="476">
                <a:moveTo>
                  <a:pt x="0" y="0"/>
                </a:moveTo>
                <a:lnTo>
                  <a:pt x="462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2" name="d-tree-epsilon-0.1-path-1772">
            <a:extLst xmlns:a="http://schemas.openxmlformats.org/drawingml/2006/main">
              <a:ext uri="{FF2B5EF4-FFF2-40B4-BE49-F238E27FC236}">
                <a16:creationId xmlns:a16="http://schemas.microsoft.com/office/drawing/2014/main" id="{549B2DF9-518F-4889-97E5-C38F3126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0535" y="66420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3" name="d-tree-epsilon-0.1-path-1773">
            <a:extLst xmlns:a="http://schemas.openxmlformats.org/drawingml/2006/main">
              <a:ext uri="{FF2B5EF4-FFF2-40B4-BE49-F238E27FC236}">
                <a16:creationId xmlns:a16="http://schemas.microsoft.com/office/drawing/2014/main" id="{44FD4299-5EA2-4B90-8BEC-0E56E2E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6811" y="6642083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4" name="d-tree-epsilon-0.1-path-1774">
            <a:extLst xmlns:a="http://schemas.openxmlformats.org/drawingml/2006/main">
              <a:ext uri="{FF2B5EF4-FFF2-40B4-BE49-F238E27FC236}">
                <a16:creationId xmlns:a16="http://schemas.microsoft.com/office/drawing/2014/main" id="{94AAFDC1-5FE5-4B1F-92A6-2F06221C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0535" y="6642083"/>
            <a:ext cx="36276" cy="476"/>
          </a:xfrm>
          <a:custGeom xmlns:a="http://schemas.openxmlformats.org/drawingml/2006/main">
            <a:pathLst>
              <a:path w="31532" h="476">
                <a:moveTo>
                  <a:pt x="0" y="0"/>
                </a:moveTo>
                <a:lnTo>
                  <a:pt x="31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5" name="d-tree-epsilon-0.1-path-1775">
            <a:extLst xmlns:a="http://schemas.openxmlformats.org/drawingml/2006/main">
              <a:ext uri="{FF2B5EF4-FFF2-40B4-BE49-F238E27FC236}">
                <a16:creationId xmlns:a16="http://schemas.microsoft.com/office/drawing/2014/main" id="{1196F0ED-5195-4598-9BC1-BB86B687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22" y="6619518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6" name="d-tree-epsilon-0.1-path-1776">
            <a:extLst xmlns:a="http://schemas.openxmlformats.org/drawingml/2006/main">
              <a:ext uri="{FF2B5EF4-FFF2-40B4-BE49-F238E27FC236}">
                <a16:creationId xmlns:a16="http://schemas.microsoft.com/office/drawing/2014/main" id="{F01C4D4B-2F5A-44CE-AB92-5CFF9B46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673" y="66195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7" name="d-tree-epsilon-0.1-path-1777">
            <a:extLst xmlns:a="http://schemas.openxmlformats.org/drawingml/2006/main">
              <a:ext uri="{FF2B5EF4-FFF2-40B4-BE49-F238E27FC236}">
                <a16:creationId xmlns:a16="http://schemas.microsoft.com/office/drawing/2014/main" id="{8E288FEB-EB7D-41BE-AD1B-D2EF4DB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22" y="6619518"/>
            <a:ext cx="88051" cy="476"/>
          </a:xfrm>
          <a:custGeom xmlns:a="http://schemas.openxmlformats.org/drawingml/2006/main">
            <a:pathLst>
              <a:path w="76535" h="476">
                <a:moveTo>
                  <a:pt x="0" y="0"/>
                </a:moveTo>
                <a:lnTo>
                  <a:pt x="76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8" name="d-tree-epsilon-0.1-path-1778">
            <a:extLst xmlns:a="http://schemas.openxmlformats.org/drawingml/2006/main">
              <a:ext uri="{FF2B5EF4-FFF2-40B4-BE49-F238E27FC236}">
                <a16:creationId xmlns:a16="http://schemas.microsoft.com/office/drawing/2014/main" id="{685F3EC2-37C5-4E96-881E-6C17AB5E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11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9" name="d-tree-epsilon-0.1-path-1779">
            <a:extLst xmlns:a="http://schemas.openxmlformats.org/drawingml/2006/main">
              <a:ext uri="{FF2B5EF4-FFF2-40B4-BE49-F238E27FC236}">
                <a16:creationId xmlns:a16="http://schemas.microsoft.com/office/drawing/2014/main" id="{96ACFBE0-F4D0-4320-BF17-520B1CA2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772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0" name="d-tree-epsilon-0.1-path-1780">
            <a:extLst xmlns:a="http://schemas.openxmlformats.org/drawingml/2006/main">
              <a:ext uri="{FF2B5EF4-FFF2-40B4-BE49-F238E27FC236}">
                <a16:creationId xmlns:a16="http://schemas.microsoft.com/office/drawing/2014/main" id="{CB73903E-4B3B-418A-A0EE-73EE7CC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6118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1" name="d-tree-epsilon-0.1-path-1781">
            <a:extLst xmlns:a="http://schemas.openxmlformats.org/drawingml/2006/main">
              <a:ext uri="{FF2B5EF4-FFF2-40B4-BE49-F238E27FC236}">
                <a16:creationId xmlns:a16="http://schemas.microsoft.com/office/drawing/2014/main" id="{A27ECD1B-AD4A-4AD7-B279-8B62479B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465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2" name="d-tree-epsilon-0.1-path-1782">
            <a:extLst xmlns:a="http://schemas.openxmlformats.org/drawingml/2006/main">
              <a:ext uri="{FF2B5EF4-FFF2-40B4-BE49-F238E27FC236}">
                <a16:creationId xmlns:a16="http://schemas.microsoft.com/office/drawing/2014/main" id="{4AF609D6-5634-43BF-98C1-F5C3CDB1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0944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3" name="d-tree-epsilon-0.1-path-1783">
            <a:extLst xmlns:a="http://schemas.openxmlformats.org/drawingml/2006/main">
              <a:ext uri="{FF2B5EF4-FFF2-40B4-BE49-F238E27FC236}">
                <a16:creationId xmlns:a16="http://schemas.microsoft.com/office/drawing/2014/main" id="{872764E5-3555-4C04-B25D-AFAD5CB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465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4" name="d-tree-epsilon-0.1-path-1784">
            <a:extLst xmlns:a="http://schemas.openxmlformats.org/drawingml/2006/main">
              <a:ext uri="{FF2B5EF4-FFF2-40B4-BE49-F238E27FC236}">
                <a16:creationId xmlns:a16="http://schemas.microsoft.com/office/drawing/2014/main" id="{323F39E9-F563-454D-ADF8-A998316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3704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5" name="d-tree-epsilon-0.1-path-1785">
            <a:extLst xmlns:a="http://schemas.openxmlformats.org/drawingml/2006/main">
              <a:ext uri="{FF2B5EF4-FFF2-40B4-BE49-F238E27FC236}">
                <a16:creationId xmlns:a16="http://schemas.microsoft.com/office/drawing/2014/main" id="{2B2C6F87-CE5E-42BC-A4C6-6D02833A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425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6" name="d-tree-epsilon-0.1-path-1786">
            <a:extLst xmlns:a="http://schemas.openxmlformats.org/drawingml/2006/main">
              <a:ext uri="{FF2B5EF4-FFF2-40B4-BE49-F238E27FC236}">
                <a16:creationId xmlns:a16="http://schemas.microsoft.com/office/drawing/2014/main" id="{51C4F5BA-DC12-4472-BF0C-2EE33F91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3704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7" name="d-tree-epsilon-0.1-path-1787">
            <a:extLst xmlns:a="http://schemas.openxmlformats.org/drawingml/2006/main">
              <a:ext uri="{FF2B5EF4-FFF2-40B4-BE49-F238E27FC236}">
                <a16:creationId xmlns:a16="http://schemas.microsoft.com/office/drawing/2014/main" id="{B23A1C06-0875-42EB-B2B5-2119BA1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6551" y="65743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8" name="d-tree-epsilon-0.1-path-1788">
            <a:extLst xmlns:a="http://schemas.openxmlformats.org/drawingml/2006/main">
              <a:ext uri="{FF2B5EF4-FFF2-40B4-BE49-F238E27FC236}">
                <a16:creationId xmlns:a16="http://schemas.microsoft.com/office/drawing/2014/main" id="{1BB79513-3CD1-4053-916E-1814098C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206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9" name="d-tree-epsilon-0.1-path-1789">
            <a:extLst xmlns:a="http://schemas.openxmlformats.org/drawingml/2006/main">
              <a:ext uri="{FF2B5EF4-FFF2-40B4-BE49-F238E27FC236}">
                <a16:creationId xmlns:a16="http://schemas.microsoft.com/office/drawing/2014/main" id="{61722168-9EFD-4431-BA6A-219AAD7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860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0" name="d-tree-epsilon-0.1-path-1790">
            <a:extLst xmlns:a="http://schemas.openxmlformats.org/drawingml/2006/main">
              <a:ext uri="{FF2B5EF4-FFF2-40B4-BE49-F238E27FC236}">
                <a16:creationId xmlns:a16="http://schemas.microsoft.com/office/drawing/2014/main" id="{8E69F4B0-5761-4710-AA53-B654C18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601" y="6574388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1" name="d-tree-epsilon-0.1-path-1791">
            <a:extLst xmlns:a="http://schemas.openxmlformats.org/drawingml/2006/main">
              <a:ext uri="{FF2B5EF4-FFF2-40B4-BE49-F238E27FC236}">
                <a16:creationId xmlns:a16="http://schemas.microsoft.com/office/drawing/2014/main" id="{E4A1017A-AE32-4292-B678-3CC4C1D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087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2" name="d-tree-epsilon-0.1-path-1792">
            <a:extLst xmlns:a="http://schemas.openxmlformats.org/drawingml/2006/main">
              <a:ext uri="{FF2B5EF4-FFF2-40B4-BE49-F238E27FC236}">
                <a16:creationId xmlns:a16="http://schemas.microsoft.com/office/drawing/2014/main" id="{1E90190B-5296-4AD7-9A02-D70F9CB9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3740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3" name="d-tree-epsilon-0.1-path-1793">
            <a:extLst xmlns:a="http://schemas.openxmlformats.org/drawingml/2006/main">
              <a:ext uri="{FF2B5EF4-FFF2-40B4-BE49-F238E27FC236}">
                <a16:creationId xmlns:a16="http://schemas.microsoft.com/office/drawing/2014/main" id="{C3C4A485-31C2-43EA-96AE-6221104A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394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4" name="d-tree-epsilon-0.1-path-1794">
            <a:extLst xmlns:a="http://schemas.openxmlformats.org/drawingml/2006/main">
              <a:ext uri="{FF2B5EF4-FFF2-40B4-BE49-F238E27FC236}">
                <a16:creationId xmlns:a16="http://schemas.microsoft.com/office/drawing/2014/main" id="{5E2D981B-97E6-4A32-AC06-1663E97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7875" y="6574388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5" name="d-tree-epsilon-0.1-path-1795">
            <a:extLst xmlns:a="http://schemas.openxmlformats.org/drawingml/2006/main">
              <a:ext uri="{FF2B5EF4-FFF2-40B4-BE49-F238E27FC236}">
                <a16:creationId xmlns:a16="http://schemas.microsoft.com/office/drawing/2014/main" id="{06C6C9EC-ECDB-4D57-A2D1-0C732257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2354" y="6574388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6" name="d-tree-epsilon-0.1-path-1796">
            <a:extLst xmlns:a="http://schemas.openxmlformats.org/drawingml/2006/main">
              <a:ext uri="{FF2B5EF4-FFF2-40B4-BE49-F238E27FC236}">
                <a16:creationId xmlns:a16="http://schemas.microsoft.com/office/drawing/2014/main" id="{913E65BF-5161-4D28-8E7D-94D1C3EF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0108" y="6574388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7" name="d-tree-epsilon-0.1-path-1797">
            <a:extLst xmlns:a="http://schemas.openxmlformats.org/drawingml/2006/main">
              <a:ext uri="{FF2B5EF4-FFF2-40B4-BE49-F238E27FC236}">
                <a16:creationId xmlns:a16="http://schemas.microsoft.com/office/drawing/2014/main" id="{8FC932C1-BDB5-4ADA-8B9A-69762D5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4647" y="65743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8" name="d-tree-epsilon-0.1-path-1798">
            <a:extLst xmlns:a="http://schemas.openxmlformats.org/drawingml/2006/main">
              <a:ext uri="{FF2B5EF4-FFF2-40B4-BE49-F238E27FC236}">
                <a16:creationId xmlns:a16="http://schemas.microsoft.com/office/drawing/2014/main" id="{FD6DC9A9-2DDF-4079-96EA-27830DF6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65" y="6574388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9" name="d-tree-epsilon-0.1-path-1799">
            <a:extLst xmlns:a="http://schemas.openxmlformats.org/drawingml/2006/main">
              <a:ext uri="{FF2B5EF4-FFF2-40B4-BE49-F238E27FC236}">
                <a16:creationId xmlns:a16="http://schemas.microsoft.com/office/drawing/2014/main" id="{A6AC30DD-5E59-4A4A-ABD0-B516812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6551" y="6574388"/>
            <a:ext cx="398013" cy="476"/>
          </a:xfrm>
          <a:custGeom xmlns:a="http://schemas.openxmlformats.org/drawingml/2006/main">
            <a:pathLst>
              <a:path w="345959" h="476">
                <a:moveTo>
                  <a:pt x="0" y="0"/>
                </a:moveTo>
                <a:lnTo>
                  <a:pt x="345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0" name="d-tree-epsilon-0.1-path-1800">
            <a:extLst xmlns:a="http://schemas.openxmlformats.org/drawingml/2006/main">
              <a:ext uri="{FF2B5EF4-FFF2-40B4-BE49-F238E27FC236}">
                <a16:creationId xmlns:a16="http://schemas.microsoft.com/office/drawing/2014/main" id="{96DECEB9-71A2-49AB-8AF4-A4F9611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774" y="655182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1" name="d-tree-epsilon-0.1-path-1801">
            <a:extLst xmlns:a="http://schemas.openxmlformats.org/drawingml/2006/main">
              <a:ext uri="{FF2B5EF4-FFF2-40B4-BE49-F238E27FC236}">
                <a16:creationId xmlns:a16="http://schemas.microsoft.com/office/drawing/2014/main" id="{2BB436E1-7B22-43AC-BBE1-C075A0F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255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2" name="d-tree-epsilon-0.1-path-1802">
            <a:extLst xmlns:a="http://schemas.openxmlformats.org/drawingml/2006/main">
              <a:ext uri="{FF2B5EF4-FFF2-40B4-BE49-F238E27FC236}">
                <a16:creationId xmlns:a16="http://schemas.microsoft.com/office/drawing/2014/main" id="{DB6363F1-1F6B-43DB-9FF6-85370775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6908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3" name="d-tree-epsilon-0.1-path-1803">
            <a:extLst xmlns:a="http://schemas.openxmlformats.org/drawingml/2006/main">
              <a:ext uri="{FF2B5EF4-FFF2-40B4-BE49-F238E27FC236}">
                <a16:creationId xmlns:a16="http://schemas.microsoft.com/office/drawing/2014/main" id="{E18C39A2-05F9-4B7F-888C-C50B0223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6562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4" name="d-tree-epsilon-0.1-path-1804">
            <a:extLst xmlns:a="http://schemas.openxmlformats.org/drawingml/2006/main">
              <a:ext uri="{FF2B5EF4-FFF2-40B4-BE49-F238E27FC236}">
                <a16:creationId xmlns:a16="http://schemas.microsoft.com/office/drawing/2014/main" id="{CE3D278E-9A91-43C5-AC3E-79CC899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215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5" name="d-tree-epsilon-0.1-path-1805">
            <a:extLst xmlns:a="http://schemas.openxmlformats.org/drawingml/2006/main">
              <a:ext uri="{FF2B5EF4-FFF2-40B4-BE49-F238E27FC236}">
                <a16:creationId xmlns:a16="http://schemas.microsoft.com/office/drawing/2014/main" id="{08E4BDE7-14EA-4147-ACDD-45C56FDD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869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6" name="d-tree-epsilon-0.1-path-1806">
            <a:extLst xmlns:a="http://schemas.openxmlformats.org/drawingml/2006/main">
              <a:ext uri="{FF2B5EF4-FFF2-40B4-BE49-F238E27FC236}">
                <a16:creationId xmlns:a16="http://schemas.microsoft.com/office/drawing/2014/main" id="{6DA88B4B-A1AF-4909-9CFF-E85A6E92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522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7" name="d-tree-epsilon-0.1-path-1807">
            <a:extLst xmlns:a="http://schemas.openxmlformats.org/drawingml/2006/main">
              <a:ext uri="{FF2B5EF4-FFF2-40B4-BE49-F238E27FC236}">
                <a16:creationId xmlns:a16="http://schemas.microsoft.com/office/drawing/2014/main" id="{B2FC0595-C1D6-40F4-BFD6-4C8834C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5176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8" name="d-tree-epsilon-0.1-path-1808">
            <a:extLst xmlns:a="http://schemas.openxmlformats.org/drawingml/2006/main">
              <a:ext uri="{FF2B5EF4-FFF2-40B4-BE49-F238E27FC236}">
                <a16:creationId xmlns:a16="http://schemas.microsoft.com/office/drawing/2014/main" id="{1B257588-0531-4F9F-8313-AFE00ABD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829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9" name="d-tree-epsilon-0.1-path-1809">
            <a:extLst xmlns:a="http://schemas.openxmlformats.org/drawingml/2006/main">
              <a:ext uri="{FF2B5EF4-FFF2-40B4-BE49-F238E27FC236}">
                <a16:creationId xmlns:a16="http://schemas.microsoft.com/office/drawing/2014/main" id="{138F04C2-9638-49C5-9E7D-77808A93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309" y="6551823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0" name="d-tree-epsilon-0.1-path-1810">
            <a:extLst xmlns:a="http://schemas.openxmlformats.org/drawingml/2006/main">
              <a:ext uri="{FF2B5EF4-FFF2-40B4-BE49-F238E27FC236}">
                <a16:creationId xmlns:a16="http://schemas.microsoft.com/office/drawing/2014/main" id="{570F5DAD-7597-475A-93F4-0A24B19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789" y="655182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1" name="d-tree-epsilon-0.1-path-1811">
            <a:extLst xmlns:a="http://schemas.openxmlformats.org/drawingml/2006/main">
              <a:ext uri="{FF2B5EF4-FFF2-40B4-BE49-F238E27FC236}">
                <a16:creationId xmlns:a16="http://schemas.microsoft.com/office/drawing/2014/main" id="{37B7DB5A-CEA9-493A-B817-AD35E34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558" y="65518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2" name="d-tree-epsilon-0.1-path-1812">
            <a:extLst xmlns:a="http://schemas.openxmlformats.org/drawingml/2006/main">
              <a:ext uri="{FF2B5EF4-FFF2-40B4-BE49-F238E27FC236}">
                <a16:creationId xmlns:a16="http://schemas.microsoft.com/office/drawing/2014/main" id="{75CC98D1-6742-4347-BA50-E6FAB76B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774" y="6551823"/>
            <a:ext cx="412784" cy="476"/>
          </a:xfrm>
          <a:custGeom xmlns:a="http://schemas.openxmlformats.org/drawingml/2006/main">
            <a:pathLst>
              <a:path w="358798" h="476">
                <a:moveTo>
                  <a:pt x="0" y="0"/>
                </a:moveTo>
                <a:lnTo>
                  <a:pt x="3587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3" name="d-tree-epsilon-0.1-path-1813">
            <a:extLst xmlns:a="http://schemas.openxmlformats.org/drawingml/2006/main">
              <a:ext uri="{FF2B5EF4-FFF2-40B4-BE49-F238E27FC236}">
                <a16:creationId xmlns:a16="http://schemas.microsoft.com/office/drawing/2014/main" id="{9DB209AB-836E-429F-A672-5C77781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731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4" name="d-tree-epsilon-0.1-path-1814">
            <a:extLst xmlns:a="http://schemas.openxmlformats.org/drawingml/2006/main">
              <a:ext uri="{FF2B5EF4-FFF2-40B4-BE49-F238E27FC236}">
                <a16:creationId xmlns:a16="http://schemas.microsoft.com/office/drawing/2014/main" id="{53205B02-578A-4677-9C80-602A7C0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38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5" name="d-tree-epsilon-0.1-path-1815">
            <a:extLst xmlns:a="http://schemas.openxmlformats.org/drawingml/2006/main">
              <a:ext uri="{FF2B5EF4-FFF2-40B4-BE49-F238E27FC236}">
                <a16:creationId xmlns:a16="http://schemas.microsoft.com/office/drawing/2014/main" id="{8F2A5ACF-25D1-49CD-82A3-14CEFA2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4731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6" name="d-tree-epsilon-0.1-path-1816">
            <a:extLst xmlns:a="http://schemas.openxmlformats.org/drawingml/2006/main">
              <a:ext uri="{FF2B5EF4-FFF2-40B4-BE49-F238E27FC236}">
                <a16:creationId xmlns:a16="http://schemas.microsoft.com/office/drawing/2014/main" id="{744026F6-05CD-4454-B19D-A7FBDB4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558" y="6800039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7" name="d-tree-epsilon-0.1-path-1817">
            <a:extLst xmlns:a="http://schemas.openxmlformats.org/drawingml/2006/main">
              <a:ext uri="{FF2B5EF4-FFF2-40B4-BE49-F238E27FC236}">
                <a16:creationId xmlns:a16="http://schemas.microsoft.com/office/drawing/2014/main" id="{E5A9900F-85CB-468B-B522-B70E12C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038" y="6800039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8" name="d-tree-epsilon-0.1-path-1818">
            <a:extLst xmlns:a="http://schemas.openxmlformats.org/drawingml/2006/main">
              <a:ext uri="{FF2B5EF4-FFF2-40B4-BE49-F238E27FC236}">
                <a16:creationId xmlns:a16="http://schemas.microsoft.com/office/drawing/2014/main" id="{386F9ACC-BE44-4214-94B7-7BBB9237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558" y="6800039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9" name="d-tree-epsilon-0.1-path-1819">
            <a:extLst xmlns:a="http://schemas.openxmlformats.org/drawingml/2006/main">
              <a:ext uri="{FF2B5EF4-FFF2-40B4-BE49-F238E27FC236}">
                <a16:creationId xmlns:a16="http://schemas.microsoft.com/office/drawing/2014/main" id="{EB60BE0B-CA38-487F-BC53-8133106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078" y="6777474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0" name="d-tree-epsilon-0.1-path-1820">
            <a:extLst xmlns:a="http://schemas.openxmlformats.org/drawingml/2006/main">
              <a:ext uri="{FF2B5EF4-FFF2-40B4-BE49-F238E27FC236}">
                <a16:creationId xmlns:a16="http://schemas.microsoft.com/office/drawing/2014/main" id="{1BDE6147-C5F8-4111-8332-7131A927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798" y="677747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1" name="d-tree-epsilon-0.1-path-1821">
            <a:extLst xmlns:a="http://schemas.openxmlformats.org/drawingml/2006/main">
              <a:ext uri="{FF2B5EF4-FFF2-40B4-BE49-F238E27FC236}">
                <a16:creationId xmlns:a16="http://schemas.microsoft.com/office/drawing/2014/main" id="{A235EF01-E33E-433D-853D-D4D10A03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078" y="6777474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2" name="d-tree-epsilon-0.1-path-1822">
            <a:extLst xmlns:a="http://schemas.openxmlformats.org/drawingml/2006/main">
              <a:ext uri="{FF2B5EF4-FFF2-40B4-BE49-F238E27FC236}">
                <a16:creationId xmlns:a16="http://schemas.microsoft.com/office/drawing/2014/main" id="{5116A6A0-C21C-43EA-9853-6B01187C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166" y="65292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3" name="d-tree-epsilon-0.1-path-1823">
            <a:extLst xmlns:a="http://schemas.openxmlformats.org/drawingml/2006/main">
              <a:ext uri="{FF2B5EF4-FFF2-40B4-BE49-F238E27FC236}">
                <a16:creationId xmlns:a16="http://schemas.microsoft.com/office/drawing/2014/main" id="{E193BE4B-FDD4-419C-AB41-69367763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938" y="6529258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4" name="d-tree-epsilon-0.1-path-1824">
            <a:extLst xmlns:a="http://schemas.openxmlformats.org/drawingml/2006/main">
              <a:ext uri="{FF2B5EF4-FFF2-40B4-BE49-F238E27FC236}">
                <a16:creationId xmlns:a16="http://schemas.microsoft.com/office/drawing/2014/main" id="{F35B00C0-ECD9-459C-8F9A-E2C00704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692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5" name="d-tree-epsilon-0.1-path-1825">
            <a:extLst xmlns:a="http://schemas.openxmlformats.org/drawingml/2006/main">
              <a:ext uri="{FF2B5EF4-FFF2-40B4-BE49-F238E27FC236}">
                <a16:creationId xmlns:a16="http://schemas.microsoft.com/office/drawing/2014/main" id="{7B512100-3623-4678-9A35-AF9DB910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3345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6" name="d-tree-epsilon-0.1-path-1826">
            <a:extLst xmlns:a="http://schemas.openxmlformats.org/drawingml/2006/main">
              <a:ext uri="{FF2B5EF4-FFF2-40B4-BE49-F238E27FC236}">
                <a16:creationId xmlns:a16="http://schemas.microsoft.com/office/drawing/2014/main" id="{04FD7C1C-2D30-4477-B82A-4D3793F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2999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7" name="d-tree-epsilon-0.1-path-1827">
            <a:extLst xmlns:a="http://schemas.openxmlformats.org/drawingml/2006/main">
              <a:ext uri="{FF2B5EF4-FFF2-40B4-BE49-F238E27FC236}">
                <a16:creationId xmlns:a16="http://schemas.microsoft.com/office/drawing/2014/main" id="{AE859432-F342-4F8A-A5BC-824CBB16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652" y="6529258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8" name="d-tree-epsilon-0.1-path-1828">
            <a:extLst xmlns:a="http://schemas.openxmlformats.org/drawingml/2006/main">
              <a:ext uri="{FF2B5EF4-FFF2-40B4-BE49-F238E27FC236}">
                <a16:creationId xmlns:a16="http://schemas.microsoft.com/office/drawing/2014/main" id="{5FB94FBE-DF96-4A33-B981-26E7ACA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9166" y="6529258"/>
            <a:ext cx="493486" cy="476"/>
          </a:xfrm>
          <a:custGeom xmlns:a="http://schemas.openxmlformats.org/drawingml/2006/main">
            <a:pathLst>
              <a:path w="428946" h="476">
                <a:moveTo>
                  <a:pt x="0" y="0"/>
                </a:moveTo>
                <a:lnTo>
                  <a:pt x="428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9" name="d-tree-epsilon-0.1-path-1829">
            <a:extLst xmlns:a="http://schemas.openxmlformats.org/drawingml/2006/main">
              <a:ext uri="{FF2B5EF4-FFF2-40B4-BE49-F238E27FC236}">
                <a16:creationId xmlns:a16="http://schemas.microsoft.com/office/drawing/2014/main" id="{086438DB-ED0E-48CF-A95E-9F1F0EAE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5200" y="6506693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0" name="d-tree-epsilon-0.1-path-1830">
            <a:extLst xmlns:a="http://schemas.openxmlformats.org/drawingml/2006/main">
              <a:ext uri="{FF2B5EF4-FFF2-40B4-BE49-F238E27FC236}">
                <a16:creationId xmlns:a16="http://schemas.microsoft.com/office/drawing/2014/main" id="{9906BE83-2036-4075-AF41-2A15D187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9680" y="6506693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1" name="d-tree-epsilon-0.1-path-1831">
            <a:extLst xmlns:a="http://schemas.openxmlformats.org/drawingml/2006/main">
              <a:ext uri="{FF2B5EF4-FFF2-40B4-BE49-F238E27FC236}">
                <a16:creationId xmlns:a16="http://schemas.microsoft.com/office/drawing/2014/main" id="{D89936EF-9F38-4A02-BA4C-CFAB294C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573" y="6506693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2" name="d-tree-epsilon-0.1-path-1832">
            <a:extLst xmlns:a="http://schemas.openxmlformats.org/drawingml/2006/main">
              <a:ext uri="{FF2B5EF4-FFF2-40B4-BE49-F238E27FC236}">
                <a16:creationId xmlns:a16="http://schemas.microsoft.com/office/drawing/2014/main" id="{C5A63A78-9577-4D26-B71C-34A851A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8294" y="6506693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3" name="d-tree-epsilon-0.1-path-1833">
            <a:extLst xmlns:a="http://schemas.openxmlformats.org/drawingml/2006/main">
              <a:ext uri="{FF2B5EF4-FFF2-40B4-BE49-F238E27FC236}">
                <a16:creationId xmlns:a16="http://schemas.microsoft.com/office/drawing/2014/main" id="{60D1EDB1-4F8F-45CF-B7E9-C10764A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909" y="65066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4" name="d-tree-epsilon-0.1-path-1834">
            <a:extLst xmlns:a="http://schemas.openxmlformats.org/drawingml/2006/main">
              <a:ext uri="{FF2B5EF4-FFF2-40B4-BE49-F238E27FC236}">
                <a16:creationId xmlns:a16="http://schemas.microsoft.com/office/drawing/2014/main" id="{3D9A5A8B-2395-4E7B-993E-63EDC2F5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5200" y="6506693"/>
            <a:ext cx="520710" cy="476"/>
          </a:xfrm>
          <a:custGeom xmlns:a="http://schemas.openxmlformats.org/drawingml/2006/main">
            <a:pathLst>
              <a:path w="452609" h="476">
                <a:moveTo>
                  <a:pt x="0" y="0"/>
                </a:moveTo>
                <a:lnTo>
                  <a:pt x="452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5" name="d-tree-epsilon-0.1-path-1835">
            <a:extLst xmlns:a="http://schemas.openxmlformats.org/drawingml/2006/main">
              <a:ext uri="{FF2B5EF4-FFF2-40B4-BE49-F238E27FC236}">
                <a16:creationId xmlns:a16="http://schemas.microsoft.com/office/drawing/2014/main" id="{E357338A-2958-4019-A029-B4BF979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798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6" name="d-tree-epsilon-0.1-path-1836">
            <a:extLst xmlns:a="http://schemas.openxmlformats.org/drawingml/2006/main">
              <a:ext uri="{FF2B5EF4-FFF2-40B4-BE49-F238E27FC236}">
                <a16:creationId xmlns:a16="http://schemas.microsoft.com/office/drawing/2014/main" id="{25EAE180-4EA4-499A-B124-5D46301D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2452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7" name="d-tree-epsilon-0.1-path-1837">
            <a:extLst xmlns:a="http://schemas.openxmlformats.org/drawingml/2006/main">
              <a:ext uri="{FF2B5EF4-FFF2-40B4-BE49-F238E27FC236}">
                <a16:creationId xmlns:a16="http://schemas.microsoft.com/office/drawing/2014/main" id="{BA2C20CB-DEA9-4B4E-ABE2-16B31881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2105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8" name="d-tree-epsilon-0.1-path-1838">
            <a:extLst xmlns:a="http://schemas.openxmlformats.org/drawingml/2006/main">
              <a:ext uri="{FF2B5EF4-FFF2-40B4-BE49-F238E27FC236}">
                <a16:creationId xmlns:a16="http://schemas.microsoft.com/office/drawing/2014/main" id="{3FE36717-AA48-4D0C-9649-ECC7B71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759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89" name="d-tree-epsilon-0.1-path-1839">
            <a:extLst xmlns:a="http://schemas.openxmlformats.org/drawingml/2006/main">
              <a:ext uri="{FF2B5EF4-FFF2-40B4-BE49-F238E27FC236}">
                <a16:creationId xmlns:a16="http://schemas.microsoft.com/office/drawing/2014/main" id="{4EC0D344-71EC-4C77-85EB-47E3600F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6240" y="6484128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0" name="d-tree-epsilon-0.1-path-1840">
            <a:extLst xmlns:a="http://schemas.openxmlformats.org/drawingml/2006/main">
              <a:ext uri="{FF2B5EF4-FFF2-40B4-BE49-F238E27FC236}">
                <a16:creationId xmlns:a16="http://schemas.microsoft.com/office/drawing/2014/main" id="{D3773560-C7A0-40A6-A7D2-1A6CAD8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719" y="6484128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1" name="d-tree-epsilon-0.1-path-1841">
            <a:extLst xmlns:a="http://schemas.openxmlformats.org/drawingml/2006/main">
              <a:ext uri="{FF2B5EF4-FFF2-40B4-BE49-F238E27FC236}">
                <a16:creationId xmlns:a16="http://schemas.microsoft.com/office/drawing/2014/main" id="{47BBF4EE-AC24-46ED-BCE8-6578758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555" y="64841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2" name="d-tree-epsilon-0.1-path-1842">
            <a:extLst xmlns:a="http://schemas.openxmlformats.org/drawingml/2006/main">
              <a:ext uri="{FF2B5EF4-FFF2-40B4-BE49-F238E27FC236}">
                <a16:creationId xmlns:a16="http://schemas.microsoft.com/office/drawing/2014/main" id="{ABBD3580-8955-4275-B924-443B3328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798" y="6484128"/>
            <a:ext cx="332756" cy="476"/>
          </a:xfrm>
          <a:custGeom xmlns:a="http://schemas.openxmlformats.org/drawingml/2006/main">
            <a:pathLst>
              <a:path w="289237" h="476">
                <a:moveTo>
                  <a:pt x="0" y="0"/>
                </a:moveTo>
                <a:lnTo>
                  <a:pt x="2892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3" name="d-tree-epsilon-0.1-path-1843">
            <a:extLst xmlns:a="http://schemas.openxmlformats.org/drawingml/2006/main">
              <a:ext uri="{FF2B5EF4-FFF2-40B4-BE49-F238E27FC236}">
                <a16:creationId xmlns:a16="http://schemas.microsoft.com/office/drawing/2014/main" id="{353AB8AB-5526-4C9A-BC37-32D697B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491" y="6461563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4" name="d-tree-epsilon-0.1-path-1844">
            <a:extLst xmlns:a="http://schemas.openxmlformats.org/drawingml/2006/main">
              <a:ext uri="{FF2B5EF4-FFF2-40B4-BE49-F238E27FC236}">
                <a16:creationId xmlns:a16="http://schemas.microsoft.com/office/drawing/2014/main" id="{E07EF77A-D51B-4151-8367-6404E8F6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3145" y="6461563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5" name="d-tree-epsilon-0.1-path-1845">
            <a:extLst xmlns:a="http://schemas.openxmlformats.org/drawingml/2006/main">
              <a:ext uri="{FF2B5EF4-FFF2-40B4-BE49-F238E27FC236}">
                <a16:creationId xmlns:a16="http://schemas.microsoft.com/office/drawing/2014/main" id="{4851BE1B-85B9-4911-8FF5-1C5C4291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177" y="64615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6" name="d-tree-epsilon-0.1-path-1846">
            <a:extLst xmlns:a="http://schemas.openxmlformats.org/drawingml/2006/main">
              <a:ext uri="{FF2B5EF4-FFF2-40B4-BE49-F238E27FC236}">
                <a16:creationId xmlns:a16="http://schemas.microsoft.com/office/drawing/2014/main" id="{8F932806-4687-4CDC-B627-266D2184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491" y="6461563"/>
            <a:ext cx="185685" cy="476"/>
          </a:xfrm>
          <a:custGeom xmlns:a="http://schemas.openxmlformats.org/drawingml/2006/main">
            <a:pathLst>
              <a:path w="161400" h="476">
                <a:moveTo>
                  <a:pt x="0" y="0"/>
                </a:moveTo>
                <a:lnTo>
                  <a:pt x="16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7" name="d-tree-epsilon-0.1-path-1847">
            <a:extLst xmlns:a="http://schemas.openxmlformats.org/drawingml/2006/main">
              <a:ext uri="{FF2B5EF4-FFF2-40B4-BE49-F238E27FC236}">
                <a16:creationId xmlns:a16="http://schemas.microsoft.com/office/drawing/2014/main" id="{FE14D2EC-E44D-460B-B0A1-A80367D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333" y="64389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8" name="d-tree-epsilon-0.1-path-1848">
            <a:extLst xmlns:a="http://schemas.openxmlformats.org/drawingml/2006/main">
              <a:ext uri="{FF2B5EF4-FFF2-40B4-BE49-F238E27FC236}">
                <a16:creationId xmlns:a16="http://schemas.microsoft.com/office/drawing/2014/main" id="{D404CD0A-DB7A-44A9-887B-B879043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306" y="6438998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99" name="d-tree-epsilon-0.1-path-1849">
            <a:extLst xmlns:a="http://schemas.openxmlformats.org/drawingml/2006/main">
              <a:ext uri="{FF2B5EF4-FFF2-40B4-BE49-F238E27FC236}">
                <a16:creationId xmlns:a16="http://schemas.microsoft.com/office/drawing/2014/main" id="{83F3B5DC-17C5-4D21-B194-8AA414F9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333" y="6438998"/>
            <a:ext cx="775972" cy="476"/>
          </a:xfrm>
          <a:custGeom xmlns:a="http://schemas.openxmlformats.org/drawingml/2006/main">
            <a:pathLst>
              <a:path w="674487" h="476">
                <a:moveTo>
                  <a:pt x="0" y="0"/>
                </a:moveTo>
                <a:lnTo>
                  <a:pt x="674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0" name="d-tree-epsilon-0.1-path-1850">
            <a:extLst xmlns:a="http://schemas.openxmlformats.org/drawingml/2006/main">
              <a:ext uri="{FF2B5EF4-FFF2-40B4-BE49-F238E27FC236}">
                <a16:creationId xmlns:a16="http://schemas.microsoft.com/office/drawing/2014/main" id="{4D1D4220-8B57-4A8B-AA1F-F6DD611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320" y="641643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1" name="d-tree-epsilon-0.1-path-1851">
            <a:extLst xmlns:a="http://schemas.openxmlformats.org/drawingml/2006/main">
              <a:ext uri="{FF2B5EF4-FFF2-40B4-BE49-F238E27FC236}">
                <a16:creationId xmlns:a16="http://schemas.microsoft.com/office/drawing/2014/main" id="{60BDD03D-76E0-41D8-A804-1C812E8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59" y="6416433"/>
            <a:ext cx="548" cy="428736"/>
          </a:xfrm>
          <a:custGeom xmlns:a="http://schemas.openxmlformats.org/drawingml/2006/main">
            <a:pathLst>
              <a:path w="476" h="428736">
                <a:moveTo>
                  <a:pt x="0" y="428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2" name="d-tree-epsilon-0.1-path-1852">
            <a:extLst xmlns:a="http://schemas.openxmlformats.org/drawingml/2006/main">
              <a:ext uri="{FF2B5EF4-FFF2-40B4-BE49-F238E27FC236}">
                <a16:creationId xmlns:a16="http://schemas.microsoft.com/office/drawing/2014/main" id="{67245774-876A-4245-A710-D7C1FC3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4320" y="6416433"/>
            <a:ext cx="397639" cy="476"/>
          </a:xfrm>
          <a:custGeom xmlns:a="http://schemas.openxmlformats.org/drawingml/2006/main">
            <a:pathLst>
              <a:path w="345634" h="476">
                <a:moveTo>
                  <a:pt x="0" y="0"/>
                </a:moveTo>
                <a:lnTo>
                  <a:pt x="345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3" name="d-tree-epsilon-0.1-path-1853">
            <a:extLst xmlns:a="http://schemas.openxmlformats.org/drawingml/2006/main">
              <a:ext uri="{FF2B5EF4-FFF2-40B4-BE49-F238E27FC236}">
                <a16:creationId xmlns:a16="http://schemas.microsoft.com/office/drawing/2014/main" id="{D13F3486-E2B6-4DF5-802F-9E679EE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838" y="6393868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4" name="d-tree-epsilon-0.1-path-1854">
            <a:extLst xmlns:a="http://schemas.openxmlformats.org/drawingml/2006/main">
              <a:ext uri="{FF2B5EF4-FFF2-40B4-BE49-F238E27FC236}">
                <a16:creationId xmlns:a16="http://schemas.microsoft.com/office/drawing/2014/main" id="{84B8DDE8-742B-4BA8-8BC0-0F73CA15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140" y="639386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5" name="d-tree-epsilon-0.1-path-1855">
            <a:extLst xmlns:a="http://schemas.openxmlformats.org/drawingml/2006/main">
              <a:ext uri="{FF2B5EF4-FFF2-40B4-BE49-F238E27FC236}">
                <a16:creationId xmlns:a16="http://schemas.microsoft.com/office/drawing/2014/main" id="{75D58F10-E17E-44D0-BDF4-692703D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838" y="6393868"/>
            <a:ext cx="689302" cy="476"/>
          </a:xfrm>
          <a:custGeom xmlns:a="http://schemas.openxmlformats.org/drawingml/2006/main">
            <a:pathLst>
              <a:path w="599152" h="476">
                <a:moveTo>
                  <a:pt x="0" y="0"/>
                </a:moveTo>
                <a:lnTo>
                  <a:pt x="5991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6" name="d-tree-epsilon-0.1-path-1856">
            <a:extLst xmlns:a="http://schemas.openxmlformats.org/drawingml/2006/main">
              <a:ext uri="{FF2B5EF4-FFF2-40B4-BE49-F238E27FC236}">
                <a16:creationId xmlns:a16="http://schemas.microsoft.com/office/drawing/2014/main" id="{2B29E2A8-2C54-406D-B793-BEEA280A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264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7" name="d-tree-epsilon-0.1-path-1857">
            <a:extLst xmlns:a="http://schemas.openxmlformats.org/drawingml/2006/main">
              <a:ext uri="{FF2B5EF4-FFF2-40B4-BE49-F238E27FC236}">
                <a16:creationId xmlns:a16="http://schemas.microsoft.com/office/drawing/2014/main" id="{AB04A0B8-B7A5-4833-BEEA-08D5301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918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8" name="d-tree-epsilon-0.1-path-1858">
            <a:extLst xmlns:a="http://schemas.openxmlformats.org/drawingml/2006/main">
              <a:ext uri="{FF2B5EF4-FFF2-40B4-BE49-F238E27FC236}">
                <a16:creationId xmlns:a16="http://schemas.microsoft.com/office/drawing/2014/main" id="{A0D28696-68BB-4857-A397-F6E60A0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397" y="6371303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09" name="d-tree-epsilon-0.1-path-1859">
            <a:extLst xmlns:a="http://schemas.openxmlformats.org/drawingml/2006/main">
              <a:ext uri="{FF2B5EF4-FFF2-40B4-BE49-F238E27FC236}">
                <a16:creationId xmlns:a16="http://schemas.microsoft.com/office/drawing/2014/main" id="{CF021D7C-DB89-46CD-A0AC-9FA21872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704" y="6371303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0" name="d-tree-epsilon-0.1-path-1860">
            <a:extLst xmlns:a="http://schemas.openxmlformats.org/drawingml/2006/main">
              <a:ext uri="{FF2B5EF4-FFF2-40B4-BE49-F238E27FC236}">
                <a16:creationId xmlns:a16="http://schemas.microsoft.com/office/drawing/2014/main" id="{0D1C6D14-C5E3-4F25-82C1-90DCBA9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4184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1" name="d-tree-epsilon-0.1-path-1861">
            <a:extLst xmlns:a="http://schemas.openxmlformats.org/drawingml/2006/main">
              <a:ext uri="{FF2B5EF4-FFF2-40B4-BE49-F238E27FC236}">
                <a16:creationId xmlns:a16="http://schemas.microsoft.com/office/drawing/2014/main" id="{FDAB77BD-3D18-4ACE-A6E6-390F34E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489" y="637130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2" name="d-tree-epsilon-0.1-path-1862">
            <a:extLst xmlns:a="http://schemas.openxmlformats.org/drawingml/2006/main">
              <a:ext uri="{FF2B5EF4-FFF2-40B4-BE49-F238E27FC236}">
                <a16:creationId xmlns:a16="http://schemas.microsoft.com/office/drawing/2014/main" id="{D268EB97-3F68-4286-8A51-723A29B8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613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3" name="d-tree-epsilon-0.1-path-1863">
            <a:extLst xmlns:a="http://schemas.openxmlformats.org/drawingml/2006/main">
              <a:ext uri="{FF2B5EF4-FFF2-40B4-BE49-F238E27FC236}">
                <a16:creationId xmlns:a16="http://schemas.microsoft.com/office/drawing/2014/main" id="{56887D79-093B-4E5E-8268-47A57BDE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266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4" name="d-tree-epsilon-0.1-path-1864">
            <a:extLst xmlns:a="http://schemas.openxmlformats.org/drawingml/2006/main">
              <a:ext uri="{FF2B5EF4-FFF2-40B4-BE49-F238E27FC236}">
                <a16:creationId xmlns:a16="http://schemas.microsoft.com/office/drawing/2014/main" id="{41F4291D-BA11-4BC5-803D-7D3A900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920" y="6371303"/>
            <a:ext cx="548" cy="473866"/>
          </a:xfrm>
          <a:custGeom xmlns:a="http://schemas.openxmlformats.org/drawingml/2006/main">
            <a:pathLst>
              <a:path w="476" h="473866">
                <a:moveTo>
                  <a:pt x="0" y="4738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5" name="d-tree-epsilon-0.1-path-1865">
            <a:extLst xmlns:a="http://schemas.openxmlformats.org/drawingml/2006/main">
              <a:ext uri="{FF2B5EF4-FFF2-40B4-BE49-F238E27FC236}">
                <a16:creationId xmlns:a16="http://schemas.microsoft.com/office/drawing/2014/main" id="{5FE731A1-A16B-46B7-9C7A-142BBBEF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264" y="6371303"/>
            <a:ext cx="984656" cy="476"/>
          </a:xfrm>
          <a:custGeom xmlns:a="http://schemas.openxmlformats.org/drawingml/2006/main">
            <a:pathLst>
              <a:path w="855878" h="476">
                <a:moveTo>
                  <a:pt x="0" y="0"/>
                </a:moveTo>
                <a:lnTo>
                  <a:pt x="855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6" name="d-tree-epsilon-0.1-path-1866">
            <a:extLst xmlns:a="http://schemas.openxmlformats.org/drawingml/2006/main">
              <a:ext uri="{FF2B5EF4-FFF2-40B4-BE49-F238E27FC236}">
                <a16:creationId xmlns:a16="http://schemas.microsoft.com/office/drawing/2014/main" id="{98C633D8-1026-47AA-8F35-5B1D19EB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369" y="6348738"/>
            <a:ext cx="548" cy="451301"/>
          </a:xfrm>
          <a:custGeom xmlns:a="http://schemas.openxmlformats.org/drawingml/2006/main">
            <a:pathLst>
              <a:path w="476" h="451301">
                <a:moveTo>
                  <a:pt x="0" y="4513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7" name="d-tree-epsilon-0.1-path-1867">
            <a:extLst xmlns:a="http://schemas.openxmlformats.org/drawingml/2006/main">
              <a:ext uri="{FF2B5EF4-FFF2-40B4-BE49-F238E27FC236}">
                <a16:creationId xmlns:a16="http://schemas.microsoft.com/office/drawing/2014/main" id="{EEB08883-A824-40CB-BF6F-73F71FCC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592" y="634873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8" name="d-tree-epsilon-0.1-path-1868">
            <a:extLst xmlns:a="http://schemas.openxmlformats.org/drawingml/2006/main">
              <a:ext uri="{FF2B5EF4-FFF2-40B4-BE49-F238E27FC236}">
                <a16:creationId xmlns:a16="http://schemas.microsoft.com/office/drawing/2014/main" id="{AFAD446E-D238-43C8-9F44-72E49BF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369" y="6348738"/>
            <a:ext cx="509221" cy="476"/>
          </a:xfrm>
          <a:custGeom xmlns:a="http://schemas.openxmlformats.org/drawingml/2006/main">
            <a:pathLst>
              <a:path w="442623" h="476">
                <a:moveTo>
                  <a:pt x="0" y="0"/>
                </a:moveTo>
                <a:lnTo>
                  <a:pt x="442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19" name="d-tree-epsilon-0.1-path-1869">
            <a:extLst xmlns:a="http://schemas.openxmlformats.org/drawingml/2006/main">
              <a:ext uri="{FF2B5EF4-FFF2-40B4-BE49-F238E27FC236}">
                <a16:creationId xmlns:a16="http://schemas.microsoft.com/office/drawing/2014/main" id="{AD868228-BB97-4829-9EE6-B778AE3B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573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0" name="d-tree-epsilon-0.1-path-1870">
            <a:extLst xmlns:a="http://schemas.openxmlformats.org/drawingml/2006/main">
              <a:ext uri="{FF2B5EF4-FFF2-40B4-BE49-F238E27FC236}">
                <a16:creationId xmlns:a16="http://schemas.microsoft.com/office/drawing/2014/main" id="{953C574E-1096-4288-BA81-8C19352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0227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1" name="d-tree-epsilon-0.1-path-1871">
            <a:extLst xmlns:a="http://schemas.openxmlformats.org/drawingml/2006/main">
              <a:ext uri="{FF2B5EF4-FFF2-40B4-BE49-F238E27FC236}">
                <a16:creationId xmlns:a16="http://schemas.microsoft.com/office/drawing/2014/main" id="{D6D33B3B-0E55-4D6A-AE8B-66A13BD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573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2" name="d-tree-epsilon-0.1-path-1872">
            <a:extLst xmlns:a="http://schemas.openxmlformats.org/drawingml/2006/main">
              <a:ext uri="{FF2B5EF4-FFF2-40B4-BE49-F238E27FC236}">
                <a16:creationId xmlns:a16="http://schemas.microsoft.com/office/drawing/2014/main" id="{1BDD4DB5-80C8-4B03-8AE6-B079A07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981" y="632617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3" name="d-tree-epsilon-0.1-path-1873">
            <a:extLst xmlns:a="http://schemas.openxmlformats.org/drawingml/2006/main">
              <a:ext uri="{FF2B5EF4-FFF2-40B4-BE49-F238E27FC236}">
                <a16:creationId xmlns:a16="http://schemas.microsoft.com/office/drawing/2014/main" id="{3717703A-A13E-4C9C-A5DB-BF914078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401" y="6326173"/>
            <a:ext cx="548" cy="496431"/>
          </a:xfrm>
          <a:custGeom xmlns:a="http://schemas.openxmlformats.org/drawingml/2006/main">
            <a:pathLst>
              <a:path w="476" h="496431">
                <a:moveTo>
                  <a:pt x="0" y="4964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4" name="d-tree-epsilon-0.1-path-1874">
            <a:extLst xmlns:a="http://schemas.openxmlformats.org/drawingml/2006/main">
              <a:ext uri="{FF2B5EF4-FFF2-40B4-BE49-F238E27FC236}">
                <a16:creationId xmlns:a16="http://schemas.microsoft.com/office/drawing/2014/main" id="{B46BB91C-820B-414A-9AD2-FAF997E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981" y="6326173"/>
            <a:ext cx="761419" cy="476"/>
          </a:xfrm>
          <a:custGeom xmlns:a="http://schemas.openxmlformats.org/drawingml/2006/main">
            <a:pathLst>
              <a:path w="661837" h="476">
                <a:moveTo>
                  <a:pt x="0" y="0"/>
                </a:moveTo>
                <a:lnTo>
                  <a:pt x="661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5" name="d-tree-epsilon-0.1-path-1875">
            <a:extLst xmlns:a="http://schemas.openxmlformats.org/drawingml/2006/main">
              <a:ext uri="{FF2B5EF4-FFF2-40B4-BE49-F238E27FC236}">
                <a16:creationId xmlns:a16="http://schemas.microsoft.com/office/drawing/2014/main" id="{7465E1F8-E112-48CA-A5B4-58B232E4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650" y="6303608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6" name="d-tree-epsilon-0.1-path-1876">
            <a:extLst xmlns:a="http://schemas.openxmlformats.org/drawingml/2006/main">
              <a:ext uri="{FF2B5EF4-FFF2-40B4-BE49-F238E27FC236}">
                <a16:creationId xmlns:a16="http://schemas.microsoft.com/office/drawing/2014/main" id="{A5173ABA-7F7C-43AA-8A67-0999B91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691" y="630360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7" name="d-tree-epsilon-0.1-path-1877">
            <a:extLst xmlns:a="http://schemas.openxmlformats.org/drawingml/2006/main">
              <a:ext uri="{FF2B5EF4-FFF2-40B4-BE49-F238E27FC236}">
                <a16:creationId xmlns:a16="http://schemas.microsoft.com/office/drawing/2014/main" id="{8F6F60FA-FBA8-4997-9445-F6633F5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650" y="6303608"/>
            <a:ext cx="657041" cy="476"/>
          </a:xfrm>
          <a:custGeom xmlns:a="http://schemas.openxmlformats.org/drawingml/2006/main">
            <a:pathLst>
              <a:path w="571110" h="476">
                <a:moveTo>
                  <a:pt x="0" y="0"/>
                </a:moveTo>
                <a:lnTo>
                  <a:pt x="571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8" name="d-tree-epsilon-0.1-path-1878">
            <a:extLst xmlns:a="http://schemas.openxmlformats.org/drawingml/2006/main">
              <a:ext uri="{FF2B5EF4-FFF2-40B4-BE49-F238E27FC236}">
                <a16:creationId xmlns:a16="http://schemas.microsoft.com/office/drawing/2014/main" id="{5F1EDAE3-AFBF-418E-BFFD-FB6A8C3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169" y="6281043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29" name="d-tree-epsilon-0.1-path-1879">
            <a:extLst xmlns:a="http://schemas.openxmlformats.org/drawingml/2006/main">
              <a:ext uri="{FF2B5EF4-FFF2-40B4-BE49-F238E27FC236}">
                <a16:creationId xmlns:a16="http://schemas.microsoft.com/office/drawing/2014/main" id="{8AAFE57A-7FDD-47D8-92E0-B038C795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170" y="628104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0" name="d-tree-epsilon-0.1-path-1880">
            <a:extLst xmlns:a="http://schemas.openxmlformats.org/drawingml/2006/main">
              <a:ext uri="{FF2B5EF4-FFF2-40B4-BE49-F238E27FC236}">
                <a16:creationId xmlns:a16="http://schemas.microsoft.com/office/drawing/2014/main" id="{DFB5F1A4-147B-4900-AEFB-CE20115A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169" y="6281043"/>
            <a:ext cx="343000" cy="476"/>
          </a:xfrm>
          <a:custGeom xmlns:a="http://schemas.openxmlformats.org/drawingml/2006/main">
            <a:pathLst>
              <a:path w="298141" h="476">
                <a:moveTo>
                  <a:pt x="0" y="0"/>
                </a:moveTo>
                <a:lnTo>
                  <a:pt x="298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1" name="d-tree-epsilon-0.1-path-1881">
            <a:extLst xmlns:a="http://schemas.openxmlformats.org/drawingml/2006/main">
              <a:ext uri="{FF2B5EF4-FFF2-40B4-BE49-F238E27FC236}">
                <a16:creationId xmlns:a16="http://schemas.microsoft.com/office/drawing/2014/main" id="{2C72C263-AB6E-4661-B54E-D687F056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670" y="625847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2" name="d-tree-epsilon-0.1-path-1882">
            <a:extLst xmlns:a="http://schemas.openxmlformats.org/drawingml/2006/main">
              <a:ext uri="{FF2B5EF4-FFF2-40B4-BE49-F238E27FC236}">
                <a16:creationId xmlns:a16="http://schemas.microsoft.com/office/drawing/2014/main" id="{F6DD65AA-3EED-4B51-AC06-9233B57C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881" y="6258478"/>
            <a:ext cx="548" cy="586691"/>
          </a:xfrm>
          <a:custGeom xmlns:a="http://schemas.openxmlformats.org/drawingml/2006/main">
            <a:pathLst>
              <a:path w="476" h="586691">
                <a:moveTo>
                  <a:pt x="0" y="5866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3" name="d-tree-epsilon-0.1-path-1883">
            <a:extLst xmlns:a="http://schemas.openxmlformats.org/drawingml/2006/main">
              <a:ext uri="{FF2B5EF4-FFF2-40B4-BE49-F238E27FC236}">
                <a16:creationId xmlns:a16="http://schemas.microsoft.com/office/drawing/2014/main" id="{5CADA8B3-10BC-4440-AC58-836CD22D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670" y="6258478"/>
            <a:ext cx="895211" cy="476"/>
          </a:xfrm>
          <a:custGeom xmlns:a="http://schemas.openxmlformats.org/drawingml/2006/main">
            <a:pathLst>
              <a:path w="778131" h="476">
                <a:moveTo>
                  <a:pt x="0" y="0"/>
                </a:moveTo>
                <a:lnTo>
                  <a:pt x="7781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4" name="d-tree-epsilon-0.1-path-1884">
            <a:extLst xmlns:a="http://schemas.openxmlformats.org/drawingml/2006/main">
              <a:ext uri="{FF2B5EF4-FFF2-40B4-BE49-F238E27FC236}">
                <a16:creationId xmlns:a16="http://schemas.microsoft.com/office/drawing/2014/main" id="{95DEEE6E-A4E6-4CA2-9241-1E8FA63A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689" y="6235913"/>
            <a:ext cx="548" cy="609256"/>
          </a:xfrm>
          <a:custGeom xmlns:a="http://schemas.openxmlformats.org/drawingml/2006/main">
            <a:pathLst>
              <a:path w="476" h="609256">
                <a:moveTo>
                  <a:pt x="0" y="6092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5" name="d-tree-epsilon-0.1-path-1885">
            <a:extLst xmlns:a="http://schemas.openxmlformats.org/drawingml/2006/main">
              <a:ext uri="{FF2B5EF4-FFF2-40B4-BE49-F238E27FC236}">
                <a16:creationId xmlns:a16="http://schemas.microsoft.com/office/drawing/2014/main" id="{FD70D748-4869-479D-B136-E5FF3B01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2276" y="623591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6" name="d-tree-epsilon-0.1-path-1886">
            <a:extLst xmlns:a="http://schemas.openxmlformats.org/drawingml/2006/main">
              <a:ext uri="{FF2B5EF4-FFF2-40B4-BE49-F238E27FC236}">
                <a16:creationId xmlns:a16="http://schemas.microsoft.com/office/drawing/2014/main" id="{0FBACCD8-CC38-4759-B409-7543CB3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689" y="6235913"/>
            <a:ext cx="633586" cy="476"/>
          </a:xfrm>
          <a:custGeom xmlns:a="http://schemas.openxmlformats.org/drawingml/2006/main">
            <a:pathLst>
              <a:path w="550723" h="476">
                <a:moveTo>
                  <a:pt x="0" y="0"/>
                </a:moveTo>
                <a:lnTo>
                  <a:pt x="5507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7" name="d-tree-epsilon-0.1-path-1887">
            <a:extLst xmlns:a="http://schemas.openxmlformats.org/drawingml/2006/main">
              <a:ext uri="{FF2B5EF4-FFF2-40B4-BE49-F238E27FC236}">
                <a16:creationId xmlns:a16="http://schemas.microsoft.com/office/drawing/2014/main" id="{5659BB05-8C8F-41A0-A6A5-4424CA5E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678" y="6213348"/>
            <a:ext cx="548" cy="541561"/>
          </a:xfrm>
          <a:custGeom xmlns:a="http://schemas.openxmlformats.org/drawingml/2006/main">
            <a:pathLst>
              <a:path w="476" h="541561">
                <a:moveTo>
                  <a:pt x="0" y="5415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8" name="d-tree-epsilon-0.1-path-1888">
            <a:extLst xmlns:a="http://schemas.openxmlformats.org/drawingml/2006/main">
              <a:ext uri="{FF2B5EF4-FFF2-40B4-BE49-F238E27FC236}">
                <a16:creationId xmlns:a16="http://schemas.microsoft.com/office/drawing/2014/main" id="{29016139-A91F-4F14-B6C3-C8DB47E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482" y="621334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39" name="d-tree-epsilon-0.1-path-1889">
            <a:extLst xmlns:a="http://schemas.openxmlformats.org/drawingml/2006/main">
              <a:ext uri="{FF2B5EF4-FFF2-40B4-BE49-F238E27FC236}">
                <a16:creationId xmlns:a16="http://schemas.microsoft.com/office/drawing/2014/main" id="{A6C4D2CE-6836-4660-9B10-76A8F3C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678" y="6213348"/>
            <a:ext cx="354804" cy="476"/>
          </a:xfrm>
          <a:custGeom xmlns:a="http://schemas.openxmlformats.org/drawingml/2006/main">
            <a:pathLst>
              <a:path w="308401" h="476">
                <a:moveTo>
                  <a:pt x="0" y="0"/>
                </a:moveTo>
                <a:lnTo>
                  <a:pt x="3084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0" name="d-tree-epsilon-0.1-path-1890">
            <a:extLst xmlns:a="http://schemas.openxmlformats.org/drawingml/2006/main">
              <a:ext uri="{FF2B5EF4-FFF2-40B4-BE49-F238E27FC236}">
                <a16:creationId xmlns:a16="http://schemas.microsoft.com/office/drawing/2014/main" id="{C9A8FFE1-EF5B-4404-B3ED-8AD9B51B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080" y="619078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1" name="d-tree-epsilon-0.1-path-1891">
            <a:extLst xmlns:a="http://schemas.openxmlformats.org/drawingml/2006/main">
              <a:ext uri="{FF2B5EF4-FFF2-40B4-BE49-F238E27FC236}">
                <a16:creationId xmlns:a16="http://schemas.microsoft.com/office/drawing/2014/main" id="{EA719AE3-058F-4211-B584-298E24EA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9534" y="6190783"/>
            <a:ext cx="548" cy="654386"/>
          </a:xfrm>
          <a:custGeom xmlns:a="http://schemas.openxmlformats.org/drawingml/2006/main">
            <a:pathLst>
              <a:path w="476" h="654386">
                <a:moveTo>
                  <a:pt x="0" y="6543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2" name="d-tree-epsilon-0.1-path-1892">
            <a:extLst xmlns:a="http://schemas.openxmlformats.org/drawingml/2006/main">
              <a:ext uri="{FF2B5EF4-FFF2-40B4-BE49-F238E27FC236}">
                <a16:creationId xmlns:a16="http://schemas.microsoft.com/office/drawing/2014/main" id="{65C82BCC-8216-49D1-81D3-5B5EF132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080" y="6190783"/>
            <a:ext cx="951454" cy="476"/>
          </a:xfrm>
          <a:custGeom xmlns:a="http://schemas.openxmlformats.org/drawingml/2006/main">
            <a:pathLst>
              <a:path w="827018" h="476">
                <a:moveTo>
                  <a:pt x="0" y="0"/>
                </a:moveTo>
                <a:lnTo>
                  <a:pt x="8270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3" name="d-tree-epsilon-0.1-path-1893">
            <a:extLst xmlns:a="http://schemas.openxmlformats.org/drawingml/2006/main">
              <a:ext uri="{FF2B5EF4-FFF2-40B4-BE49-F238E27FC236}">
                <a16:creationId xmlns:a16="http://schemas.microsoft.com/office/drawing/2014/main" id="{8AEAE386-D952-481F-8EED-E676FC23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68" y="6168218"/>
            <a:ext cx="548" cy="676951"/>
          </a:xfrm>
          <a:custGeom xmlns:a="http://schemas.openxmlformats.org/drawingml/2006/main">
            <a:pathLst>
              <a:path w="476" h="676951">
                <a:moveTo>
                  <a:pt x="0" y="676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4" name="d-tree-epsilon-0.1-path-1894">
            <a:extLst xmlns:a="http://schemas.openxmlformats.org/drawingml/2006/main">
              <a:ext uri="{FF2B5EF4-FFF2-40B4-BE49-F238E27FC236}">
                <a16:creationId xmlns:a16="http://schemas.microsoft.com/office/drawing/2014/main" id="{BC077FB1-1580-4FFA-8DDD-90EF7A6C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3807" y="616821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5" name="d-tree-epsilon-0.1-path-1895">
            <a:extLst xmlns:a="http://schemas.openxmlformats.org/drawingml/2006/main">
              <a:ext uri="{FF2B5EF4-FFF2-40B4-BE49-F238E27FC236}">
                <a16:creationId xmlns:a16="http://schemas.microsoft.com/office/drawing/2014/main" id="{B3BF0A56-56BF-478B-91A1-F26F62E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68" y="6168218"/>
            <a:ext cx="673039" cy="476"/>
          </a:xfrm>
          <a:custGeom xmlns:a="http://schemas.openxmlformats.org/drawingml/2006/main">
            <a:pathLst>
              <a:path w="585016" h="476">
                <a:moveTo>
                  <a:pt x="0" y="0"/>
                </a:moveTo>
                <a:lnTo>
                  <a:pt x="5850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6" name="d-tree-epsilon-0.1-path-1896">
            <a:extLst xmlns:a="http://schemas.openxmlformats.org/drawingml/2006/main">
              <a:ext uri="{FF2B5EF4-FFF2-40B4-BE49-F238E27FC236}">
                <a16:creationId xmlns:a16="http://schemas.microsoft.com/office/drawing/2014/main" id="{7BFBFCF4-53F4-4D7B-87F7-AB69E86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115" y="6145653"/>
            <a:ext cx="548" cy="699516"/>
          </a:xfrm>
          <a:custGeom xmlns:a="http://schemas.openxmlformats.org/drawingml/2006/main">
            <a:pathLst>
              <a:path w="476" h="699516">
                <a:moveTo>
                  <a:pt x="0" y="6995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7" name="d-tree-epsilon-0.1-path-1897">
            <a:extLst xmlns:a="http://schemas.openxmlformats.org/drawingml/2006/main">
              <a:ext uri="{FF2B5EF4-FFF2-40B4-BE49-F238E27FC236}">
                <a16:creationId xmlns:a16="http://schemas.microsoft.com/office/drawing/2014/main" id="{5557259A-977F-49A4-88A1-DA8992F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728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8" name="d-tree-epsilon-0.1-path-1898">
            <a:extLst xmlns:a="http://schemas.openxmlformats.org/drawingml/2006/main">
              <a:ext uri="{FF2B5EF4-FFF2-40B4-BE49-F238E27FC236}">
                <a16:creationId xmlns:a16="http://schemas.microsoft.com/office/drawing/2014/main" id="{6DC0B7B2-F5AB-44E0-8F5A-445030BF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115" y="6145653"/>
            <a:ext cx="346173" cy="476"/>
          </a:xfrm>
          <a:custGeom xmlns:a="http://schemas.openxmlformats.org/drawingml/2006/main">
            <a:pathLst>
              <a:path w="300899" h="476">
                <a:moveTo>
                  <a:pt x="0" y="0"/>
                </a:moveTo>
                <a:lnTo>
                  <a:pt x="300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49" name="d-tree-epsilon-0.1-path-1899">
            <a:extLst xmlns:a="http://schemas.openxmlformats.org/drawingml/2006/main">
              <a:ext uri="{FF2B5EF4-FFF2-40B4-BE49-F238E27FC236}">
                <a16:creationId xmlns:a16="http://schemas.microsoft.com/office/drawing/2014/main" id="{B6B6BAFC-46B8-4C71-914A-279B30C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9394" y="6123088"/>
            <a:ext cx="548" cy="676951"/>
          </a:xfrm>
          <a:custGeom xmlns:a="http://schemas.openxmlformats.org/drawingml/2006/main">
            <a:pathLst>
              <a:path w="476" h="676951">
                <a:moveTo>
                  <a:pt x="0" y="676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0" name="d-tree-epsilon-0.1-path-1900">
            <a:extLst xmlns:a="http://schemas.openxmlformats.org/drawingml/2006/main">
              <a:ext uri="{FF2B5EF4-FFF2-40B4-BE49-F238E27FC236}">
                <a16:creationId xmlns:a16="http://schemas.microsoft.com/office/drawing/2014/main" id="{8E384F75-7817-4830-9600-40FE86C3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202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1" name="d-tree-epsilon-0.1-path-1901">
            <a:extLst xmlns:a="http://schemas.openxmlformats.org/drawingml/2006/main">
              <a:ext uri="{FF2B5EF4-FFF2-40B4-BE49-F238E27FC236}">
                <a16:creationId xmlns:a16="http://schemas.microsoft.com/office/drawing/2014/main" id="{77B96A84-A14D-41FF-BF13-2969FAA5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9394" y="6123088"/>
            <a:ext cx="194807" cy="476"/>
          </a:xfrm>
          <a:custGeom xmlns:a="http://schemas.openxmlformats.org/drawingml/2006/main">
            <a:pathLst>
              <a:path w="169329" h="476">
                <a:moveTo>
                  <a:pt x="0" y="0"/>
                </a:moveTo>
                <a:lnTo>
                  <a:pt x="169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2" name="d-tree-epsilon-0.1-path-1902">
            <a:extLst xmlns:a="http://schemas.openxmlformats.org/drawingml/2006/main">
              <a:ext uri="{FF2B5EF4-FFF2-40B4-BE49-F238E27FC236}">
                <a16:creationId xmlns:a16="http://schemas.microsoft.com/office/drawing/2014/main" id="{9A6223BE-4EDA-49EA-AAE5-9FCFED21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500" y="6100523"/>
            <a:ext cx="548" cy="744646"/>
          </a:xfrm>
          <a:custGeom xmlns:a="http://schemas.openxmlformats.org/drawingml/2006/main">
            <a:pathLst>
              <a:path w="476" h="744646">
                <a:moveTo>
                  <a:pt x="0" y="7446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3" name="d-tree-epsilon-0.1-path-1903">
            <a:extLst xmlns:a="http://schemas.openxmlformats.org/drawingml/2006/main">
              <a:ext uri="{FF2B5EF4-FFF2-40B4-BE49-F238E27FC236}">
                <a16:creationId xmlns:a16="http://schemas.microsoft.com/office/drawing/2014/main" id="{B4DFCA94-889F-49B3-BA91-D00C8714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6798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4" name="d-tree-epsilon-0.1-path-1904">
            <a:extLst xmlns:a="http://schemas.openxmlformats.org/drawingml/2006/main">
              <a:ext uri="{FF2B5EF4-FFF2-40B4-BE49-F238E27FC236}">
                <a16:creationId xmlns:a16="http://schemas.microsoft.com/office/drawing/2014/main" id="{4E8581FB-2468-4170-A87F-4C9D232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2500" y="6100523"/>
            <a:ext cx="114297" cy="476"/>
          </a:xfrm>
          <a:custGeom xmlns:a="http://schemas.openxmlformats.org/drawingml/2006/main">
            <a:pathLst>
              <a:path w="99349" h="476">
                <a:moveTo>
                  <a:pt x="0" y="0"/>
                </a:moveTo>
                <a:lnTo>
                  <a:pt x="993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5" name="d-tree-epsilon-0.1-path-1905">
            <a:extLst xmlns:a="http://schemas.openxmlformats.org/drawingml/2006/main">
              <a:ext uri="{FF2B5EF4-FFF2-40B4-BE49-F238E27FC236}">
                <a16:creationId xmlns:a16="http://schemas.microsoft.com/office/drawing/2014/main" id="{461F85EE-200B-435A-8B67-B8E5359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847" y="6077958"/>
            <a:ext cx="548" cy="767211"/>
          </a:xfrm>
          <a:custGeom xmlns:a="http://schemas.openxmlformats.org/drawingml/2006/main">
            <a:pathLst>
              <a:path w="476" h="767211">
                <a:moveTo>
                  <a:pt x="0" y="767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6" name="d-tree-epsilon-0.1-path-1906">
            <a:extLst xmlns:a="http://schemas.openxmlformats.org/drawingml/2006/main">
              <a:ext uri="{FF2B5EF4-FFF2-40B4-BE49-F238E27FC236}">
                <a16:creationId xmlns:a16="http://schemas.microsoft.com/office/drawing/2014/main" id="{C44F36F8-E27D-47A6-9A78-801F263F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9650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7" name="d-tree-epsilon-0.1-path-1907">
            <a:extLst xmlns:a="http://schemas.openxmlformats.org/drawingml/2006/main">
              <a:ext uri="{FF2B5EF4-FFF2-40B4-BE49-F238E27FC236}">
                <a16:creationId xmlns:a16="http://schemas.microsoft.com/office/drawing/2014/main" id="{FD29AB7F-B718-42C5-9DDD-65CC842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847" y="6077958"/>
            <a:ext cx="66802" cy="476"/>
          </a:xfrm>
          <a:custGeom xmlns:a="http://schemas.openxmlformats.org/drawingml/2006/main">
            <a:pathLst>
              <a:path w="58065" h="476">
                <a:moveTo>
                  <a:pt x="0" y="0"/>
                </a:moveTo>
                <a:lnTo>
                  <a:pt x="58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8" name="d-tree-epsilon-0.1-path-1908">
            <a:extLst xmlns:a="http://schemas.openxmlformats.org/drawingml/2006/main">
              <a:ext uri="{FF2B5EF4-FFF2-40B4-BE49-F238E27FC236}">
                <a16:creationId xmlns:a16="http://schemas.microsoft.com/office/drawing/2014/main" id="{B9331EB8-8126-4538-AD54-08F89C5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248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59" name="d-tree-epsilon-0.1-path-1909">
            <a:extLst xmlns:a="http://schemas.openxmlformats.org/drawingml/2006/main">
              <a:ext uri="{FF2B5EF4-FFF2-40B4-BE49-F238E27FC236}">
                <a16:creationId xmlns:a16="http://schemas.microsoft.com/office/drawing/2014/main" id="{1B3AA7DD-2710-4207-88E1-24BDBC1E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188" y="6055393"/>
            <a:ext cx="548" cy="789776"/>
          </a:xfrm>
          <a:custGeom xmlns:a="http://schemas.openxmlformats.org/drawingml/2006/main">
            <a:pathLst>
              <a:path w="476" h="789776">
                <a:moveTo>
                  <a:pt x="0" y="7897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0" name="d-tree-epsilon-0.1-path-1910">
            <a:extLst xmlns:a="http://schemas.openxmlformats.org/drawingml/2006/main">
              <a:ext uri="{FF2B5EF4-FFF2-40B4-BE49-F238E27FC236}">
                <a16:creationId xmlns:a16="http://schemas.microsoft.com/office/drawing/2014/main" id="{AA6A3770-C2FA-4E2E-9F2B-9CA69B9D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248" y="6055393"/>
            <a:ext cx="1182939" cy="476"/>
          </a:xfrm>
          <a:custGeom xmlns:a="http://schemas.openxmlformats.org/drawingml/2006/main">
            <a:pathLst>
              <a:path w="1028229" h="476">
                <a:moveTo>
                  <a:pt x="0" y="0"/>
                </a:moveTo>
                <a:lnTo>
                  <a:pt x="10282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1" name="d-tree-epsilon-0.1-path-1911">
            <a:extLst xmlns:a="http://schemas.openxmlformats.org/drawingml/2006/main">
              <a:ext uri="{FF2B5EF4-FFF2-40B4-BE49-F238E27FC236}">
                <a16:creationId xmlns:a16="http://schemas.microsoft.com/office/drawing/2014/main" id="{E63B4A47-AB9A-4BEF-9C5C-5610F71C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717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2" name="d-tree-epsilon-0.1-path-1912">
            <a:extLst xmlns:a="http://schemas.openxmlformats.org/drawingml/2006/main">
              <a:ext uri="{FF2B5EF4-FFF2-40B4-BE49-F238E27FC236}">
                <a16:creationId xmlns:a16="http://schemas.microsoft.com/office/drawing/2014/main" id="{18033BD6-ED86-4B69-BA4E-8C44144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841" y="6032828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3" name="d-tree-epsilon-0.1-path-1913">
            <a:extLst xmlns:a="http://schemas.openxmlformats.org/drawingml/2006/main">
              <a:ext uri="{FF2B5EF4-FFF2-40B4-BE49-F238E27FC236}">
                <a16:creationId xmlns:a16="http://schemas.microsoft.com/office/drawing/2014/main" id="{E047A6E2-6469-42DC-86A0-6AD7E99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717" y="6032828"/>
            <a:ext cx="601123" cy="476"/>
          </a:xfrm>
          <a:custGeom xmlns:a="http://schemas.openxmlformats.org/drawingml/2006/main">
            <a:pathLst>
              <a:path w="522505" h="476">
                <a:moveTo>
                  <a:pt x="0" y="0"/>
                </a:moveTo>
                <a:lnTo>
                  <a:pt x="522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4" name="d-tree-epsilon-0.1-path-1914">
            <a:extLst xmlns:a="http://schemas.openxmlformats.org/drawingml/2006/main">
              <a:ext uri="{FF2B5EF4-FFF2-40B4-BE49-F238E27FC236}">
                <a16:creationId xmlns:a16="http://schemas.microsoft.com/office/drawing/2014/main" id="{1A8A3855-1F90-40AB-A8BA-3A78C3B4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367" y="6010263"/>
            <a:ext cx="548" cy="812341"/>
          </a:xfrm>
          <a:custGeom xmlns:a="http://schemas.openxmlformats.org/drawingml/2006/main">
            <a:pathLst>
              <a:path w="476" h="812341">
                <a:moveTo>
                  <a:pt x="0" y="812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5" name="d-tree-epsilon-0.1-path-1915">
            <a:extLst xmlns:a="http://schemas.openxmlformats.org/drawingml/2006/main">
              <a:ext uri="{FF2B5EF4-FFF2-40B4-BE49-F238E27FC236}">
                <a16:creationId xmlns:a16="http://schemas.microsoft.com/office/drawing/2014/main" id="{4AB0D760-0B21-4B1D-98D6-517275D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8279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6" name="d-tree-epsilon-0.1-path-1916">
            <a:extLst xmlns:a="http://schemas.openxmlformats.org/drawingml/2006/main">
              <a:ext uri="{FF2B5EF4-FFF2-40B4-BE49-F238E27FC236}">
                <a16:creationId xmlns:a16="http://schemas.microsoft.com/office/drawing/2014/main" id="{0628758D-AFB3-4C3E-9638-0744F7C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367" y="6010263"/>
            <a:ext cx="939912" cy="476"/>
          </a:xfrm>
          <a:custGeom xmlns:a="http://schemas.openxmlformats.org/drawingml/2006/main">
            <a:pathLst>
              <a:path w="816986" h="476">
                <a:moveTo>
                  <a:pt x="0" y="0"/>
                </a:moveTo>
                <a:lnTo>
                  <a:pt x="8169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7" name="d-tree-epsilon-0.1-path-1917">
            <a:extLst xmlns:a="http://schemas.openxmlformats.org/drawingml/2006/main">
              <a:ext uri="{FF2B5EF4-FFF2-40B4-BE49-F238E27FC236}">
                <a16:creationId xmlns:a16="http://schemas.microsoft.com/office/drawing/2014/main" id="{9416C2DB-5C3C-4D18-861F-651645D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495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8" name="d-tree-epsilon-0.1-path-1918">
            <a:extLst xmlns:a="http://schemas.openxmlformats.org/drawingml/2006/main">
              <a:ext uri="{FF2B5EF4-FFF2-40B4-BE49-F238E27FC236}">
                <a16:creationId xmlns:a16="http://schemas.microsoft.com/office/drawing/2014/main" id="{94DAF3CC-D21D-4DFE-9BF9-ABA22A5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8148" y="6822604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69" name="d-tree-epsilon-0.1-path-1919">
            <a:extLst xmlns:a="http://schemas.openxmlformats.org/drawingml/2006/main">
              <a:ext uri="{FF2B5EF4-FFF2-40B4-BE49-F238E27FC236}">
                <a16:creationId xmlns:a16="http://schemas.microsoft.com/office/drawing/2014/main" id="{CCE0F985-4C98-426E-8884-EB852C03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495" y="6822604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0" name="d-tree-epsilon-0.1-path-1920">
            <a:extLst xmlns:a="http://schemas.openxmlformats.org/drawingml/2006/main">
              <a:ext uri="{FF2B5EF4-FFF2-40B4-BE49-F238E27FC236}">
                <a16:creationId xmlns:a16="http://schemas.microsoft.com/office/drawing/2014/main" id="{0DFF2864-2640-42EB-B05B-A8D3A539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323" y="598769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1" name="d-tree-epsilon-0.1-path-1921">
            <a:extLst xmlns:a="http://schemas.openxmlformats.org/drawingml/2006/main">
              <a:ext uri="{FF2B5EF4-FFF2-40B4-BE49-F238E27FC236}">
                <a16:creationId xmlns:a16="http://schemas.microsoft.com/office/drawing/2014/main" id="{73CC1975-CAFF-4366-8D7B-A856D91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3321" y="5987698"/>
            <a:ext cx="548" cy="834906"/>
          </a:xfrm>
          <a:custGeom xmlns:a="http://schemas.openxmlformats.org/drawingml/2006/main">
            <a:pathLst>
              <a:path w="476" h="834906">
                <a:moveTo>
                  <a:pt x="0" y="8349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2" name="d-tree-epsilon-0.1-path-1922">
            <a:extLst xmlns:a="http://schemas.openxmlformats.org/drawingml/2006/main">
              <a:ext uri="{FF2B5EF4-FFF2-40B4-BE49-F238E27FC236}">
                <a16:creationId xmlns:a16="http://schemas.microsoft.com/office/drawing/2014/main" id="{DE4296C6-0880-445A-9A64-A501C93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8323" y="5987698"/>
            <a:ext cx="784998" cy="476"/>
          </a:xfrm>
          <a:custGeom xmlns:a="http://schemas.openxmlformats.org/drawingml/2006/main">
            <a:pathLst>
              <a:path w="682332" h="476">
                <a:moveTo>
                  <a:pt x="0" y="0"/>
                </a:moveTo>
                <a:lnTo>
                  <a:pt x="6823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3" name="d-tree-epsilon-0.1-path-1923">
            <a:extLst xmlns:a="http://schemas.openxmlformats.org/drawingml/2006/main">
              <a:ext uri="{FF2B5EF4-FFF2-40B4-BE49-F238E27FC236}">
                <a16:creationId xmlns:a16="http://schemas.microsoft.com/office/drawing/2014/main" id="{57B01EC7-9911-44D8-8FB1-695D89E2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0822" y="596513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4" name="d-tree-epsilon-0.1-path-1924">
            <a:extLst xmlns:a="http://schemas.openxmlformats.org/drawingml/2006/main">
              <a:ext uri="{FF2B5EF4-FFF2-40B4-BE49-F238E27FC236}">
                <a16:creationId xmlns:a16="http://schemas.microsoft.com/office/drawing/2014/main" id="{1A96AFAD-B5FC-4DFB-A2A5-310B15C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802" y="5965132"/>
            <a:ext cx="548" cy="880036"/>
          </a:xfrm>
          <a:custGeom xmlns:a="http://schemas.openxmlformats.org/drawingml/2006/main">
            <a:pathLst>
              <a:path w="476" h="880036">
                <a:moveTo>
                  <a:pt x="0" y="8800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5" name="d-tree-epsilon-0.1-path-1925">
            <a:extLst xmlns:a="http://schemas.openxmlformats.org/drawingml/2006/main">
              <a:ext uri="{FF2B5EF4-FFF2-40B4-BE49-F238E27FC236}">
                <a16:creationId xmlns:a16="http://schemas.microsoft.com/office/drawing/2014/main" id="{BF4FE6ED-3C18-4A8B-AD1F-4E92956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0822" y="5965132"/>
            <a:ext cx="406980" cy="476"/>
          </a:xfrm>
          <a:custGeom xmlns:a="http://schemas.openxmlformats.org/drawingml/2006/main">
            <a:pathLst>
              <a:path w="353753" h="476">
                <a:moveTo>
                  <a:pt x="0" y="0"/>
                </a:moveTo>
                <a:lnTo>
                  <a:pt x="3537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6" name="d-tree-epsilon-0.1-path-1926">
            <a:extLst xmlns:a="http://schemas.openxmlformats.org/drawingml/2006/main">
              <a:ext uri="{FF2B5EF4-FFF2-40B4-BE49-F238E27FC236}">
                <a16:creationId xmlns:a16="http://schemas.microsoft.com/office/drawing/2014/main" id="{D8E33AD8-6405-4DA3-9EF3-D75F4574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886" y="5942567"/>
            <a:ext cx="548" cy="902601"/>
          </a:xfrm>
          <a:custGeom xmlns:a="http://schemas.openxmlformats.org/drawingml/2006/main">
            <a:pathLst>
              <a:path w="476" h="902601">
                <a:moveTo>
                  <a:pt x="0" y="9026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7" name="d-tree-epsilon-0.1-path-1927">
            <a:extLst xmlns:a="http://schemas.openxmlformats.org/drawingml/2006/main">
              <a:ext uri="{FF2B5EF4-FFF2-40B4-BE49-F238E27FC236}">
                <a16:creationId xmlns:a16="http://schemas.microsoft.com/office/drawing/2014/main" id="{4C7A3632-01D5-4CB2-949B-9256B08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311" y="594256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8" name="d-tree-epsilon-0.1-path-1928">
            <a:extLst xmlns:a="http://schemas.openxmlformats.org/drawingml/2006/main">
              <a:ext uri="{FF2B5EF4-FFF2-40B4-BE49-F238E27FC236}">
                <a16:creationId xmlns:a16="http://schemas.microsoft.com/office/drawing/2014/main" id="{E1D68452-B97C-4530-898A-4D29E355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886" y="5942567"/>
            <a:ext cx="1080425" cy="476"/>
          </a:xfrm>
          <a:custGeom xmlns:a="http://schemas.openxmlformats.org/drawingml/2006/main">
            <a:pathLst>
              <a:path w="939122" h="476">
                <a:moveTo>
                  <a:pt x="0" y="0"/>
                </a:moveTo>
                <a:lnTo>
                  <a:pt x="9391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79" name="d-tree-epsilon-0.1-path-1929">
            <a:extLst xmlns:a="http://schemas.openxmlformats.org/drawingml/2006/main">
              <a:ext uri="{FF2B5EF4-FFF2-40B4-BE49-F238E27FC236}">
                <a16:creationId xmlns:a16="http://schemas.microsoft.com/office/drawing/2014/main" id="{D774614C-196B-484C-BD26-74776D2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233" y="5920002"/>
            <a:ext cx="548" cy="925166"/>
          </a:xfrm>
          <a:custGeom xmlns:a="http://schemas.openxmlformats.org/drawingml/2006/main">
            <a:pathLst>
              <a:path w="476" h="925166">
                <a:moveTo>
                  <a:pt x="0" y="9251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0" name="d-tree-epsilon-0.1-path-1930">
            <a:extLst xmlns:a="http://schemas.openxmlformats.org/drawingml/2006/main">
              <a:ext uri="{FF2B5EF4-FFF2-40B4-BE49-F238E27FC236}">
                <a16:creationId xmlns:a16="http://schemas.microsoft.com/office/drawing/2014/main" id="{CF8B938C-5F4F-410B-AF18-719C31D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4099" y="592000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1" name="d-tree-epsilon-0.1-path-1931">
            <a:extLst xmlns:a="http://schemas.openxmlformats.org/drawingml/2006/main">
              <a:ext uri="{FF2B5EF4-FFF2-40B4-BE49-F238E27FC236}">
                <a16:creationId xmlns:a16="http://schemas.microsoft.com/office/drawing/2014/main" id="{DF1D32D2-790E-4E12-B39E-E81A11A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233" y="5920002"/>
            <a:ext cx="549866" cy="476"/>
          </a:xfrm>
          <a:custGeom xmlns:a="http://schemas.openxmlformats.org/drawingml/2006/main">
            <a:pathLst>
              <a:path w="477952" h="476">
                <a:moveTo>
                  <a:pt x="0" y="0"/>
                </a:moveTo>
                <a:lnTo>
                  <a:pt x="477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2" name="d-tree-epsilon-0.1-path-1932">
            <a:extLst xmlns:a="http://schemas.openxmlformats.org/drawingml/2006/main">
              <a:ext uri="{FF2B5EF4-FFF2-40B4-BE49-F238E27FC236}">
                <a16:creationId xmlns:a16="http://schemas.microsoft.com/office/drawing/2014/main" id="{893DCCBF-F59C-4F02-9088-B84AE45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580" y="5897437"/>
            <a:ext cx="548" cy="947731"/>
          </a:xfrm>
          <a:custGeom xmlns:a="http://schemas.openxmlformats.org/drawingml/2006/main">
            <a:pathLst>
              <a:path w="476" h="947731">
                <a:moveTo>
                  <a:pt x="0" y="94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3" name="d-tree-epsilon-0.1-path-1933">
            <a:extLst xmlns:a="http://schemas.openxmlformats.org/drawingml/2006/main">
              <a:ext uri="{FF2B5EF4-FFF2-40B4-BE49-F238E27FC236}">
                <a16:creationId xmlns:a16="http://schemas.microsoft.com/office/drawing/2014/main" id="{AB6A1B38-4D62-4003-BA19-03638E0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166" y="589743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4" name="d-tree-epsilon-0.1-path-1934">
            <a:extLst xmlns:a="http://schemas.openxmlformats.org/drawingml/2006/main">
              <a:ext uri="{FF2B5EF4-FFF2-40B4-BE49-F238E27FC236}">
                <a16:creationId xmlns:a16="http://schemas.microsoft.com/office/drawing/2014/main" id="{8D7D0809-1354-4CCB-B221-E33E74D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580" y="5897437"/>
            <a:ext cx="284587" cy="476"/>
          </a:xfrm>
          <a:custGeom xmlns:a="http://schemas.openxmlformats.org/drawingml/2006/main">
            <a:pathLst>
              <a:path w="247367" h="476">
                <a:moveTo>
                  <a:pt x="0" y="0"/>
                </a:moveTo>
                <a:lnTo>
                  <a:pt x="2473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5" name="d-tree-epsilon-0.1-path-1935">
            <a:extLst xmlns:a="http://schemas.openxmlformats.org/drawingml/2006/main">
              <a:ext uri="{FF2B5EF4-FFF2-40B4-BE49-F238E27FC236}">
                <a16:creationId xmlns:a16="http://schemas.microsoft.com/office/drawing/2014/main" id="{AFAD0A52-ED50-4EEA-805B-3B7A667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927" y="5874872"/>
            <a:ext cx="548" cy="970296"/>
          </a:xfrm>
          <a:custGeom xmlns:a="http://schemas.openxmlformats.org/drawingml/2006/main">
            <a:pathLst>
              <a:path w="476" h="970296">
                <a:moveTo>
                  <a:pt x="0" y="970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6" name="d-tree-epsilon-0.1-path-1936">
            <a:extLst xmlns:a="http://schemas.openxmlformats.org/drawingml/2006/main">
              <a:ext uri="{FF2B5EF4-FFF2-40B4-BE49-F238E27FC236}">
                <a16:creationId xmlns:a16="http://schemas.microsoft.com/office/drawing/2014/main" id="{5E92A4CE-F2E7-45DF-80BE-001F232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6873" y="587487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7" name="d-tree-epsilon-0.1-path-1937">
            <a:extLst xmlns:a="http://schemas.openxmlformats.org/drawingml/2006/main">
              <a:ext uri="{FF2B5EF4-FFF2-40B4-BE49-F238E27FC236}">
                <a16:creationId xmlns:a16="http://schemas.microsoft.com/office/drawing/2014/main" id="{840AB970-46BA-4F0B-9DEC-1D1126D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927" y="5874872"/>
            <a:ext cx="151946" cy="476"/>
          </a:xfrm>
          <a:custGeom xmlns:a="http://schemas.openxmlformats.org/drawingml/2006/main">
            <a:pathLst>
              <a:path w="132074" h="476">
                <a:moveTo>
                  <a:pt x="0" y="0"/>
                </a:moveTo>
                <a:lnTo>
                  <a:pt x="1320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8" name="d-tree-epsilon-0.1-path-1938">
            <a:extLst xmlns:a="http://schemas.openxmlformats.org/drawingml/2006/main">
              <a:ext uri="{FF2B5EF4-FFF2-40B4-BE49-F238E27FC236}">
                <a16:creationId xmlns:a16="http://schemas.microsoft.com/office/drawing/2014/main" id="{53DE6F54-A147-46FF-9CF8-6A5EDA3D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0900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89" name="d-tree-epsilon-0.1-path-1939">
            <a:extLst xmlns:a="http://schemas.openxmlformats.org/drawingml/2006/main">
              <a:ext uri="{FF2B5EF4-FFF2-40B4-BE49-F238E27FC236}">
                <a16:creationId xmlns:a16="http://schemas.microsoft.com/office/drawing/2014/main" id="{055821F0-AD25-4A72-A563-FA242BD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7455" y="5852307"/>
            <a:ext cx="548" cy="992861"/>
          </a:xfrm>
          <a:custGeom xmlns:a="http://schemas.openxmlformats.org/drawingml/2006/main">
            <a:pathLst>
              <a:path w="476" h="992861">
                <a:moveTo>
                  <a:pt x="0" y="99286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0" name="d-tree-epsilon-0.1-path-1940">
            <a:extLst xmlns:a="http://schemas.openxmlformats.org/drawingml/2006/main">
              <a:ext uri="{FF2B5EF4-FFF2-40B4-BE49-F238E27FC236}">
                <a16:creationId xmlns:a16="http://schemas.microsoft.com/office/drawing/2014/main" id="{36AA4855-8D76-41BC-A961-275909C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0900" y="5852307"/>
            <a:ext cx="1246555" cy="476"/>
          </a:xfrm>
          <a:custGeom xmlns:a="http://schemas.openxmlformats.org/drawingml/2006/main">
            <a:pathLst>
              <a:path w="1083525" h="476">
                <a:moveTo>
                  <a:pt x="0" y="0"/>
                </a:moveTo>
                <a:lnTo>
                  <a:pt x="1083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1" name="d-tree-epsilon-0.1-path-1941">
            <a:extLst xmlns:a="http://schemas.openxmlformats.org/drawingml/2006/main">
              <a:ext uri="{FF2B5EF4-FFF2-40B4-BE49-F238E27FC236}">
                <a16:creationId xmlns:a16="http://schemas.microsoft.com/office/drawing/2014/main" id="{A2637425-ACD4-4489-B71C-1828197E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177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2" name="d-tree-epsilon-0.1-path-1942">
            <a:extLst xmlns:a="http://schemas.openxmlformats.org/drawingml/2006/main">
              <a:ext uri="{FF2B5EF4-FFF2-40B4-BE49-F238E27FC236}">
                <a16:creationId xmlns:a16="http://schemas.microsoft.com/office/drawing/2014/main" id="{D0CBFC98-69BF-44D0-9347-B129426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109" y="5829742"/>
            <a:ext cx="548" cy="1015426"/>
          </a:xfrm>
          <a:custGeom xmlns:a="http://schemas.openxmlformats.org/drawingml/2006/main">
            <a:pathLst>
              <a:path w="476" h="1015426">
                <a:moveTo>
                  <a:pt x="0" y="10154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3" name="d-tree-epsilon-0.1-path-1943">
            <a:extLst xmlns:a="http://schemas.openxmlformats.org/drawingml/2006/main">
              <a:ext uri="{FF2B5EF4-FFF2-40B4-BE49-F238E27FC236}">
                <a16:creationId xmlns:a16="http://schemas.microsoft.com/office/drawing/2014/main" id="{60392959-A5E6-41DF-B0A3-0494D95C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177" y="5829742"/>
            <a:ext cx="632931" cy="476"/>
          </a:xfrm>
          <a:custGeom xmlns:a="http://schemas.openxmlformats.org/drawingml/2006/main">
            <a:pathLst>
              <a:path w="550153" h="476">
                <a:moveTo>
                  <a:pt x="0" y="0"/>
                </a:moveTo>
                <a:lnTo>
                  <a:pt x="5501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4" name="d-tree-epsilon-0.1-path-1944">
            <a:extLst xmlns:a="http://schemas.openxmlformats.org/drawingml/2006/main">
              <a:ext uri="{FF2B5EF4-FFF2-40B4-BE49-F238E27FC236}">
                <a16:creationId xmlns:a16="http://schemas.microsoft.com/office/drawing/2014/main" id="{4C2FFC3E-99E9-4885-B13D-DF2EE79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643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5" name="d-tree-epsilon-0.1-path-1945">
            <a:extLst xmlns:a="http://schemas.openxmlformats.org/drawingml/2006/main">
              <a:ext uri="{FF2B5EF4-FFF2-40B4-BE49-F238E27FC236}">
                <a16:creationId xmlns:a16="http://schemas.microsoft.com/office/drawing/2014/main" id="{5C371F72-D940-450A-BF3F-762A473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762" y="5807177"/>
            <a:ext cx="548" cy="1037991"/>
          </a:xfrm>
          <a:custGeom xmlns:a="http://schemas.openxmlformats.org/drawingml/2006/main">
            <a:pathLst>
              <a:path w="476" h="1037991">
                <a:moveTo>
                  <a:pt x="0" y="10379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6" name="d-tree-epsilon-0.1-path-1946">
            <a:extLst xmlns:a="http://schemas.openxmlformats.org/drawingml/2006/main">
              <a:ext uri="{FF2B5EF4-FFF2-40B4-BE49-F238E27FC236}">
                <a16:creationId xmlns:a16="http://schemas.microsoft.com/office/drawing/2014/main" id="{79481B9B-0D66-4536-946F-3A0140D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0643" y="5807177"/>
            <a:ext cx="326119" cy="476"/>
          </a:xfrm>
          <a:custGeom xmlns:a="http://schemas.openxmlformats.org/drawingml/2006/main">
            <a:pathLst>
              <a:path w="283468" h="476">
                <a:moveTo>
                  <a:pt x="0" y="0"/>
                </a:moveTo>
                <a:lnTo>
                  <a:pt x="2834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7" name="d-tree-epsilon-0.1-path-1947">
            <a:extLst xmlns:a="http://schemas.openxmlformats.org/drawingml/2006/main">
              <a:ext uri="{FF2B5EF4-FFF2-40B4-BE49-F238E27FC236}">
                <a16:creationId xmlns:a16="http://schemas.microsoft.com/office/drawing/2014/main" id="{B6880967-6B8A-41F9-AC60-DFB1437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273" y="5784612"/>
            <a:ext cx="548" cy="1060557"/>
          </a:xfrm>
          <a:custGeom xmlns:a="http://schemas.openxmlformats.org/drawingml/2006/main">
            <a:pathLst>
              <a:path w="476" h="1060557">
                <a:moveTo>
                  <a:pt x="0" y="10605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8" name="d-tree-epsilon-0.1-path-1948">
            <a:extLst xmlns:a="http://schemas.openxmlformats.org/drawingml/2006/main">
              <a:ext uri="{FF2B5EF4-FFF2-40B4-BE49-F238E27FC236}">
                <a16:creationId xmlns:a16="http://schemas.microsoft.com/office/drawing/2014/main" id="{F3B31322-C7EB-4FE8-A945-D8BC2DC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3703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999" name="d-tree-epsilon-0.1-path-1949">
            <a:extLst xmlns:a="http://schemas.openxmlformats.org/drawingml/2006/main">
              <a:ext uri="{FF2B5EF4-FFF2-40B4-BE49-F238E27FC236}">
                <a16:creationId xmlns:a16="http://schemas.microsoft.com/office/drawing/2014/main" id="{D65A5EC3-185C-49FF-AB61-F86C1B36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5273" y="5784612"/>
            <a:ext cx="1188429" cy="476"/>
          </a:xfrm>
          <a:custGeom xmlns:a="http://schemas.openxmlformats.org/drawingml/2006/main">
            <a:pathLst>
              <a:path w="1033001" h="476">
                <a:moveTo>
                  <a:pt x="0" y="0"/>
                </a:moveTo>
                <a:lnTo>
                  <a:pt x="10330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00" name="d-tree-epsilon-0.1-path-1950">
            <a:extLst xmlns:a="http://schemas.openxmlformats.org/drawingml/2006/main">
              <a:ext uri="{FF2B5EF4-FFF2-40B4-BE49-F238E27FC236}">
                <a16:creationId xmlns:a16="http://schemas.microsoft.com/office/drawing/2014/main" id="{5D1665B0-C165-41B5-8A6D-BFF9F77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487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01" name="d-tree-epsilon-0.1-path-1951">
            <a:extLst xmlns:a="http://schemas.openxmlformats.org/drawingml/2006/main">
              <a:ext uri="{FF2B5EF4-FFF2-40B4-BE49-F238E27FC236}">
                <a16:creationId xmlns:a16="http://schemas.microsoft.com/office/drawing/2014/main" id="{10340B80-D21A-415F-9126-866FE9E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416" y="5762047"/>
            <a:ext cx="548" cy="1083122"/>
          </a:xfrm>
          <a:custGeom xmlns:a="http://schemas.openxmlformats.org/drawingml/2006/main">
            <a:pathLst>
              <a:path w="476" h="1083122">
                <a:moveTo>
                  <a:pt x="0" y="1083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02" name="d-tree-epsilon-0.1-path-1952">
            <a:extLst xmlns:a="http://schemas.openxmlformats.org/drawingml/2006/main">
              <a:ext uri="{FF2B5EF4-FFF2-40B4-BE49-F238E27FC236}">
                <a16:creationId xmlns:a16="http://schemas.microsoft.com/office/drawing/2014/main" id="{8CC21BE1-33DE-4178-96D2-5A1180F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487" y="5762047"/>
            <a:ext cx="766927" cy="476"/>
          </a:xfrm>
          <a:custGeom xmlns:a="http://schemas.openxmlformats.org/drawingml/2006/main">
            <a:pathLst>
              <a:path w="666625" h="476">
                <a:moveTo>
                  <a:pt x="0" y="0"/>
                </a:moveTo>
                <a:lnTo>
                  <a:pt x="666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03" name="d-tree-epsilon-0.1-path-1953">
            <a:extLst xmlns:a="http://schemas.openxmlformats.org/drawingml/2006/main">
              <a:ext uri="{FF2B5EF4-FFF2-40B4-BE49-F238E27FC236}">
                <a16:creationId xmlns:a16="http://schemas.microsoft.com/office/drawing/2014/main" id="{C390BF4C-2332-498F-A557-B2628F6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952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04" name="d-tree-epsilon-0.1-path-1958">
            <a:extLst xmlns:a="http://schemas.openxmlformats.org/drawingml/2006/main">
              <a:ext uri="{FF2B5EF4-FFF2-40B4-BE49-F238E27FC236}">
                <a16:creationId xmlns:a16="http://schemas.microsoft.com/office/drawing/2014/main" id="{CD892632-B50A-42CD-8085-FCE49846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998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05" name="d-tree-epsilon-0.1-path-1959">
            <a:extLst xmlns:a="http://schemas.openxmlformats.org/drawingml/2006/main">
              <a:ext uri="{FF2B5EF4-FFF2-40B4-BE49-F238E27FC236}">
                <a16:creationId xmlns:a16="http://schemas.microsoft.com/office/drawing/2014/main" id="{E025467B-1671-4DB7-A047-CDE3FD1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998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06" name="d-tree-epsilon-0.1-path-1960">
            <a:extLst xmlns:a="http://schemas.openxmlformats.org/drawingml/2006/main">
              <a:ext uri="{FF2B5EF4-FFF2-40B4-BE49-F238E27FC236}">
                <a16:creationId xmlns:a16="http://schemas.microsoft.com/office/drawing/2014/main" id="{60AD75A9-484E-4519-BD81-6F150853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998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07" name="d-tree-epsilon-0.1-path-1961">
            <a:extLst xmlns:a="http://schemas.openxmlformats.org/drawingml/2006/main">
              <a:ext uri="{FF2B5EF4-FFF2-40B4-BE49-F238E27FC236}">
                <a16:creationId xmlns:a16="http://schemas.microsoft.com/office/drawing/2014/main" id="{7280B2BA-4FEC-44C3-B305-E75A8063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998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08" name="d-tree-epsilon-0.1-path-1962">
            <a:extLst xmlns:a="http://schemas.openxmlformats.org/drawingml/2006/main">
              <a:ext uri="{FF2B5EF4-FFF2-40B4-BE49-F238E27FC236}">
                <a16:creationId xmlns:a16="http://schemas.microsoft.com/office/drawing/2014/main" id="{7EE778DA-721A-43BE-8E00-1A7B1D6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998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09" name="d-tree-epsilon-0.1-path-1957">
            <a:extLst xmlns:a="http://schemas.openxmlformats.org/drawingml/2006/main">
              <a:ext uri="{FF2B5EF4-FFF2-40B4-BE49-F238E27FC236}">
                <a16:creationId xmlns:a16="http://schemas.microsoft.com/office/drawing/2014/main" id="{0AD512E0-BD5F-4CB0-AA54-7670A69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352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010" name="d-tree-epsilon-0.1 A46">
            <a:extLst xmlns:a="http://schemas.openxmlformats.org/drawingml/2006/main">
              <a:ext uri="{FF2B5EF4-FFF2-40B4-BE49-F238E27FC236}">
                <a16:creationId xmlns:a16="http://schemas.microsoft.com/office/drawing/2014/main" id="{9AD80E43-3609-45B9-829F-89117C6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7625" y="7006228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A46</a:t>
            </a:r>
          </a:p>
        </p:txBody>
      </p:sp>
      <p:sp>
        <p:nvSpPr>
          <p:cNvPr id="2011" name="d-tree-epsilon-0.1 B46">
            <a:extLst xmlns:a="http://schemas.openxmlformats.org/drawingml/2006/main">
              <a:ext uri="{FF2B5EF4-FFF2-40B4-BE49-F238E27FC236}">
                <a16:creationId xmlns:a16="http://schemas.microsoft.com/office/drawing/2014/main" id="{4E1A68A8-7A43-4638-BFAA-94FB0FD0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0252" y="6853828"/>
            <a:ext cx="35311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B46</a:t>
            </a:r>
          </a:p>
        </p:txBody>
      </p:sp>
      <p:sp>
        <p:nvSpPr>
          <p:cNvPr id="2012" name="d-tree-epsilon-0.1 48 levels">
            <a:extLst xmlns:a="http://schemas.openxmlformats.org/drawingml/2006/main">
              <a:ext uri="{FF2B5EF4-FFF2-40B4-BE49-F238E27FC236}">
                <a16:creationId xmlns:a16="http://schemas.microsoft.com/office/drawing/2014/main" id="{7455AF46-F4CB-4F61-A07F-F6341E3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4846" y="5336423"/>
            <a:ext cx="87331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48 levels</a:t>
            </a:r>
          </a:p>
        </p:txBody>
      </p:sp>
      <p:sp>
        <p:nvSpPr>
          <p:cNvPr id="2013" name="c-map-epsilon-0.2-path-1963">
            <a:extLst xmlns:a="http://schemas.openxmlformats.org/drawingml/2006/main">
              <a:ext uri="{FF2B5EF4-FFF2-40B4-BE49-F238E27FC236}">
                <a16:creationId xmlns:a16="http://schemas.microsoft.com/office/drawing/2014/main" id="{7100A4D1-F05E-47B0-B25C-F32276B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2014" name="c-map-epsilon-0.2-path-1964 white halo">
            <a:extLst xmlns:a="http://schemas.openxmlformats.org/drawingml/2006/main">
              <a:ext uri="{FF2B5EF4-FFF2-40B4-BE49-F238E27FC236}">
                <a16:creationId xmlns:a16="http://schemas.microsoft.com/office/drawing/2014/main" id="{4EE7BFA4-21A3-456D-BC1B-43D34B77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726" y="2573743"/>
            <a:ext cx="1230821" cy="506625"/>
          </a:xfrm>
          <a:custGeom xmlns:a="http://schemas.openxmlformats.org/drawingml/2006/main">
            <a:pathLst>
              <a:path w="1069848" h="506625">
                <a:moveTo>
                  <a:pt x="0" y="17292"/>
                </a:moveTo>
                <a:lnTo>
                  <a:pt x="213970" y="26876"/>
                </a:lnTo>
                <a:lnTo>
                  <a:pt x="427939" y="31008"/>
                </a:lnTo>
                <a:lnTo>
                  <a:pt x="641909" y="0"/>
                </a:lnTo>
                <a:lnTo>
                  <a:pt x="855878" y="10789"/>
                </a:lnTo>
                <a:lnTo>
                  <a:pt x="1069848" y="506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15" name="c-map-epsilon-0.2-path-1964">
            <a:extLst xmlns:a="http://schemas.openxmlformats.org/drawingml/2006/main">
              <a:ext uri="{FF2B5EF4-FFF2-40B4-BE49-F238E27FC236}">
                <a16:creationId xmlns:a16="http://schemas.microsoft.com/office/drawing/2014/main" id="{809BCE9B-C59E-435D-A124-305D01F1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726" y="2573743"/>
            <a:ext cx="1230821" cy="506625"/>
          </a:xfrm>
          <a:custGeom xmlns:a="http://schemas.openxmlformats.org/drawingml/2006/main">
            <a:pathLst>
              <a:path w="1069848" h="506625">
                <a:moveTo>
                  <a:pt x="0" y="17292"/>
                </a:moveTo>
                <a:lnTo>
                  <a:pt x="213970" y="26876"/>
                </a:lnTo>
                <a:lnTo>
                  <a:pt x="427939" y="31008"/>
                </a:lnTo>
                <a:lnTo>
                  <a:pt x="641909" y="0"/>
                </a:lnTo>
                <a:lnTo>
                  <a:pt x="855878" y="10789"/>
                </a:lnTo>
                <a:lnTo>
                  <a:pt x="1069848" y="506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2016" name="c-map-epsilon-0.2-path-1971 white halo">
            <a:extLst xmlns:a="http://schemas.openxmlformats.org/drawingml/2006/main">
              <a:ext uri="{FF2B5EF4-FFF2-40B4-BE49-F238E27FC236}">
                <a16:creationId xmlns:a16="http://schemas.microsoft.com/office/drawing/2014/main" id="{81E52428-4882-4D88-AC06-A0FF8F5A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2625631"/>
            <a:ext cx="548" cy="454737"/>
          </a:xfrm>
          <a:custGeom xmlns:a="http://schemas.openxmlformats.org/drawingml/2006/main">
            <a:pathLst>
              <a:path w="476" h="454737">
                <a:moveTo>
                  <a:pt x="0" y="454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17" name="c-map-epsilon-0.2-path-1971">
            <a:extLst xmlns:a="http://schemas.openxmlformats.org/drawingml/2006/main">
              <a:ext uri="{FF2B5EF4-FFF2-40B4-BE49-F238E27FC236}">
                <a16:creationId xmlns:a16="http://schemas.microsoft.com/office/drawing/2014/main" id="{52C6D600-5990-48E3-B1FD-2713D69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2625631"/>
            <a:ext cx="548" cy="454737"/>
          </a:xfrm>
          <a:custGeom xmlns:a="http://schemas.openxmlformats.org/drawingml/2006/main">
            <a:pathLst>
              <a:path w="476" h="454737">
                <a:moveTo>
                  <a:pt x="0" y="4547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2018" name="c-map-epsilon-0.2-path-1973 white halo">
            <a:extLst xmlns:a="http://schemas.openxmlformats.org/drawingml/2006/main">
              <a:ext uri="{FF2B5EF4-FFF2-40B4-BE49-F238E27FC236}">
                <a16:creationId xmlns:a16="http://schemas.microsoft.com/office/drawing/2014/main" id="{D7179C66-3805-4B2F-B5BC-AA13E36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726" y="4183365"/>
            <a:ext cx="1230821" cy="263847"/>
          </a:xfrm>
          <a:custGeom xmlns:a="http://schemas.openxmlformats.org/drawingml/2006/main">
            <a:pathLst>
              <a:path w="1069848" h="263847">
                <a:moveTo>
                  <a:pt x="0" y="205243"/>
                </a:moveTo>
                <a:lnTo>
                  <a:pt x="213970" y="224114"/>
                </a:lnTo>
                <a:lnTo>
                  <a:pt x="427939" y="263847"/>
                </a:lnTo>
                <a:lnTo>
                  <a:pt x="641909" y="240566"/>
                </a:lnTo>
                <a:lnTo>
                  <a:pt x="855878" y="0"/>
                </a:lnTo>
                <a:lnTo>
                  <a:pt x="1069848" y="54279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19" name="c-map-epsilon-0.2-path-1973">
            <a:extLst xmlns:a="http://schemas.openxmlformats.org/drawingml/2006/main">
              <a:ext uri="{FF2B5EF4-FFF2-40B4-BE49-F238E27FC236}">
                <a16:creationId xmlns:a16="http://schemas.microsoft.com/office/drawing/2014/main" id="{C5074FAF-7C9F-4E03-8097-A382AEBC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726" y="4183365"/>
            <a:ext cx="1230821" cy="263847"/>
          </a:xfrm>
          <a:custGeom xmlns:a="http://schemas.openxmlformats.org/drawingml/2006/main">
            <a:pathLst>
              <a:path w="1069848" h="263847">
                <a:moveTo>
                  <a:pt x="0" y="205243"/>
                </a:moveTo>
                <a:lnTo>
                  <a:pt x="213970" y="224114"/>
                </a:lnTo>
                <a:lnTo>
                  <a:pt x="427939" y="263847"/>
                </a:lnTo>
                <a:lnTo>
                  <a:pt x="641909" y="240566"/>
                </a:lnTo>
                <a:lnTo>
                  <a:pt x="855878" y="0"/>
                </a:lnTo>
                <a:lnTo>
                  <a:pt x="1069848" y="54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2020" name="c-map-epsilon-0.2-path-1980 white halo">
            <a:extLst xmlns:a="http://schemas.openxmlformats.org/drawingml/2006/main">
              <a:ext uri="{FF2B5EF4-FFF2-40B4-BE49-F238E27FC236}">
                <a16:creationId xmlns:a16="http://schemas.microsoft.com/office/drawing/2014/main" id="{4C520B3E-4EB4-4AD0-B9FA-56D754B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4237645"/>
            <a:ext cx="548" cy="205627"/>
          </a:xfrm>
          <a:custGeom xmlns:a="http://schemas.openxmlformats.org/drawingml/2006/main">
            <a:pathLst>
              <a:path w="476" h="205627">
                <a:moveTo>
                  <a:pt x="0" y="0"/>
                </a:moveTo>
                <a:lnTo>
                  <a:pt x="0" y="20562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21" name="c-map-epsilon-0.2-path-1980">
            <a:extLst xmlns:a="http://schemas.openxmlformats.org/drawingml/2006/main">
              <a:ext uri="{FF2B5EF4-FFF2-40B4-BE49-F238E27FC236}">
                <a16:creationId xmlns:a16="http://schemas.microsoft.com/office/drawing/2014/main" id="{C69618CF-412F-464F-AE2F-D5C23462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4237645"/>
            <a:ext cx="548" cy="205627"/>
          </a:xfrm>
          <a:custGeom xmlns:a="http://schemas.openxmlformats.org/drawingml/2006/main">
            <a:pathLst>
              <a:path w="476" h="205627">
                <a:moveTo>
                  <a:pt x="0" y="0"/>
                </a:moveTo>
                <a:lnTo>
                  <a:pt x="0" y="205627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2022" name="c-map-epsilon-0.2-marker-1965">
            <a:extLst xmlns:a="http://schemas.openxmlformats.org/drawingml/2006/main">
              <a:ext uri="{FF2B5EF4-FFF2-40B4-BE49-F238E27FC236}">
                <a16:creationId xmlns:a16="http://schemas.microsoft.com/office/drawing/2014/main" id="{EA8136FF-39BA-43BF-939C-50A8ED2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866" y="256817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3" name="c-map-epsilon-0.2-marker-1966">
            <a:extLst xmlns:a="http://schemas.openxmlformats.org/drawingml/2006/main">
              <a:ext uri="{FF2B5EF4-FFF2-40B4-BE49-F238E27FC236}">
                <a16:creationId xmlns:a16="http://schemas.microsoft.com/office/drawing/2014/main" id="{B00DBC81-FB53-498C-8FE2-3616019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031" y="257775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4" name="c-map-epsilon-0.2-marker-1967">
            <a:extLst xmlns:a="http://schemas.openxmlformats.org/drawingml/2006/main">
              <a:ext uri="{FF2B5EF4-FFF2-40B4-BE49-F238E27FC236}">
                <a16:creationId xmlns:a16="http://schemas.microsoft.com/office/drawing/2014/main" id="{60F2099F-50C1-485C-A3B0-9253082C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94" y="258189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5" name="c-map-epsilon-0.2-marker-1968">
            <a:extLst xmlns:a="http://schemas.openxmlformats.org/drawingml/2006/main">
              <a:ext uri="{FF2B5EF4-FFF2-40B4-BE49-F238E27FC236}">
                <a16:creationId xmlns:a16="http://schemas.microsoft.com/office/drawing/2014/main" id="{F3A1931C-9EE4-4BC6-ADF9-0FED1325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359" y="255088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6" name="c-map-epsilon-0.2-marker-1969">
            <a:extLst xmlns:a="http://schemas.openxmlformats.org/drawingml/2006/main">
              <a:ext uri="{FF2B5EF4-FFF2-40B4-BE49-F238E27FC236}">
                <a16:creationId xmlns:a16="http://schemas.microsoft.com/office/drawing/2014/main" id="{3AABCC8D-E4A1-44E4-BA9C-965B27F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523" y="256167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7" name="c-map-epsilon-0.2-marker-1970">
            <a:extLst xmlns:a="http://schemas.openxmlformats.org/drawingml/2006/main">
              <a:ext uri="{FF2B5EF4-FFF2-40B4-BE49-F238E27FC236}">
                <a16:creationId xmlns:a16="http://schemas.microsoft.com/office/drawing/2014/main" id="{E0253B6C-8898-4183-B04F-E4383721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687" y="305750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28" name="c-map-epsilon-0.2-marker-1972">
            <a:extLst xmlns:a="http://schemas.openxmlformats.org/drawingml/2006/main">
              <a:ext uri="{FF2B5EF4-FFF2-40B4-BE49-F238E27FC236}">
                <a16:creationId xmlns:a16="http://schemas.microsoft.com/office/drawing/2014/main" id="{8FDAC936-F0A0-4DE3-84CC-82C2813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871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029" name="c-map-epsilon-0.2-marker-1974">
            <a:extLst xmlns:a="http://schemas.openxmlformats.org/drawingml/2006/main">
              <a:ext uri="{FF2B5EF4-FFF2-40B4-BE49-F238E27FC236}">
                <a16:creationId xmlns:a16="http://schemas.microsoft.com/office/drawing/2014/main" id="{099DF6A4-C33E-4FB9-9333-3D95C5A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866" y="4365748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0" name="c-map-epsilon-0.2-marker-1975">
            <a:extLst xmlns:a="http://schemas.openxmlformats.org/drawingml/2006/main">
              <a:ext uri="{FF2B5EF4-FFF2-40B4-BE49-F238E27FC236}">
                <a16:creationId xmlns:a16="http://schemas.microsoft.com/office/drawing/2014/main" id="{3D20AABF-67EE-41EC-9F89-BB8E46D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9031" y="438462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1" name="c-map-epsilon-0.2-marker-1976">
            <a:extLst xmlns:a="http://schemas.openxmlformats.org/drawingml/2006/main">
              <a:ext uri="{FF2B5EF4-FFF2-40B4-BE49-F238E27FC236}">
                <a16:creationId xmlns:a16="http://schemas.microsoft.com/office/drawing/2014/main" id="{FA9BA4EB-E567-4D05-A497-B3FA81C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94" y="442435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2" name="c-map-epsilon-0.2-marker-1977">
            <a:extLst xmlns:a="http://schemas.openxmlformats.org/drawingml/2006/main">
              <a:ext uri="{FF2B5EF4-FFF2-40B4-BE49-F238E27FC236}">
                <a16:creationId xmlns:a16="http://schemas.microsoft.com/office/drawing/2014/main" id="{B558674E-66DD-447E-9525-C53A060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359" y="440107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3" name="c-map-epsilon-0.2-marker-1978">
            <a:extLst xmlns:a="http://schemas.openxmlformats.org/drawingml/2006/main">
              <a:ext uri="{FF2B5EF4-FFF2-40B4-BE49-F238E27FC236}">
                <a16:creationId xmlns:a16="http://schemas.microsoft.com/office/drawing/2014/main" id="{D01C5F00-8D36-4DD8-8E53-F69490BA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523" y="416050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4" name="c-map-epsilon-0.2-marker-1979">
            <a:extLst xmlns:a="http://schemas.openxmlformats.org/drawingml/2006/main">
              <a:ext uri="{FF2B5EF4-FFF2-40B4-BE49-F238E27FC236}">
                <a16:creationId xmlns:a16="http://schemas.microsoft.com/office/drawing/2014/main" id="{B8B3897B-CEB3-474E-9F15-AD850D5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687" y="4214785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35" name="c-map-epsilon-0.2-marker-1981">
            <a:extLst xmlns:a="http://schemas.openxmlformats.org/drawingml/2006/main">
              <a:ext uri="{FF2B5EF4-FFF2-40B4-BE49-F238E27FC236}">
                <a16:creationId xmlns:a16="http://schemas.microsoft.com/office/drawing/2014/main" id="{B2E32C12-7C40-41D1-BF53-81ED05B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871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036" name="c-map-epsilon-0.2-path-1997">
            <a:extLst xmlns:a="http://schemas.openxmlformats.org/drawingml/2006/main">
              <a:ext uri="{FF2B5EF4-FFF2-40B4-BE49-F238E27FC236}">
                <a16:creationId xmlns:a16="http://schemas.microsoft.com/office/drawing/2014/main" id="{4C19DE3C-33AD-4AAC-8D78-49A1F44F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726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37" name="c-map-epsilon-0.2-path-1999">
            <a:extLst xmlns:a="http://schemas.openxmlformats.org/drawingml/2006/main">
              <a:ext uri="{FF2B5EF4-FFF2-40B4-BE49-F238E27FC236}">
                <a16:creationId xmlns:a16="http://schemas.microsoft.com/office/drawing/2014/main" id="{458BF41C-22A5-4ABF-8153-FA8E15DC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891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38" name="c-map-epsilon-0.2-path-2001">
            <a:extLst xmlns:a="http://schemas.openxmlformats.org/drawingml/2006/main">
              <a:ext uri="{FF2B5EF4-FFF2-40B4-BE49-F238E27FC236}">
                <a16:creationId xmlns:a16="http://schemas.microsoft.com/office/drawing/2014/main" id="{10160F94-7B88-4FCC-A8CD-A006C048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054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39" name="c-map-epsilon-0.2-path-2003">
            <a:extLst xmlns:a="http://schemas.openxmlformats.org/drawingml/2006/main">
              <a:ext uri="{FF2B5EF4-FFF2-40B4-BE49-F238E27FC236}">
                <a16:creationId xmlns:a16="http://schemas.microsoft.com/office/drawing/2014/main" id="{0F44535E-F745-437C-AA3F-FC9C51B3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4219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0" name="c-map-epsilon-0.2-path-2005">
            <a:extLst xmlns:a="http://schemas.openxmlformats.org/drawingml/2006/main">
              <a:ext uri="{FF2B5EF4-FFF2-40B4-BE49-F238E27FC236}">
                <a16:creationId xmlns:a16="http://schemas.microsoft.com/office/drawing/2014/main" id="{9FBEB3BA-F0FF-4679-8DDC-0995652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383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1" name="c-map-epsilon-0.2-path-2007">
            <a:extLst xmlns:a="http://schemas.openxmlformats.org/drawingml/2006/main">
              <a:ext uri="{FF2B5EF4-FFF2-40B4-BE49-F238E27FC236}">
                <a16:creationId xmlns:a16="http://schemas.microsoft.com/office/drawing/2014/main" id="{BEF6B515-A34C-414E-923E-FD7812A4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6547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2" name="c-map-epsilon-0.2-path-2009">
            <a:extLst xmlns:a="http://schemas.openxmlformats.org/drawingml/2006/main">
              <a:ext uri="{FF2B5EF4-FFF2-40B4-BE49-F238E27FC236}">
                <a16:creationId xmlns:a16="http://schemas.microsoft.com/office/drawing/2014/main" id="{34BAA273-B089-4AEA-9015-0F02BE2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769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3" name="c-map-epsilon-0.2-path-2010">
            <a:extLst xmlns:a="http://schemas.openxmlformats.org/drawingml/2006/main">
              <a:ext uri="{FF2B5EF4-FFF2-40B4-BE49-F238E27FC236}">
                <a16:creationId xmlns:a16="http://schemas.microsoft.com/office/drawing/2014/main" id="{BBC3C9BE-3E5D-407C-9705-B7465E4F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769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4" name="c-map-epsilon-0.2-path-2011">
            <a:extLst xmlns:a="http://schemas.openxmlformats.org/drawingml/2006/main">
              <a:ext uri="{FF2B5EF4-FFF2-40B4-BE49-F238E27FC236}">
                <a16:creationId xmlns:a16="http://schemas.microsoft.com/office/drawing/2014/main" id="{DB9D1378-D6C8-46BE-AE0A-53D902CA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769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45" name="c-map-epsilon-0.2-path-1995">
            <a:extLst xmlns:a="http://schemas.openxmlformats.org/drawingml/2006/main">
              <a:ext uri="{FF2B5EF4-FFF2-40B4-BE49-F238E27FC236}">
                <a16:creationId xmlns:a16="http://schemas.microsoft.com/office/drawing/2014/main" id="{401758D0-8180-4E8C-A8C2-4BE97795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2644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046" name="c-map-epsilon-0.2-path-1996">
            <a:extLst xmlns:a="http://schemas.openxmlformats.org/drawingml/2006/main">
              <a:ext uri="{FF2B5EF4-FFF2-40B4-BE49-F238E27FC236}">
                <a16:creationId xmlns:a16="http://schemas.microsoft.com/office/drawing/2014/main" id="{E4436C74-3D67-4CCE-85F7-1BB4C76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2644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047" name="c-map-epsilon-0.2 ε = 20%">
            <a:extLst xmlns:a="http://schemas.openxmlformats.org/drawingml/2006/main">
              <a:ext uri="{FF2B5EF4-FFF2-40B4-BE49-F238E27FC236}">
                <a16:creationId xmlns:a16="http://schemas.microsoft.com/office/drawing/2014/main" id="{F093AE1E-EE95-41DD-A443-BB806773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1509" y="2303602"/>
            <a:ext cx="752129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20%</a:t>
            </a:r>
          </a:p>
        </p:txBody>
      </p:sp>
      <p:sp>
        <p:nvSpPr>
          <p:cNvPr id="2048" name="c-map-epsilon-0.2 3">
            <a:extLst xmlns:a="http://schemas.openxmlformats.org/drawingml/2006/main">
              <a:ext uri="{FF2B5EF4-FFF2-40B4-BE49-F238E27FC236}">
                <a16:creationId xmlns:a16="http://schemas.microsoft.com/office/drawing/2014/main" id="{3F6D9026-0C9E-451B-93A2-BB50D5EE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8085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049" name="c-map-epsilon-0.2 4">
            <a:extLst xmlns:a="http://schemas.openxmlformats.org/drawingml/2006/main">
              <a:ext uri="{FF2B5EF4-FFF2-40B4-BE49-F238E27FC236}">
                <a16:creationId xmlns:a16="http://schemas.microsoft.com/office/drawing/2014/main" id="{BAEFB9FF-1C87-4B94-B528-49C04974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250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050" name="c-map-epsilon-0.2 5">
            <a:extLst xmlns:a="http://schemas.openxmlformats.org/drawingml/2006/main">
              <a:ext uri="{FF2B5EF4-FFF2-40B4-BE49-F238E27FC236}">
                <a16:creationId xmlns:a16="http://schemas.microsoft.com/office/drawing/2014/main" id="{2525DC0A-849F-4CFE-B948-04856DAB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0219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051" name="c-map-epsilon-0.2 6">
            <a:extLst xmlns:a="http://schemas.openxmlformats.org/drawingml/2006/main">
              <a:ext uri="{FF2B5EF4-FFF2-40B4-BE49-F238E27FC236}">
                <a16:creationId xmlns:a16="http://schemas.microsoft.com/office/drawing/2014/main" id="{CD524D1F-8CB7-4143-963A-D04967A2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6577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052" name="c-map-epsilon-0.2 7">
            <a:extLst xmlns:a="http://schemas.openxmlformats.org/drawingml/2006/main">
              <a:ext uri="{FF2B5EF4-FFF2-40B4-BE49-F238E27FC236}">
                <a16:creationId xmlns:a16="http://schemas.microsoft.com/office/drawing/2014/main" id="{CFF0946A-A4BD-4B9C-8C89-48F36DEA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2742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053" name="c-map-epsilon-0.2 8">
            <a:extLst xmlns:a="http://schemas.openxmlformats.org/drawingml/2006/main">
              <a:ext uri="{FF2B5EF4-FFF2-40B4-BE49-F238E27FC236}">
                <a16:creationId xmlns:a16="http://schemas.microsoft.com/office/drawing/2014/main" id="{8CACBDA3-9EC9-4CDC-8061-0C3ED48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8905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2054" name="c-map-epsilon-0.2 A51">
            <a:extLst xmlns:a="http://schemas.openxmlformats.org/drawingml/2006/main">
              <a:ext uri="{FF2B5EF4-FFF2-40B4-BE49-F238E27FC236}">
                <a16:creationId xmlns:a16="http://schemas.microsoft.com/office/drawing/2014/main" id="{1555E8B8-813B-4693-AA53-525EAFD3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2555" y="2643856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A51</a:t>
            </a:r>
          </a:p>
        </p:txBody>
      </p:sp>
      <p:sp>
        <p:nvSpPr>
          <p:cNvPr id="2055" name="c-map-epsilon-0.2 A52">
            <a:extLst xmlns:a="http://schemas.openxmlformats.org/drawingml/2006/main">
              <a:ext uri="{FF2B5EF4-FFF2-40B4-BE49-F238E27FC236}">
                <a16:creationId xmlns:a16="http://schemas.microsoft.com/office/drawing/2014/main" id="{93B73CF7-E3AC-4D32-904F-0C48D9CA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8913" y="2815365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A52</a:t>
            </a:r>
          </a:p>
        </p:txBody>
      </p:sp>
      <p:sp>
        <p:nvSpPr>
          <p:cNvPr id="2056" name="c-map-epsilon-0.2 A53">
            <a:extLst xmlns:a="http://schemas.openxmlformats.org/drawingml/2006/main">
              <a:ext uri="{FF2B5EF4-FFF2-40B4-BE49-F238E27FC236}">
                <a16:creationId xmlns:a16="http://schemas.microsoft.com/office/drawing/2014/main" id="{22B2DAAF-55FB-4967-9CCF-F0FAC3A2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5078" y="2657571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A53</a:t>
            </a:r>
          </a:p>
        </p:txBody>
      </p:sp>
      <p:sp>
        <p:nvSpPr>
          <p:cNvPr id="2057" name="c-map-epsilon-0.2 A54">
            <a:extLst xmlns:a="http://schemas.openxmlformats.org/drawingml/2006/main">
              <a:ext uri="{FF2B5EF4-FFF2-40B4-BE49-F238E27FC236}">
                <a16:creationId xmlns:a16="http://schemas.microsoft.com/office/drawing/2014/main" id="{A446F019-F016-4F9C-A07A-9A032DF4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1243" y="2788488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A54</a:t>
            </a:r>
          </a:p>
        </p:txBody>
      </p:sp>
      <p:sp>
        <p:nvSpPr>
          <p:cNvPr id="2058" name="c-map-epsilon-0.2 A55">
            <a:extLst xmlns:a="http://schemas.openxmlformats.org/drawingml/2006/main">
              <a:ext uri="{FF2B5EF4-FFF2-40B4-BE49-F238E27FC236}">
                <a16:creationId xmlns:a16="http://schemas.microsoft.com/office/drawing/2014/main" id="{414086DB-A9BD-4B1D-9C46-1E38363F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7211" y="2637352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A55</a:t>
            </a:r>
          </a:p>
        </p:txBody>
      </p:sp>
      <p:sp>
        <p:nvSpPr>
          <p:cNvPr id="2059" name="c-map-epsilon-0.2 A56">
            <a:extLst xmlns:a="http://schemas.openxmlformats.org/drawingml/2006/main">
              <a:ext uri="{FF2B5EF4-FFF2-40B4-BE49-F238E27FC236}">
                <a16:creationId xmlns:a16="http://schemas.microsoft.com/office/drawing/2014/main" id="{2D114695-8702-4D3D-991F-DB32F21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3571" y="2723614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A56</a:t>
            </a:r>
          </a:p>
        </p:txBody>
      </p:sp>
      <p:sp>
        <p:nvSpPr>
          <p:cNvPr id="2060" name="c-map-epsilon-0.2 B51">
            <a:extLst xmlns:a="http://schemas.openxmlformats.org/drawingml/2006/main">
              <a:ext uri="{FF2B5EF4-FFF2-40B4-BE49-F238E27FC236}">
                <a16:creationId xmlns:a16="http://schemas.microsoft.com/office/drawing/2014/main" id="{1B9F1382-5F10-4C3A-A05E-4E08181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2555" y="4193779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B51</a:t>
            </a:r>
          </a:p>
        </p:txBody>
      </p:sp>
      <p:sp>
        <p:nvSpPr>
          <p:cNvPr id="2061" name="c-map-epsilon-0.2 B52">
            <a:extLst xmlns:a="http://schemas.openxmlformats.org/drawingml/2006/main">
              <a:ext uri="{FF2B5EF4-FFF2-40B4-BE49-F238E27FC236}">
                <a16:creationId xmlns:a16="http://schemas.microsoft.com/office/drawing/2014/main" id="{2070D8C3-A875-444C-8B95-B291229C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8913" y="4050725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B52</a:t>
            </a:r>
          </a:p>
        </p:txBody>
      </p:sp>
      <p:sp>
        <p:nvSpPr>
          <p:cNvPr id="2062" name="c-map-epsilon-0.2 B53">
            <a:extLst xmlns:a="http://schemas.openxmlformats.org/drawingml/2006/main">
              <a:ext uri="{FF2B5EF4-FFF2-40B4-BE49-F238E27FC236}">
                <a16:creationId xmlns:a16="http://schemas.microsoft.com/office/drawing/2014/main" id="{14D39DC8-BAF7-43FB-BAD7-6310ED4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5078" y="4252383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B53</a:t>
            </a:r>
          </a:p>
        </p:txBody>
      </p:sp>
      <p:sp>
        <p:nvSpPr>
          <p:cNvPr id="2063" name="c-map-epsilon-0.2 B54">
            <a:extLst xmlns:a="http://schemas.openxmlformats.org/drawingml/2006/main">
              <a:ext uri="{FF2B5EF4-FFF2-40B4-BE49-F238E27FC236}">
                <a16:creationId xmlns:a16="http://schemas.microsoft.com/office/drawing/2014/main" id="{72A3AF5A-AE68-48C6-B9E6-6B2E263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1243" y="4067177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B54</a:t>
            </a:r>
          </a:p>
        </p:txBody>
      </p:sp>
      <p:sp>
        <p:nvSpPr>
          <p:cNvPr id="2064" name="c-map-epsilon-0.2 B55">
            <a:extLst xmlns:a="http://schemas.openxmlformats.org/drawingml/2006/main">
              <a:ext uri="{FF2B5EF4-FFF2-40B4-BE49-F238E27FC236}">
                <a16:creationId xmlns:a16="http://schemas.microsoft.com/office/drawing/2014/main" id="{7F8B51CF-7032-4458-BD64-36BDEE4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7211" y="4236186"/>
            <a:ext cx="319217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B55</a:t>
            </a:r>
          </a:p>
        </p:txBody>
      </p:sp>
      <p:sp>
        <p:nvSpPr>
          <p:cNvPr id="2065" name="c-map-epsilon-0.2 B56">
            <a:extLst xmlns:a="http://schemas.openxmlformats.org/drawingml/2006/main">
              <a:ext uri="{FF2B5EF4-FFF2-40B4-BE49-F238E27FC236}">
                <a16:creationId xmlns:a16="http://schemas.microsoft.com/office/drawing/2014/main" id="{C24AA1A7-1063-422D-9DFC-8CDFCC3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3571" y="3880890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B56</a:t>
            </a:r>
          </a:p>
        </p:txBody>
      </p:sp>
      <p:sp>
        <p:nvSpPr>
          <p:cNvPr id="2066" name="d-tree-epsilon-0.2-path-2012">
            <a:extLst xmlns:a="http://schemas.openxmlformats.org/drawingml/2006/main">
              <a:ext uri="{FF2B5EF4-FFF2-40B4-BE49-F238E27FC236}">
                <a16:creationId xmlns:a16="http://schemas.microsoft.com/office/drawing/2014/main" id="{569161FA-0625-4E2A-9109-5FFF2CF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48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67" name="d-tree-epsilon-0.2-path-2013">
            <a:extLst xmlns:a="http://schemas.openxmlformats.org/drawingml/2006/main">
              <a:ext uri="{FF2B5EF4-FFF2-40B4-BE49-F238E27FC236}">
                <a16:creationId xmlns:a16="http://schemas.microsoft.com/office/drawing/2014/main" id="{8CD701A1-CCB4-4FDA-98FA-75BB1DF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140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68" name="d-tree-epsilon-0.2-path-2014">
            <a:extLst xmlns:a="http://schemas.openxmlformats.org/drawingml/2006/main">
              <a:ext uri="{FF2B5EF4-FFF2-40B4-BE49-F238E27FC236}">
                <a16:creationId xmlns:a16="http://schemas.microsoft.com/office/drawing/2014/main" id="{120FE7BD-070D-4843-BB13-33BB992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486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69" name="d-tree-epsilon-0.2-path-2015">
            <a:extLst xmlns:a="http://schemas.openxmlformats.org/drawingml/2006/main">
              <a:ext uri="{FF2B5EF4-FFF2-40B4-BE49-F238E27FC236}">
                <a16:creationId xmlns:a16="http://schemas.microsoft.com/office/drawing/2014/main" id="{4C4459FB-EF09-4F82-85E1-C0378C2A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36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0" name="d-tree-epsilon-0.2-path-2016">
            <a:extLst xmlns:a="http://schemas.openxmlformats.org/drawingml/2006/main">
              <a:ext uri="{FF2B5EF4-FFF2-40B4-BE49-F238E27FC236}">
                <a16:creationId xmlns:a16="http://schemas.microsoft.com/office/drawing/2014/main" id="{DDA1DD82-A4EA-4130-A9FD-1D3015D2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502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1" name="d-tree-epsilon-0.2-path-2017">
            <a:extLst xmlns:a="http://schemas.openxmlformats.org/drawingml/2006/main">
              <a:ext uri="{FF2B5EF4-FFF2-40B4-BE49-F238E27FC236}">
                <a16:creationId xmlns:a16="http://schemas.microsoft.com/office/drawing/2014/main" id="{E63DD60F-03CE-4A09-8EE1-F0EB4384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368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2" name="d-tree-epsilon-0.2-path-2018">
            <a:extLst xmlns:a="http://schemas.openxmlformats.org/drawingml/2006/main">
              <a:ext uri="{FF2B5EF4-FFF2-40B4-BE49-F238E27FC236}">
                <a16:creationId xmlns:a16="http://schemas.microsoft.com/office/drawing/2014/main" id="{29933721-D8B2-48B6-9949-7BD88FD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0194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3" name="d-tree-epsilon-0.2-path-2019">
            <a:extLst xmlns:a="http://schemas.openxmlformats.org/drawingml/2006/main">
              <a:ext uri="{FF2B5EF4-FFF2-40B4-BE49-F238E27FC236}">
                <a16:creationId xmlns:a16="http://schemas.microsoft.com/office/drawing/2014/main" id="{9808DFED-4C38-4F90-BF28-21A0ECE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4675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4" name="d-tree-epsilon-0.2-path-2020">
            <a:extLst xmlns:a="http://schemas.openxmlformats.org/drawingml/2006/main">
              <a:ext uri="{FF2B5EF4-FFF2-40B4-BE49-F238E27FC236}">
                <a16:creationId xmlns:a16="http://schemas.microsoft.com/office/drawing/2014/main" id="{EC22348E-F9CB-479F-8D70-75CD958C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0194" y="6123088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5" name="d-tree-epsilon-0.2-path-2021">
            <a:extLst xmlns:a="http://schemas.openxmlformats.org/drawingml/2006/main">
              <a:ext uri="{FF2B5EF4-FFF2-40B4-BE49-F238E27FC236}">
                <a16:creationId xmlns:a16="http://schemas.microsoft.com/office/drawing/2014/main" id="{84D54ED9-271E-4E14-8AA4-A5477CCA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715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6" name="d-tree-epsilon-0.2-path-2022">
            <a:extLst xmlns:a="http://schemas.openxmlformats.org/drawingml/2006/main">
              <a:ext uri="{FF2B5EF4-FFF2-40B4-BE49-F238E27FC236}">
                <a16:creationId xmlns:a16="http://schemas.microsoft.com/office/drawing/2014/main" id="{F7775981-F0FF-4460-8B0F-705B1B38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7434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7" name="d-tree-epsilon-0.2-path-2023">
            <a:extLst xmlns:a="http://schemas.openxmlformats.org/drawingml/2006/main">
              <a:ext uri="{FF2B5EF4-FFF2-40B4-BE49-F238E27FC236}">
                <a16:creationId xmlns:a16="http://schemas.microsoft.com/office/drawing/2014/main" id="{BD39D885-D3D9-40B1-98F5-5E136C3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715" y="6100523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8" name="d-tree-epsilon-0.2-path-2024">
            <a:extLst xmlns:a="http://schemas.openxmlformats.org/drawingml/2006/main">
              <a:ext uri="{FF2B5EF4-FFF2-40B4-BE49-F238E27FC236}">
                <a16:creationId xmlns:a16="http://schemas.microsoft.com/office/drawing/2014/main" id="{567C8145-A72A-4878-881E-54FCA148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55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79" name="d-tree-epsilon-0.2-path-2025">
            <a:extLst xmlns:a="http://schemas.openxmlformats.org/drawingml/2006/main">
              <a:ext uri="{FF2B5EF4-FFF2-40B4-BE49-F238E27FC236}">
                <a16:creationId xmlns:a16="http://schemas.microsoft.com/office/drawing/2014/main" id="{DD89F734-A148-4810-A9BE-4BAC1006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20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0" name="d-tree-epsilon-0.2-path-2026">
            <a:extLst xmlns:a="http://schemas.openxmlformats.org/drawingml/2006/main">
              <a:ext uri="{FF2B5EF4-FFF2-40B4-BE49-F238E27FC236}">
                <a16:creationId xmlns:a16="http://schemas.microsoft.com/office/drawing/2014/main" id="{76EE443A-3104-418A-B780-1F0C203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556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1" name="d-tree-epsilon-0.2-path-2027">
            <a:extLst xmlns:a="http://schemas.openxmlformats.org/drawingml/2006/main">
              <a:ext uri="{FF2B5EF4-FFF2-40B4-BE49-F238E27FC236}">
                <a16:creationId xmlns:a16="http://schemas.microsoft.com/office/drawing/2014/main" id="{E8E83939-A92B-4400-9B63-68948ED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13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2082" name="d-tree-epsilon-0.2-path-2028">
            <a:extLst xmlns:a="http://schemas.openxmlformats.org/drawingml/2006/main">
              <a:ext uri="{FF2B5EF4-FFF2-40B4-BE49-F238E27FC236}">
                <a16:creationId xmlns:a16="http://schemas.microsoft.com/office/drawing/2014/main" id="{1F3F6969-F154-46B7-82FD-D2171CCA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78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3" name="d-tree-epsilon-0.2-path-2029">
            <a:extLst xmlns:a="http://schemas.openxmlformats.org/drawingml/2006/main">
              <a:ext uri="{FF2B5EF4-FFF2-40B4-BE49-F238E27FC236}">
                <a16:creationId xmlns:a16="http://schemas.microsoft.com/office/drawing/2014/main" id="{8933865E-DEA2-41A2-9FED-480EEFEF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9131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4" name="d-tree-epsilon-0.2-path-2030">
            <a:extLst xmlns:a="http://schemas.openxmlformats.org/drawingml/2006/main">
              <a:ext uri="{FF2B5EF4-FFF2-40B4-BE49-F238E27FC236}">
                <a16:creationId xmlns:a16="http://schemas.microsoft.com/office/drawing/2014/main" id="{F9551AE9-2BE2-4733-8633-5CDC3C98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50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5" name="d-tree-epsilon-0.2-path-2031">
            <a:extLst xmlns:a="http://schemas.openxmlformats.org/drawingml/2006/main">
              <a:ext uri="{FF2B5EF4-FFF2-40B4-BE49-F238E27FC236}">
                <a16:creationId xmlns:a16="http://schemas.microsoft.com/office/drawing/2014/main" id="{232BE6A1-8550-418A-9BA1-049ACDF9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116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6" name="d-tree-epsilon-0.2-path-2032">
            <a:extLst xmlns:a="http://schemas.openxmlformats.org/drawingml/2006/main">
              <a:ext uri="{FF2B5EF4-FFF2-40B4-BE49-F238E27FC236}">
                <a16:creationId xmlns:a16="http://schemas.microsoft.com/office/drawing/2014/main" id="{14787AE7-1BEE-4BB1-BC0D-E2F43CD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507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7" name="d-tree-epsilon-0.2-path-2033">
            <a:extLst xmlns:a="http://schemas.openxmlformats.org/drawingml/2006/main">
              <a:ext uri="{FF2B5EF4-FFF2-40B4-BE49-F238E27FC236}">
                <a16:creationId xmlns:a16="http://schemas.microsoft.com/office/drawing/2014/main" id="{49E22B09-A550-48E9-8982-BEEF4F3B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908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8" name="d-tree-epsilon-0.2-path-2034">
            <a:extLst xmlns:a="http://schemas.openxmlformats.org/drawingml/2006/main">
              <a:ext uri="{FF2B5EF4-FFF2-40B4-BE49-F238E27FC236}">
                <a16:creationId xmlns:a16="http://schemas.microsoft.com/office/drawing/2014/main" id="{E2FCC7DE-0551-4AA8-BE0E-59E24AEE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73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89" name="d-tree-epsilon-0.2-path-2035">
            <a:extLst xmlns:a="http://schemas.openxmlformats.org/drawingml/2006/main">
              <a:ext uri="{FF2B5EF4-FFF2-40B4-BE49-F238E27FC236}">
                <a16:creationId xmlns:a16="http://schemas.microsoft.com/office/drawing/2014/main" id="{87F1DDC6-AEBB-4024-8137-983AB23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9082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0" name="d-tree-epsilon-0.2-path-2036">
            <a:extLst xmlns:a="http://schemas.openxmlformats.org/drawingml/2006/main">
              <a:ext uri="{FF2B5EF4-FFF2-40B4-BE49-F238E27FC236}">
                <a16:creationId xmlns:a16="http://schemas.microsoft.com/office/drawing/2014/main" id="{ACD6C916-4CA9-499B-A8D8-79D6C26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9428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1" name="d-tree-epsilon-0.2-path-2037">
            <a:extLst xmlns:a="http://schemas.openxmlformats.org/drawingml/2006/main">
              <a:ext uri="{FF2B5EF4-FFF2-40B4-BE49-F238E27FC236}">
                <a16:creationId xmlns:a16="http://schemas.microsoft.com/office/drawing/2014/main" id="{9E0CC86A-21DB-4D82-AE40-1A1082EF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3908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2" name="d-tree-epsilon-0.2-path-2038">
            <a:extLst xmlns:a="http://schemas.openxmlformats.org/drawingml/2006/main">
              <a:ext uri="{FF2B5EF4-FFF2-40B4-BE49-F238E27FC236}">
                <a16:creationId xmlns:a16="http://schemas.microsoft.com/office/drawing/2014/main" id="{3478EA2E-4059-4DE6-9737-5AF90EB5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9428" y="6123088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3" name="d-tree-epsilon-0.2-path-2039">
            <a:extLst xmlns:a="http://schemas.openxmlformats.org/drawingml/2006/main">
              <a:ext uri="{FF2B5EF4-FFF2-40B4-BE49-F238E27FC236}">
                <a16:creationId xmlns:a16="http://schemas.microsoft.com/office/drawing/2014/main" id="{61288D15-7113-48D1-8C57-E6BBDBB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38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4" name="d-tree-epsilon-0.2-path-2040">
            <a:extLst xmlns:a="http://schemas.openxmlformats.org/drawingml/2006/main">
              <a:ext uri="{FF2B5EF4-FFF2-40B4-BE49-F238E27FC236}">
                <a16:creationId xmlns:a16="http://schemas.microsoft.com/office/drawing/2014/main" id="{855E61C8-9148-49BC-8AF7-44322A6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043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5" name="d-tree-epsilon-0.2-path-2041">
            <a:extLst xmlns:a="http://schemas.openxmlformats.org/drawingml/2006/main">
              <a:ext uri="{FF2B5EF4-FFF2-40B4-BE49-F238E27FC236}">
                <a16:creationId xmlns:a16="http://schemas.microsoft.com/office/drawing/2014/main" id="{D73937AC-534A-4522-95A5-7D74ED29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389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6" name="d-tree-epsilon-0.2-path-2042">
            <a:extLst xmlns:a="http://schemas.openxmlformats.org/drawingml/2006/main">
              <a:ext uri="{FF2B5EF4-FFF2-40B4-BE49-F238E27FC236}">
                <a16:creationId xmlns:a16="http://schemas.microsoft.com/office/drawing/2014/main" id="{7E546F4A-0547-4393-8089-2344E2BE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6668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7" name="d-tree-epsilon-0.2-path-2043">
            <a:extLst xmlns:a="http://schemas.openxmlformats.org/drawingml/2006/main">
              <a:ext uri="{FF2B5EF4-FFF2-40B4-BE49-F238E27FC236}">
                <a16:creationId xmlns:a16="http://schemas.microsoft.com/office/drawing/2014/main" id="{FDFDDE6E-253A-4427-B5D6-518423E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215" y="6100523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8" name="d-tree-epsilon-0.2-path-2044">
            <a:extLst xmlns:a="http://schemas.openxmlformats.org/drawingml/2006/main">
              <a:ext uri="{FF2B5EF4-FFF2-40B4-BE49-F238E27FC236}">
                <a16:creationId xmlns:a16="http://schemas.microsoft.com/office/drawing/2014/main" id="{DB0D6E47-102B-4E76-8D7A-F0216297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6668" y="6100523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099" name="d-tree-epsilon-0.2-path-2045">
            <a:extLst xmlns:a="http://schemas.openxmlformats.org/drawingml/2006/main">
              <a:ext uri="{FF2B5EF4-FFF2-40B4-BE49-F238E27FC236}">
                <a16:creationId xmlns:a16="http://schemas.microsoft.com/office/drawing/2014/main" id="{942F22A0-C1B8-4948-96CC-DD7DEFBA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942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0" name="d-tree-epsilon-0.2-path-2046">
            <a:extLst xmlns:a="http://schemas.openxmlformats.org/drawingml/2006/main">
              <a:ext uri="{FF2B5EF4-FFF2-40B4-BE49-F238E27FC236}">
                <a16:creationId xmlns:a16="http://schemas.microsoft.com/office/drawing/2014/main" id="{EAF4DE77-7361-4B93-987F-A39F588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7696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1" name="d-tree-epsilon-0.2-path-2047">
            <a:extLst xmlns:a="http://schemas.openxmlformats.org/drawingml/2006/main">
              <a:ext uri="{FF2B5EF4-FFF2-40B4-BE49-F238E27FC236}">
                <a16:creationId xmlns:a16="http://schemas.microsoft.com/office/drawing/2014/main" id="{A7E1BA2C-2B73-469C-8654-CF8308F2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942" y="6077958"/>
            <a:ext cx="27754" cy="476"/>
          </a:xfrm>
          <a:custGeom xmlns:a="http://schemas.openxmlformats.org/drawingml/2006/main">
            <a:pathLst>
              <a:path w="24124" h="476">
                <a:moveTo>
                  <a:pt x="0" y="0"/>
                </a:moveTo>
                <a:lnTo>
                  <a:pt x="24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2" name="d-tree-epsilon-0.2-path-2048">
            <a:extLst xmlns:a="http://schemas.openxmlformats.org/drawingml/2006/main">
              <a:ext uri="{FF2B5EF4-FFF2-40B4-BE49-F238E27FC236}">
                <a16:creationId xmlns:a16="http://schemas.microsoft.com/office/drawing/2014/main" id="{6A08322D-A07E-4511-8C6D-3A19070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9775" y="6055393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3" name="d-tree-epsilon-0.2-path-2049">
            <a:extLst xmlns:a="http://schemas.openxmlformats.org/drawingml/2006/main">
              <a:ext uri="{FF2B5EF4-FFF2-40B4-BE49-F238E27FC236}">
                <a16:creationId xmlns:a16="http://schemas.microsoft.com/office/drawing/2014/main" id="{DADCCF85-5B6E-47C7-97E0-5C02C3AC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3819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4" name="d-tree-epsilon-0.2-path-2050">
            <a:extLst xmlns:a="http://schemas.openxmlformats.org/drawingml/2006/main">
              <a:ext uri="{FF2B5EF4-FFF2-40B4-BE49-F238E27FC236}">
                <a16:creationId xmlns:a16="http://schemas.microsoft.com/office/drawing/2014/main" id="{9A6F1942-5C9B-4907-9D0A-906BC42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9775" y="6055393"/>
            <a:ext cx="44044" cy="476"/>
          </a:xfrm>
          <a:custGeom xmlns:a="http://schemas.openxmlformats.org/drawingml/2006/main">
            <a:pathLst>
              <a:path w="38284" h="476">
                <a:moveTo>
                  <a:pt x="0" y="0"/>
                </a:moveTo>
                <a:lnTo>
                  <a:pt x="382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5" name="d-tree-epsilon-0.2-path-2051">
            <a:extLst xmlns:a="http://schemas.openxmlformats.org/drawingml/2006/main">
              <a:ext uri="{FF2B5EF4-FFF2-40B4-BE49-F238E27FC236}">
                <a16:creationId xmlns:a16="http://schemas.microsoft.com/office/drawing/2014/main" id="{959B26F3-0B41-44FB-B9AB-6B66F41A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797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6" name="d-tree-epsilon-0.2-path-2052">
            <a:extLst xmlns:a="http://schemas.openxmlformats.org/drawingml/2006/main">
              <a:ext uri="{FF2B5EF4-FFF2-40B4-BE49-F238E27FC236}">
                <a16:creationId xmlns:a16="http://schemas.microsoft.com/office/drawing/2014/main" id="{5BF6448F-9878-42F0-8915-2B47DBB6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7350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7" name="d-tree-epsilon-0.2-path-2053">
            <a:extLst xmlns:a="http://schemas.openxmlformats.org/drawingml/2006/main">
              <a:ext uri="{FF2B5EF4-FFF2-40B4-BE49-F238E27FC236}">
                <a16:creationId xmlns:a16="http://schemas.microsoft.com/office/drawing/2014/main" id="{6B7A481D-5DC6-4DAE-BCD6-2676DE1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1797" y="6032828"/>
            <a:ext cx="45553" cy="476"/>
          </a:xfrm>
          <a:custGeom xmlns:a="http://schemas.openxmlformats.org/drawingml/2006/main">
            <a:pathLst>
              <a:path w="39595" h="476">
                <a:moveTo>
                  <a:pt x="0" y="0"/>
                </a:moveTo>
                <a:lnTo>
                  <a:pt x="395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8" name="d-tree-epsilon-0.2-path-2054">
            <a:extLst xmlns:a="http://schemas.openxmlformats.org/drawingml/2006/main">
              <a:ext uri="{FF2B5EF4-FFF2-40B4-BE49-F238E27FC236}">
                <a16:creationId xmlns:a16="http://schemas.microsoft.com/office/drawing/2014/main" id="{3815EDFA-5CF3-4D0A-A05B-4903831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573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09" name="d-tree-epsilon-0.2-path-2055">
            <a:extLst xmlns:a="http://schemas.openxmlformats.org/drawingml/2006/main">
              <a:ext uri="{FF2B5EF4-FFF2-40B4-BE49-F238E27FC236}">
                <a16:creationId xmlns:a16="http://schemas.microsoft.com/office/drawing/2014/main" id="{D524CAD5-B55B-4ACE-8718-95BEEAE1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003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0" name="d-tree-epsilon-0.2-path-2056">
            <a:extLst xmlns:a="http://schemas.openxmlformats.org/drawingml/2006/main">
              <a:ext uri="{FF2B5EF4-FFF2-40B4-BE49-F238E27FC236}">
                <a16:creationId xmlns:a16="http://schemas.microsoft.com/office/drawing/2014/main" id="{7DFEB7DE-E6CA-4C3E-826F-65C52F7F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573" y="6010263"/>
            <a:ext cx="32429" cy="476"/>
          </a:xfrm>
          <a:custGeom xmlns:a="http://schemas.openxmlformats.org/drawingml/2006/main">
            <a:pathLst>
              <a:path w="28188" h="476">
                <a:moveTo>
                  <a:pt x="0" y="0"/>
                </a:moveTo>
                <a:lnTo>
                  <a:pt x="28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1" name="d-tree-epsilon-0.2-path-2057">
            <a:extLst xmlns:a="http://schemas.openxmlformats.org/drawingml/2006/main">
              <a:ext uri="{FF2B5EF4-FFF2-40B4-BE49-F238E27FC236}">
                <a16:creationId xmlns:a16="http://schemas.microsoft.com/office/drawing/2014/main" id="{318A975F-B008-4D5E-B2D0-21ECF32F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789" y="598769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2" name="d-tree-epsilon-0.2-path-2058">
            <a:extLst xmlns:a="http://schemas.openxmlformats.org/drawingml/2006/main">
              <a:ext uri="{FF2B5EF4-FFF2-40B4-BE49-F238E27FC236}">
                <a16:creationId xmlns:a16="http://schemas.microsoft.com/office/drawing/2014/main" id="{6349D91C-605A-43F0-BAE0-13B56DE5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6657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3" name="d-tree-epsilon-0.2-path-2059">
            <a:extLst xmlns:a="http://schemas.openxmlformats.org/drawingml/2006/main">
              <a:ext uri="{FF2B5EF4-FFF2-40B4-BE49-F238E27FC236}">
                <a16:creationId xmlns:a16="http://schemas.microsoft.com/office/drawing/2014/main" id="{309B8A06-63AF-40AC-ABF5-80B34C8B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789" y="5987697"/>
            <a:ext cx="25868" cy="476"/>
          </a:xfrm>
          <a:custGeom xmlns:a="http://schemas.openxmlformats.org/drawingml/2006/main">
            <a:pathLst>
              <a:path w="22485" h="476">
                <a:moveTo>
                  <a:pt x="0" y="0"/>
                </a:moveTo>
                <a:lnTo>
                  <a:pt x="22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4" name="d-tree-epsilon-0.2-path-2060">
            <a:extLst xmlns:a="http://schemas.openxmlformats.org/drawingml/2006/main">
              <a:ext uri="{FF2B5EF4-FFF2-40B4-BE49-F238E27FC236}">
                <a16:creationId xmlns:a16="http://schemas.microsoft.com/office/drawing/2014/main" id="{2F20F50D-160A-4804-BD0C-B60A6E3D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492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5" name="d-tree-epsilon-0.2-path-2061">
            <a:extLst xmlns:a="http://schemas.openxmlformats.org/drawingml/2006/main">
              <a:ext uri="{FF2B5EF4-FFF2-40B4-BE49-F238E27FC236}">
                <a16:creationId xmlns:a16="http://schemas.microsoft.com/office/drawing/2014/main" id="{F89ACD41-6ED0-4BD0-9E61-D35F9D6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57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6" name="d-tree-epsilon-0.2-path-2062">
            <a:extLst xmlns:a="http://schemas.openxmlformats.org/drawingml/2006/main">
              <a:ext uri="{FF2B5EF4-FFF2-40B4-BE49-F238E27FC236}">
                <a16:creationId xmlns:a16="http://schemas.microsoft.com/office/drawing/2014/main" id="{B015E7A5-E0B7-409E-9B42-B5E2068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4924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7" name="d-tree-epsilon-0.2-path-2063">
            <a:extLst xmlns:a="http://schemas.openxmlformats.org/drawingml/2006/main">
              <a:ext uri="{FF2B5EF4-FFF2-40B4-BE49-F238E27FC236}">
                <a16:creationId xmlns:a16="http://schemas.microsoft.com/office/drawing/2014/main" id="{0941B617-53C8-4C61-9A42-687AA8C9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15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8" name="d-tree-epsilon-0.2-path-2064">
            <a:extLst xmlns:a="http://schemas.openxmlformats.org/drawingml/2006/main">
              <a:ext uri="{FF2B5EF4-FFF2-40B4-BE49-F238E27FC236}">
                <a16:creationId xmlns:a16="http://schemas.microsoft.com/office/drawing/2014/main" id="{62153C19-36E8-4F2E-950F-4D95E5F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180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19" name="d-tree-epsilon-0.2-path-2065">
            <a:extLst xmlns:a="http://schemas.openxmlformats.org/drawingml/2006/main">
              <a:ext uri="{FF2B5EF4-FFF2-40B4-BE49-F238E27FC236}">
                <a16:creationId xmlns:a16="http://schemas.microsoft.com/office/drawing/2014/main" id="{AEE7AA58-0A58-484C-BB1A-811BBBD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152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0" name="d-tree-epsilon-0.2-path-2066">
            <a:extLst xmlns:a="http://schemas.openxmlformats.org/drawingml/2006/main">
              <a:ext uri="{FF2B5EF4-FFF2-40B4-BE49-F238E27FC236}">
                <a16:creationId xmlns:a16="http://schemas.microsoft.com/office/drawing/2014/main" id="{FED81891-D2BD-4488-810A-53540E4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033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1" name="d-tree-epsilon-0.2-path-2067">
            <a:extLst xmlns:a="http://schemas.openxmlformats.org/drawingml/2006/main">
              <a:ext uri="{FF2B5EF4-FFF2-40B4-BE49-F238E27FC236}">
                <a16:creationId xmlns:a16="http://schemas.microsoft.com/office/drawing/2014/main" id="{88098472-7E11-4993-A273-74BF77D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68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2122" name="d-tree-epsilon-0.2-path-2068">
            <a:extLst xmlns:a="http://schemas.openxmlformats.org/drawingml/2006/main">
              <a:ext uri="{FF2B5EF4-FFF2-40B4-BE49-F238E27FC236}">
                <a16:creationId xmlns:a16="http://schemas.microsoft.com/office/drawing/2014/main" id="{EFB5C3B4-E4F0-41E6-90C4-C9936606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033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3" name="d-tree-epsilon-0.2-path-2069">
            <a:extLst xmlns:a="http://schemas.openxmlformats.org/drawingml/2006/main">
              <a:ext uri="{FF2B5EF4-FFF2-40B4-BE49-F238E27FC236}">
                <a16:creationId xmlns:a16="http://schemas.microsoft.com/office/drawing/2014/main" id="{781E3A90-FC5C-46BE-A91E-A7A3B537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91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4" name="d-tree-epsilon-0.2-path-2070">
            <a:extLst xmlns:a="http://schemas.openxmlformats.org/drawingml/2006/main">
              <a:ext uri="{FF2B5EF4-FFF2-40B4-BE49-F238E27FC236}">
                <a16:creationId xmlns:a16="http://schemas.microsoft.com/office/drawing/2014/main" id="{828F247B-6C32-4BEB-BDA5-92951D25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56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5" name="d-tree-epsilon-0.2-path-2071">
            <a:extLst xmlns:a="http://schemas.openxmlformats.org/drawingml/2006/main">
              <a:ext uri="{FF2B5EF4-FFF2-40B4-BE49-F238E27FC236}">
                <a16:creationId xmlns:a16="http://schemas.microsoft.com/office/drawing/2014/main" id="{48B9E98C-B5FC-453F-B035-5396A1D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915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6" name="d-tree-epsilon-0.2-path-2072">
            <a:extLst xmlns:a="http://schemas.openxmlformats.org/drawingml/2006/main">
              <a:ext uri="{FF2B5EF4-FFF2-40B4-BE49-F238E27FC236}">
                <a16:creationId xmlns:a16="http://schemas.microsoft.com/office/drawing/2014/main" id="{0373BABE-1DD5-4BAA-9EE8-B71AA09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6262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7" name="d-tree-epsilon-0.2-path-2073">
            <a:extLst xmlns:a="http://schemas.openxmlformats.org/drawingml/2006/main">
              <a:ext uri="{FF2B5EF4-FFF2-40B4-BE49-F238E27FC236}">
                <a16:creationId xmlns:a16="http://schemas.microsoft.com/office/drawing/2014/main" id="{33564BDF-D169-4ADE-A075-8E679EB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0741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8" name="d-tree-epsilon-0.2-path-2074">
            <a:extLst xmlns:a="http://schemas.openxmlformats.org/drawingml/2006/main">
              <a:ext uri="{FF2B5EF4-FFF2-40B4-BE49-F238E27FC236}">
                <a16:creationId xmlns:a16="http://schemas.microsoft.com/office/drawing/2014/main" id="{6E005B5F-B5D7-4A91-90C7-EC4CC3E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6262" y="6123088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29" name="d-tree-epsilon-0.2-path-2075">
            <a:extLst xmlns:a="http://schemas.openxmlformats.org/drawingml/2006/main">
              <a:ext uri="{FF2B5EF4-FFF2-40B4-BE49-F238E27FC236}">
                <a16:creationId xmlns:a16="http://schemas.microsoft.com/office/drawing/2014/main" id="{7B7572D1-F689-4AE6-A668-459C9BE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3501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0" name="d-tree-epsilon-0.2-path-2076">
            <a:extLst xmlns:a="http://schemas.openxmlformats.org/drawingml/2006/main">
              <a:ext uri="{FF2B5EF4-FFF2-40B4-BE49-F238E27FC236}">
                <a16:creationId xmlns:a16="http://schemas.microsoft.com/office/drawing/2014/main" id="{E8C24B42-8BAF-479B-8B83-53FFB848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222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1" name="d-tree-epsilon-0.2-path-2077">
            <a:extLst xmlns:a="http://schemas.openxmlformats.org/drawingml/2006/main">
              <a:ext uri="{FF2B5EF4-FFF2-40B4-BE49-F238E27FC236}">
                <a16:creationId xmlns:a16="http://schemas.microsoft.com/office/drawing/2014/main" id="{4AF1D396-F6D3-4798-B5EF-FAEB33A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3501" y="6100523"/>
            <a:ext cx="21721" cy="476"/>
          </a:xfrm>
          <a:custGeom xmlns:a="http://schemas.openxmlformats.org/drawingml/2006/main">
            <a:pathLst>
              <a:path w="18880" h="476">
                <a:moveTo>
                  <a:pt x="0" y="0"/>
                </a:moveTo>
                <a:lnTo>
                  <a:pt x="188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2" name="d-tree-epsilon-0.2-path-2078">
            <a:extLst xmlns:a="http://schemas.openxmlformats.org/drawingml/2006/main">
              <a:ext uri="{FF2B5EF4-FFF2-40B4-BE49-F238E27FC236}">
                <a16:creationId xmlns:a16="http://schemas.microsoft.com/office/drawing/2014/main" id="{0E691582-1AA8-4A9E-AF65-619EE49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073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3" name="d-tree-epsilon-0.2-path-2079">
            <a:extLst xmlns:a="http://schemas.openxmlformats.org/drawingml/2006/main">
              <a:ext uri="{FF2B5EF4-FFF2-40B4-BE49-F238E27FC236}">
                <a16:creationId xmlns:a16="http://schemas.microsoft.com/office/drawing/2014/main" id="{17F97424-B33C-4823-8DB2-03DEDBE6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9726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4" name="d-tree-epsilon-0.2-path-2080">
            <a:extLst xmlns:a="http://schemas.openxmlformats.org/drawingml/2006/main">
              <a:ext uri="{FF2B5EF4-FFF2-40B4-BE49-F238E27FC236}">
                <a16:creationId xmlns:a16="http://schemas.microsoft.com/office/drawing/2014/main" id="{08F87D1A-31EA-4FC3-872B-CEDC70A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9380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5" name="d-tree-epsilon-0.2-path-2081">
            <a:extLst xmlns:a="http://schemas.openxmlformats.org/drawingml/2006/main">
              <a:ext uri="{FF2B5EF4-FFF2-40B4-BE49-F238E27FC236}">
                <a16:creationId xmlns:a16="http://schemas.microsoft.com/office/drawing/2014/main" id="{0E7AA3C6-C8C9-40B2-97C5-54BADDF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3860" y="6077958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6" name="d-tree-epsilon-0.2-path-2082">
            <a:extLst xmlns:a="http://schemas.openxmlformats.org/drawingml/2006/main">
              <a:ext uri="{FF2B5EF4-FFF2-40B4-BE49-F238E27FC236}">
                <a16:creationId xmlns:a16="http://schemas.microsoft.com/office/drawing/2014/main" id="{AE88C4CC-A5E4-48BB-9860-7A1A05D3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8340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7" name="d-tree-epsilon-0.2-path-2083">
            <a:extLst xmlns:a="http://schemas.openxmlformats.org/drawingml/2006/main">
              <a:ext uri="{FF2B5EF4-FFF2-40B4-BE49-F238E27FC236}">
                <a16:creationId xmlns:a16="http://schemas.microsoft.com/office/drawing/2014/main" id="{F649D694-DE9E-449A-9E50-994F6210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994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8" name="d-tree-epsilon-0.2-path-2084">
            <a:extLst xmlns:a="http://schemas.openxmlformats.org/drawingml/2006/main">
              <a:ext uri="{FF2B5EF4-FFF2-40B4-BE49-F238E27FC236}">
                <a16:creationId xmlns:a16="http://schemas.microsoft.com/office/drawing/2014/main" id="{5815711B-915B-419A-A244-7483009D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647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39" name="d-tree-epsilon-0.2-path-2085">
            <a:extLst xmlns:a="http://schemas.openxmlformats.org/drawingml/2006/main">
              <a:ext uri="{FF2B5EF4-FFF2-40B4-BE49-F238E27FC236}">
                <a16:creationId xmlns:a16="http://schemas.microsoft.com/office/drawing/2014/main" id="{70669EA8-5CE2-4277-82B5-5FC835FA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30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0" name="d-tree-epsilon-0.2-path-2086">
            <a:extLst xmlns:a="http://schemas.openxmlformats.org/drawingml/2006/main">
              <a:ext uri="{FF2B5EF4-FFF2-40B4-BE49-F238E27FC236}">
                <a16:creationId xmlns:a16="http://schemas.microsoft.com/office/drawing/2014/main" id="{9B8D0513-C33E-4765-AF70-836B62EF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955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1" name="d-tree-epsilon-0.2-path-2087">
            <a:extLst xmlns:a="http://schemas.openxmlformats.org/drawingml/2006/main">
              <a:ext uri="{FF2B5EF4-FFF2-40B4-BE49-F238E27FC236}">
                <a16:creationId xmlns:a16="http://schemas.microsoft.com/office/drawing/2014/main" id="{028528CA-098E-4C5E-BBBB-4DBAAEF2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6608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2" name="d-tree-epsilon-0.2-path-2088">
            <a:extLst xmlns:a="http://schemas.openxmlformats.org/drawingml/2006/main">
              <a:ext uri="{FF2B5EF4-FFF2-40B4-BE49-F238E27FC236}">
                <a16:creationId xmlns:a16="http://schemas.microsoft.com/office/drawing/2014/main" id="{264E5E79-8EAD-4FAD-BD77-2A8AD890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4362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3" name="d-tree-epsilon-0.2-path-2089">
            <a:extLst xmlns:a="http://schemas.openxmlformats.org/drawingml/2006/main">
              <a:ext uri="{FF2B5EF4-FFF2-40B4-BE49-F238E27FC236}">
                <a16:creationId xmlns:a16="http://schemas.microsoft.com/office/drawing/2014/main" id="{17E79234-FC3C-47C4-A646-FDEE0A2C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4876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4" name="d-tree-epsilon-0.2-path-2090">
            <a:extLst xmlns:a="http://schemas.openxmlformats.org/drawingml/2006/main">
              <a:ext uri="{FF2B5EF4-FFF2-40B4-BE49-F238E27FC236}">
                <a16:creationId xmlns:a16="http://schemas.microsoft.com/office/drawing/2014/main" id="{70E34A2A-A152-417F-B2CE-92451E0F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529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5" name="d-tree-epsilon-0.2-path-2091">
            <a:extLst xmlns:a="http://schemas.openxmlformats.org/drawingml/2006/main">
              <a:ext uri="{FF2B5EF4-FFF2-40B4-BE49-F238E27FC236}">
                <a16:creationId xmlns:a16="http://schemas.microsoft.com/office/drawing/2014/main" id="{0237138D-A2A6-4E5D-914A-30475B0D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073" y="6077958"/>
            <a:ext cx="154455" cy="476"/>
          </a:xfrm>
          <a:custGeom xmlns:a="http://schemas.openxmlformats.org/drawingml/2006/main">
            <a:pathLst>
              <a:path w="134255" h="476">
                <a:moveTo>
                  <a:pt x="0" y="0"/>
                </a:moveTo>
                <a:lnTo>
                  <a:pt x="134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6" name="d-tree-epsilon-0.2-path-2092">
            <a:extLst xmlns:a="http://schemas.openxmlformats.org/drawingml/2006/main">
              <a:ext uri="{FF2B5EF4-FFF2-40B4-BE49-F238E27FC236}">
                <a16:creationId xmlns:a16="http://schemas.microsoft.com/office/drawing/2014/main" id="{4800F596-8664-4ECB-873F-6F7F2950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3722" y="596513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7" name="d-tree-epsilon-0.2-path-2093">
            <a:extLst xmlns:a="http://schemas.openxmlformats.org/drawingml/2006/main">
              <a:ext uri="{FF2B5EF4-FFF2-40B4-BE49-F238E27FC236}">
                <a16:creationId xmlns:a16="http://schemas.microsoft.com/office/drawing/2014/main" id="{D9DD76D9-7DD8-448F-92D3-D2C1DEC8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310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8" name="d-tree-epsilon-0.2-path-2094">
            <a:extLst xmlns:a="http://schemas.openxmlformats.org/drawingml/2006/main">
              <a:ext uri="{FF2B5EF4-FFF2-40B4-BE49-F238E27FC236}">
                <a16:creationId xmlns:a16="http://schemas.microsoft.com/office/drawing/2014/main" id="{7210642E-5860-4E42-858A-C5EC23D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5964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49" name="d-tree-epsilon-0.2-path-2095">
            <a:extLst xmlns:a="http://schemas.openxmlformats.org/drawingml/2006/main">
              <a:ext uri="{FF2B5EF4-FFF2-40B4-BE49-F238E27FC236}">
                <a16:creationId xmlns:a16="http://schemas.microsoft.com/office/drawing/2014/main" id="{0AEE5CD0-EC81-448A-AD62-7AE0FA7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617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0" name="d-tree-epsilon-0.2-path-2096">
            <a:extLst xmlns:a="http://schemas.openxmlformats.org/drawingml/2006/main">
              <a:ext uri="{FF2B5EF4-FFF2-40B4-BE49-F238E27FC236}">
                <a16:creationId xmlns:a16="http://schemas.microsoft.com/office/drawing/2014/main" id="{248D2794-3DD9-405C-8ED5-528F7AA6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271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1" name="d-tree-epsilon-0.2-path-2097">
            <a:extLst xmlns:a="http://schemas.openxmlformats.org/drawingml/2006/main">
              <a:ext uri="{FF2B5EF4-FFF2-40B4-BE49-F238E27FC236}">
                <a16:creationId xmlns:a16="http://schemas.microsoft.com/office/drawing/2014/main" id="{4FA2BB98-DF7A-4CCD-8203-71B3DBF6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751" y="5965132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2" name="d-tree-epsilon-0.2-path-2098">
            <a:extLst xmlns:a="http://schemas.openxmlformats.org/drawingml/2006/main">
              <a:ext uri="{FF2B5EF4-FFF2-40B4-BE49-F238E27FC236}">
                <a16:creationId xmlns:a16="http://schemas.microsoft.com/office/drawing/2014/main" id="{3C8466DB-6C76-40A1-AEDF-5439688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4231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3" name="d-tree-epsilon-0.2-path-2099">
            <a:extLst xmlns:a="http://schemas.openxmlformats.org/drawingml/2006/main">
              <a:ext uri="{FF2B5EF4-FFF2-40B4-BE49-F238E27FC236}">
                <a16:creationId xmlns:a16="http://schemas.microsoft.com/office/drawing/2014/main" id="{7AA48A04-E8E5-4F4C-B4E9-5F90C14D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884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4" name="d-tree-epsilon-0.2-path-2100">
            <a:extLst xmlns:a="http://schemas.openxmlformats.org/drawingml/2006/main">
              <a:ext uri="{FF2B5EF4-FFF2-40B4-BE49-F238E27FC236}">
                <a16:creationId xmlns:a16="http://schemas.microsoft.com/office/drawing/2014/main" id="{EEA3A0C6-D295-4468-ADB2-5F97837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3537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5" name="d-tree-epsilon-0.2-path-2101">
            <a:extLst xmlns:a="http://schemas.openxmlformats.org/drawingml/2006/main">
              <a:ext uri="{FF2B5EF4-FFF2-40B4-BE49-F238E27FC236}">
                <a16:creationId xmlns:a16="http://schemas.microsoft.com/office/drawing/2014/main" id="{9E8A8E6D-5B33-4FFA-A3FD-90824FD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3191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6" name="d-tree-epsilon-0.2-path-2102">
            <a:extLst xmlns:a="http://schemas.openxmlformats.org/drawingml/2006/main">
              <a:ext uri="{FF2B5EF4-FFF2-40B4-BE49-F238E27FC236}">
                <a16:creationId xmlns:a16="http://schemas.microsoft.com/office/drawing/2014/main" id="{7474EB65-64F4-4E73-A686-E9B1FFF2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844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7" name="d-tree-epsilon-0.2-path-2103">
            <a:extLst xmlns:a="http://schemas.openxmlformats.org/drawingml/2006/main">
              <a:ext uri="{FF2B5EF4-FFF2-40B4-BE49-F238E27FC236}">
                <a16:creationId xmlns:a16="http://schemas.microsoft.com/office/drawing/2014/main" id="{505030E1-364A-43DD-86B6-EAD89A0B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498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8" name="d-tree-epsilon-0.2-path-2104">
            <a:extLst xmlns:a="http://schemas.openxmlformats.org/drawingml/2006/main">
              <a:ext uri="{FF2B5EF4-FFF2-40B4-BE49-F238E27FC236}">
                <a16:creationId xmlns:a16="http://schemas.microsoft.com/office/drawing/2014/main" id="{5B3F0C80-C1DC-4D47-A3B8-334F6F3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6979" y="5965132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59" name="d-tree-epsilon-0.2-path-2105">
            <a:extLst xmlns:a="http://schemas.openxmlformats.org/drawingml/2006/main">
              <a:ext uri="{FF2B5EF4-FFF2-40B4-BE49-F238E27FC236}">
                <a16:creationId xmlns:a16="http://schemas.microsoft.com/office/drawing/2014/main" id="{15C7FA16-C425-46DF-BE1B-C29E8D6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1459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0" name="d-tree-epsilon-0.2-path-2106">
            <a:extLst xmlns:a="http://schemas.openxmlformats.org/drawingml/2006/main">
              <a:ext uri="{FF2B5EF4-FFF2-40B4-BE49-F238E27FC236}">
                <a16:creationId xmlns:a16="http://schemas.microsoft.com/office/drawing/2014/main" id="{BF6924C7-E26C-44F6-BAD4-2FD4A4D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112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1" name="d-tree-epsilon-0.2-path-2107">
            <a:extLst xmlns:a="http://schemas.openxmlformats.org/drawingml/2006/main">
              <a:ext uri="{FF2B5EF4-FFF2-40B4-BE49-F238E27FC236}">
                <a16:creationId xmlns:a16="http://schemas.microsoft.com/office/drawing/2014/main" id="{14660A57-462A-43A9-8ACC-A78888A9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0766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2" name="d-tree-epsilon-0.2-path-2108">
            <a:extLst xmlns:a="http://schemas.openxmlformats.org/drawingml/2006/main">
              <a:ext uri="{FF2B5EF4-FFF2-40B4-BE49-F238E27FC236}">
                <a16:creationId xmlns:a16="http://schemas.microsoft.com/office/drawing/2014/main" id="{1B4B923C-D33D-47C0-AF7E-5A04AC7D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419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3" name="d-tree-epsilon-0.2-path-2109">
            <a:extLst xmlns:a="http://schemas.openxmlformats.org/drawingml/2006/main">
              <a:ext uri="{FF2B5EF4-FFF2-40B4-BE49-F238E27FC236}">
                <a16:creationId xmlns:a16="http://schemas.microsoft.com/office/drawing/2014/main" id="{EBE0C8B5-624E-4EC7-B720-8237E96B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301" y="5965132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4" name="d-tree-epsilon-0.2-path-2110">
            <a:extLst xmlns:a="http://schemas.openxmlformats.org/drawingml/2006/main">
              <a:ext uri="{FF2B5EF4-FFF2-40B4-BE49-F238E27FC236}">
                <a16:creationId xmlns:a16="http://schemas.microsoft.com/office/drawing/2014/main" id="{F0BE36E2-502E-4F62-95E8-33D62F5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3722" y="5965132"/>
            <a:ext cx="273579" cy="476"/>
          </a:xfrm>
          <a:custGeom xmlns:a="http://schemas.openxmlformats.org/drawingml/2006/main">
            <a:pathLst>
              <a:path w="237799" h="476">
                <a:moveTo>
                  <a:pt x="0" y="0"/>
                </a:moveTo>
                <a:lnTo>
                  <a:pt x="237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5" name="d-tree-epsilon-0.2-path-2111">
            <a:extLst xmlns:a="http://schemas.openxmlformats.org/drawingml/2006/main">
              <a:ext uri="{FF2B5EF4-FFF2-40B4-BE49-F238E27FC236}">
                <a16:creationId xmlns:a16="http://schemas.microsoft.com/office/drawing/2014/main" id="{ACD421D1-2774-4C46-8705-2B67B427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754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6" name="d-tree-epsilon-0.2-path-2112">
            <a:extLst xmlns:a="http://schemas.openxmlformats.org/drawingml/2006/main">
              <a:ext uri="{FF2B5EF4-FFF2-40B4-BE49-F238E27FC236}">
                <a16:creationId xmlns:a16="http://schemas.microsoft.com/office/drawing/2014/main" id="{671B7F7D-694F-4B00-9C68-BCC6275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408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7" name="d-tree-epsilon-0.2-path-2113">
            <a:extLst xmlns:a="http://schemas.openxmlformats.org/drawingml/2006/main">
              <a:ext uri="{FF2B5EF4-FFF2-40B4-BE49-F238E27FC236}">
                <a16:creationId xmlns:a16="http://schemas.microsoft.com/office/drawing/2014/main" id="{F1BA80A5-80CB-4322-AA22-9F836FDB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061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8" name="d-tree-epsilon-0.2-path-2114">
            <a:extLst xmlns:a="http://schemas.openxmlformats.org/drawingml/2006/main">
              <a:ext uri="{FF2B5EF4-FFF2-40B4-BE49-F238E27FC236}">
                <a16:creationId xmlns:a16="http://schemas.microsoft.com/office/drawing/2014/main" id="{DFE64AB2-C295-4570-89C4-4BD2613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6575" y="5942567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69" name="d-tree-epsilon-0.2-path-2115">
            <a:extLst xmlns:a="http://schemas.openxmlformats.org/drawingml/2006/main">
              <a:ext uri="{FF2B5EF4-FFF2-40B4-BE49-F238E27FC236}">
                <a16:creationId xmlns:a16="http://schemas.microsoft.com/office/drawing/2014/main" id="{33FD408E-C7E4-4A5B-ACC1-6FEFE50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329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0" name="d-tree-epsilon-0.2-path-2116">
            <a:extLst xmlns:a="http://schemas.openxmlformats.org/drawingml/2006/main">
              <a:ext uri="{FF2B5EF4-FFF2-40B4-BE49-F238E27FC236}">
                <a16:creationId xmlns:a16="http://schemas.microsoft.com/office/drawing/2014/main" id="{7E6C30D2-E1C7-4914-9F22-A710931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982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1" name="d-tree-epsilon-0.2-path-2117">
            <a:extLst xmlns:a="http://schemas.openxmlformats.org/drawingml/2006/main">
              <a:ext uri="{FF2B5EF4-FFF2-40B4-BE49-F238E27FC236}">
                <a16:creationId xmlns:a16="http://schemas.microsoft.com/office/drawing/2014/main" id="{919EFC14-3402-48F0-99C9-7EC0DFC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3635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2" name="d-tree-epsilon-0.2-path-2118">
            <a:extLst xmlns:a="http://schemas.openxmlformats.org/drawingml/2006/main">
              <a:ext uri="{FF2B5EF4-FFF2-40B4-BE49-F238E27FC236}">
                <a16:creationId xmlns:a16="http://schemas.microsoft.com/office/drawing/2014/main" id="{94DE5746-A2C5-4BDF-B2FE-42B7424F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288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3" name="d-tree-epsilon-0.2-path-2119">
            <a:extLst xmlns:a="http://schemas.openxmlformats.org/drawingml/2006/main">
              <a:ext uri="{FF2B5EF4-FFF2-40B4-BE49-F238E27FC236}">
                <a16:creationId xmlns:a16="http://schemas.microsoft.com/office/drawing/2014/main" id="{BCB79EDB-0751-4F6F-B93D-DE9DD62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2942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4" name="d-tree-epsilon-0.2-path-2120">
            <a:extLst xmlns:a="http://schemas.openxmlformats.org/drawingml/2006/main">
              <a:ext uri="{FF2B5EF4-FFF2-40B4-BE49-F238E27FC236}">
                <a16:creationId xmlns:a16="http://schemas.microsoft.com/office/drawing/2014/main" id="{CA15A7A6-DC76-4585-B4CF-B083187F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595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5" name="d-tree-epsilon-0.2-path-2121">
            <a:extLst xmlns:a="http://schemas.openxmlformats.org/drawingml/2006/main">
              <a:ext uri="{FF2B5EF4-FFF2-40B4-BE49-F238E27FC236}">
                <a16:creationId xmlns:a16="http://schemas.microsoft.com/office/drawing/2014/main" id="{DA597633-6A7F-4009-975C-E5034E4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249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6" name="d-tree-epsilon-0.2-path-2122">
            <a:extLst xmlns:a="http://schemas.openxmlformats.org/drawingml/2006/main">
              <a:ext uri="{FF2B5EF4-FFF2-40B4-BE49-F238E27FC236}">
                <a16:creationId xmlns:a16="http://schemas.microsoft.com/office/drawing/2014/main" id="{C71EDF82-940C-483E-A97A-BC953ED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1902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7" name="d-tree-epsilon-0.2-path-2123">
            <a:extLst xmlns:a="http://schemas.openxmlformats.org/drawingml/2006/main">
              <a:ext uri="{FF2B5EF4-FFF2-40B4-BE49-F238E27FC236}">
                <a16:creationId xmlns:a16="http://schemas.microsoft.com/office/drawing/2014/main" id="{D2E3433A-75AB-4CD5-B1E4-5312066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6383" y="5942567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8" name="d-tree-epsilon-0.2-path-2124">
            <a:extLst xmlns:a="http://schemas.openxmlformats.org/drawingml/2006/main">
              <a:ext uri="{FF2B5EF4-FFF2-40B4-BE49-F238E27FC236}">
                <a16:creationId xmlns:a16="http://schemas.microsoft.com/office/drawing/2014/main" id="{034D9554-C0D5-4713-8CC9-7A48E8EC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0863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79" name="d-tree-epsilon-0.2-path-2125">
            <a:extLst xmlns:a="http://schemas.openxmlformats.org/drawingml/2006/main">
              <a:ext uri="{FF2B5EF4-FFF2-40B4-BE49-F238E27FC236}">
                <a16:creationId xmlns:a16="http://schemas.microsoft.com/office/drawing/2014/main" id="{FF7BCE65-2BBB-4E19-BFB1-74E7A2B0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0517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0" name="d-tree-epsilon-0.2-path-2126">
            <a:extLst xmlns:a="http://schemas.openxmlformats.org/drawingml/2006/main">
              <a:ext uri="{FF2B5EF4-FFF2-40B4-BE49-F238E27FC236}">
                <a16:creationId xmlns:a16="http://schemas.microsoft.com/office/drawing/2014/main" id="{A97BBAD1-693C-4167-B38A-F5288254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0170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1" name="d-tree-epsilon-0.2-path-2127">
            <a:extLst xmlns:a="http://schemas.openxmlformats.org/drawingml/2006/main">
              <a:ext uri="{FF2B5EF4-FFF2-40B4-BE49-F238E27FC236}">
                <a16:creationId xmlns:a16="http://schemas.microsoft.com/office/drawing/2014/main" id="{B18082D2-D31C-439F-A277-5895FD14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9824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2" name="d-tree-epsilon-0.2-path-2128">
            <a:extLst xmlns:a="http://schemas.openxmlformats.org/drawingml/2006/main">
              <a:ext uri="{FF2B5EF4-FFF2-40B4-BE49-F238E27FC236}">
                <a16:creationId xmlns:a16="http://schemas.microsoft.com/office/drawing/2014/main" id="{D11361D0-DE9B-4921-A917-F331914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477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3" name="d-tree-epsilon-0.2-path-2129">
            <a:extLst xmlns:a="http://schemas.openxmlformats.org/drawingml/2006/main">
              <a:ext uri="{FF2B5EF4-FFF2-40B4-BE49-F238E27FC236}">
                <a16:creationId xmlns:a16="http://schemas.microsoft.com/office/drawing/2014/main" id="{31A08662-F4DB-42AC-A10B-4F36838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958" y="5942567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4" name="d-tree-epsilon-0.2-path-2130">
            <a:extLst xmlns:a="http://schemas.openxmlformats.org/drawingml/2006/main">
              <a:ext uri="{FF2B5EF4-FFF2-40B4-BE49-F238E27FC236}">
                <a16:creationId xmlns:a16="http://schemas.microsoft.com/office/drawing/2014/main" id="{FC5AA8F1-8E1C-4DF4-8E53-DACD2ED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38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5" name="d-tree-epsilon-0.2-path-2131">
            <a:extLst xmlns:a="http://schemas.openxmlformats.org/drawingml/2006/main">
              <a:ext uri="{FF2B5EF4-FFF2-40B4-BE49-F238E27FC236}">
                <a16:creationId xmlns:a16="http://schemas.microsoft.com/office/drawing/2014/main" id="{FC8A8369-58F6-40E6-965C-19DBCDB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8091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6" name="d-tree-epsilon-0.2-path-2132">
            <a:extLst xmlns:a="http://schemas.openxmlformats.org/drawingml/2006/main">
              <a:ext uri="{FF2B5EF4-FFF2-40B4-BE49-F238E27FC236}">
                <a16:creationId xmlns:a16="http://schemas.microsoft.com/office/drawing/2014/main" id="{86707112-9798-46C1-9D40-D9AE4457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745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7" name="d-tree-epsilon-0.2-path-2133">
            <a:extLst xmlns:a="http://schemas.openxmlformats.org/drawingml/2006/main">
              <a:ext uri="{FF2B5EF4-FFF2-40B4-BE49-F238E27FC236}">
                <a16:creationId xmlns:a16="http://schemas.microsoft.com/office/drawing/2014/main" id="{6D7BD047-454F-422C-8E7A-9A5895AF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398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8" name="d-tree-epsilon-0.2-path-2134">
            <a:extLst xmlns:a="http://schemas.openxmlformats.org/drawingml/2006/main">
              <a:ext uri="{FF2B5EF4-FFF2-40B4-BE49-F238E27FC236}">
                <a16:creationId xmlns:a16="http://schemas.microsoft.com/office/drawing/2014/main" id="{E7A1B45C-6D01-4B67-8A1C-C033F94D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052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89" name="d-tree-epsilon-0.2-path-2135">
            <a:extLst xmlns:a="http://schemas.openxmlformats.org/drawingml/2006/main">
              <a:ext uri="{FF2B5EF4-FFF2-40B4-BE49-F238E27FC236}">
                <a16:creationId xmlns:a16="http://schemas.microsoft.com/office/drawing/2014/main" id="{B88E29E0-C584-441C-B691-5A020A0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705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0" name="d-tree-epsilon-0.2-path-2136">
            <a:extLst xmlns:a="http://schemas.openxmlformats.org/drawingml/2006/main">
              <a:ext uri="{FF2B5EF4-FFF2-40B4-BE49-F238E27FC236}">
                <a16:creationId xmlns:a16="http://schemas.microsoft.com/office/drawing/2014/main" id="{367E45B6-6B7B-45E6-8911-93ACFF2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6359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1" name="d-tree-epsilon-0.2-path-2137">
            <a:extLst xmlns:a="http://schemas.openxmlformats.org/drawingml/2006/main">
              <a:ext uri="{FF2B5EF4-FFF2-40B4-BE49-F238E27FC236}">
                <a16:creationId xmlns:a16="http://schemas.microsoft.com/office/drawing/2014/main" id="{F1AC6E93-1087-447F-A916-8FE1D5A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012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2" name="d-tree-epsilon-0.2-path-2138">
            <a:extLst xmlns:a="http://schemas.openxmlformats.org/drawingml/2006/main">
              <a:ext uri="{FF2B5EF4-FFF2-40B4-BE49-F238E27FC236}">
                <a16:creationId xmlns:a16="http://schemas.microsoft.com/office/drawing/2014/main" id="{AAC60B6A-2F2D-492F-AD23-8CE71B4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666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3" name="d-tree-epsilon-0.2-path-2139">
            <a:extLst xmlns:a="http://schemas.openxmlformats.org/drawingml/2006/main">
              <a:ext uri="{FF2B5EF4-FFF2-40B4-BE49-F238E27FC236}">
                <a16:creationId xmlns:a16="http://schemas.microsoft.com/office/drawing/2014/main" id="{9B3C69EB-BBAA-4210-AEA5-2A2C136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320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4" name="d-tree-epsilon-0.2-path-2140">
            <a:extLst xmlns:a="http://schemas.openxmlformats.org/drawingml/2006/main">
              <a:ext uri="{FF2B5EF4-FFF2-40B4-BE49-F238E27FC236}">
                <a16:creationId xmlns:a16="http://schemas.microsoft.com/office/drawing/2014/main" id="{A3BAC0A9-E858-4B27-A869-9C7C86E0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973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5" name="d-tree-epsilon-0.2-path-2141">
            <a:extLst xmlns:a="http://schemas.openxmlformats.org/drawingml/2006/main">
              <a:ext uri="{FF2B5EF4-FFF2-40B4-BE49-F238E27FC236}">
                <a16:creationId xmlns:a16="http://schemas.microsoft.com/office/drawing/2014/main" id="{65AE96C3-14D5-4BCD-B94C-76E0DB0E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27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6" name="d-tree-epsilon-0.2-path-2142">
            <a:extLst xmlns:a="http://schemas.openxmlformats.org/drawingml/2006/main">
              <a:ext uri="{FF2B5EF4-FFF2-40B4-BE49-F238E27FC236}">
                <a16:creationId xmlns:a16="http://schemas.microsoft.com/office/drawing/2014/main" id="{CB3F74F8-C91B-4BCB-840F-528D8261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280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7" name="d-tree-epsilon-0.2-path-2143">
            <a:extLst xmlns:a="http://schemas.openxmlformats.org/drawingml/2006/main">
              <a:ext uri="{FF2B5EF4-FFF2-40B4-BE49-F238E27FC236}">
                <a16:creationId xmlns:a16="http://schemas.microsoft.com/office/drawing/2014/main" id="{2948CF72-F6C1-40E5-BA76-7C32C890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933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8" name="d-tree-epsilon-0.2-path-2144">
            <a:extLst xmlns:a="http://schemas.openxmlformats.org/drawingml/2006/main">
              <a:ext uri="{FF2B5EF4-FFF2-40B4-BE49-F238E27FC236}">
                <a16:creationId xmlns:a16="http://schemas.microsoft.com/office/drawing/2014/main" id="{8F664F63-470E-4A86-9E46-A312F27F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586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199" name="d-tree-epsilon-0.2-path-2145">
            <a:extLst xmlns:a="http://schemas.openxmlformats.org/drawingml/2006/main">
              <a:ext uri="{FF2B5EF4-FFF2-40B4-BE49-F238E27FC236}">
                <a16:creationId xmlns:a16="http://schemas.microsoft.com/office/drawing/2014/main" id="{B3C83A6A-F555-4C69-8222-D85DFA4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240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0" name="d-tree-epsilon-0.2-path-2146">
            <a:extLst xmlns:a="http://schemas.openxmlformats.org/drawingml/2006/main">
              <a:ext uri="{FF2B5EF4-FFF2-40B4-BE49-F238E27FC236}">
                <a16:creationId xmlns:a16="http://schemas.microsoft.com/office/drawing/2014/main" id="{595DF334-807B-4B84-BF2F-2106ADE0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893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1" name="d-tree-epsilon-0.2-path-2147">
            <a:extLst xmlns:a="http://schemas.openxmlformats.org/drawingml/2006/main">
              <a:ext uri="{FF2B5EF4-FFF2-40B4-BE49-F238E27FC236}">
                <a16:creationId xmlns:a16="http://schemas.microsoft.com/office/drawing/2014/main" id="{9591B8A0-0529-4AE2-893E-3D05A594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2547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2" name="d-tree-epsilon-0.2-path-2148">
            <a:extLst xmlns:a="http://schemas.openxmlformats.org/drawingml/2006/main">
              <a:ext uri="{FF2B5EF4-FFF2-40B4-BE49-F238E27FC236}">
                <a16:creationId xmlns:a16="http://schemas.microsoft.com/office/drawing/2014/main" id="{6B9788DA-9230-47E1-9CB5-6B9C46D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200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3" name="d-tree-epsilon-0.2-path-2149">
            <a:extLst xmlns:a="http://schemas.openxmlformats.org/drawingml/2006/main">
              <a:ext uri="{FF2B5EF4-FFF2-40B4-BE49-F238E27FC236}">
                <a16:creationId xmlns:a16="http://schemas.microsoft.com/office/drawing/2014/main" id="{27BF7B3F-518A-412C-B8E4-3139FC81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1854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4" name="d-tree-epsilon-0.2-path-2150">
            <a:extLst xmlns:a="http://schemas.openxmlformats.org/drawingml/2006/main">
              <a:ext uri="{FF2B5EF4-FFF2-40B4-BE49-F238E27FC236}">
                <a16:creationId xmlns:a16="http://schemas.microsoft.com/office/drawing/2014/main" id="{6D78038D-A392-4C33-93A8-21048AA4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6335" y="5942567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5" name="d-tree-epsilon-0.2-path-2151">
            <a:extLst xmlns:a="http://schemas.openxmlformats.org/drawingml/2006/main">
              <a:ext uri="{FF2B5EF4-FFF2-40B4-BE49-F238E27FC236}">
                <a16:creationId xmlns:a16="http://schemas.microsoft.com/office/drawing/2014/main" id="{4EDF3201-54AD-493B-A3ED-9809AEC8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0814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6" name="d-tree-epsilon-0.2-path-2152">
            <a:extLst xmlns:a="http://schemas.openxmlformats.org/drawingml/2006/main">
              <a:ext uri="{FF2B5EF4-FFF2-40B4-BE49-F238E27FC236}">
                <a16:creationId xmlns:a16="http://schemas.microsoft.com/office/drawing/2014/main" id="{4C14CF6F-8A75-4CCD-B9E9-5225C37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0468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7" name="d-tree-epsilon-0.2-path-2153">
            <a:extLst xmlns:a="http://schemas.openxmlformats.org/drawingml/2006/main">
              <a:ext uri="{FF2B5EF4-FFF2-40B4-BE49-F238E27FC236}">
                <a16:creationId xmlns:a16="http://schemas.microsoft.com/office/drawing/2014/main" id="{A2936BC7-CC55-4117-BCDC-ED91023D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0121" y="5942567"/>
            <a:ext cx="548" cy="225650"/>
          </a:xfrm>
          <a:custGeom xmlns:a="http://schemas.openxmlformats.org/drawingml/2006/main">
            <a:pathLst>
              <a:path w="476" h="225650">
                <a:moveTo>
                  <a:pt x="0" y="225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8" name="d-tree-epsilon-0.2-path-2154">
            <a:extLst xmlns:a="http://schemas.openxmlformats.org/drawingml/2006/main">
              <a:ext uri="{FF2B5EF4-FFF2-40B4-BE49-F238E27FC236}">
                <a16:creationId xmlns:a16="http://schemas.microsoft.com/office/drawing/2014/main" id="{5DDB2816-2847-4E48-9F2A-BB54BD3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511" y="594256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09" name="d-tree-epsilon-0.2-path-2155">
            <a:extLst xmlns:a="http://schemas.openxmlformats.org/drawingml/2006/main">
              <a:ext uri="{FF2B5EF4-FFF2-40B4-BE49-F238E27FC236}">
                <a16:creationId xmlns:a16="http://schemas.microsoft.com/office/drawing/2014/main" id="{5D2DE000-7892-4B0F-8154-B32D2C36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6754" y="5942567"/>
            <a:ext cx="683758" cy="476"/>
          </a:xfrm>
          <a:custGeom xmlns:a="http://schemas.openxmlformats.org/drawingml/2006/main">
            <a:pathLst>
              <a:path w="594333" h="476">
                <a:moveTo>
                  <a:pt x="0" y="0"/>
                </a:moveTo>
                <a:lnTo>
                  <a:pt x="594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0" name="d-tree-epsilon-0.2-path-2156">
            <a:extLst xmlns:a="http://schemas.openxmlformats.org/drawingml/2006/main">
              <a:ext uri="{FF2B5EF4-FFF2-40B4-BE49-F238E27FC236}">
                <a16:creationId xmlns:a16="http://schemas.microsoft.com/office/drawing/2014/main" id="{17D37757-8176-4CC1-AC13-E1064A8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314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1" name="d-tree-epsilon-0.2-path-2157">
            <a:extLst xmlns:a="http://schemas.openxmlformats.org/drawingml/2006/main">
              <a:ext uri="{FF2B5EF4-FFF2-40B4-BE49-F238E27FC236}">
                <a16:creationId xmlns:a16="http://schemas.microsoft.com/office/drawing/2014/main" id="{B770A294-7832-47B5-B2AD-2EE5CDD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279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2" name="d-tree-epsilon-0.2-path-2158">
            <a:extLst xmlns:a="http://schemas.openxmlformats.org/drawingml/2006/main">
              <a:ext uri="{FF2B5EF4-FFF2-40B4-BE49-F238E27FC236}">
                <a16:creationId xmlns:a16="http://schemas.microsoft.com/office/drawing/2014/main" id="{AA6B0CF8-AAD6-4853-B8FB-39B3E722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3142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3" name="d-tree-epsilon-0.2-path-2159">
            <a:extLst xmlns:a="http://schemas.openxmlformats.org/drawingml/2006/main">
              <a:ext uri="{FF2B5EF4-FFF2-40B4-BE49-F238E27FC236}">
                <a16:creationId xmlns:a16="http://schemas.microsoft.com/office/drawing/2014/main" id="{4E623EFA-A5B4-4575-8240-0597E15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3489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4" name="d-tree-epsilon-0.2-path-2160">
            <a:extLst xmlns:a="http://schemas.openxmlformats.org/drawingml/2006/main">
              <a:ext uri="{FF2B5EF4-FFF2-40B4-BE49-F238E27FC236}">
                <a16:creationId xmlns:a16="http://schemas.microsoft.com/office/drawing/2014/main" id="{AA9BAD31-BD8C-47EF-BD29-F42104A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970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5" name="d-tree-epsilon-0.2-path-2161">
            <a:extLst xmlns:a="http://schemas.openxmlformats.org/drawingml/2006/main">
              <a:ext uri="{FF2B5EF4-FFF2-40B4-BE49-F238E27FC236}">
                <a16:creationId xmlns:a16="http://schemas.microsoft.com/office/drawing/2014/main" id="{9FE6EB45-4048-4548-A810-67299DC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3489" y="6123088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6" name="d-tree-epsilon-0.2-path-2162">
            <a:extLst xmlns:a="http://schemas.openxmlformats.org/drawingml/2006/main">
              <a:ext uri="{FF2B5EF4-FFF2-40B4-BE49-F238E27FC236}">
                <a16:creationId xmlns:a16="http://schemas.microsoft.com/office/drawing/2014/main" id="{BACFCB08-A5B6-44DA-82DE-6757FC7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835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7" name="d-tree-epsilon-0.2-path-2163">
            <a:extLst xmlns:a="http://schemas.openxmlformats.org/drawingml/2006/main">
              <a:ext uri="{FF2B5EF4-FFF2-40B4-BE49-F238E27FC236}">
                <a16:creationId xmlns:a16="http://schemas.microsoft.com/office/drawing/2014/main" id="{8C07F07C-DE8D-40FF-AF04-EEF6CE24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730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8" name="d-tree-epsilon-0.2-path-2164">
            <a:extLst xmlns:a="http://schemas.openxmlformats.org/drawingml/2006/main">
              <a:ext uri="{FF2B5EF4-FFF2-40B4-BE49-F238E27FC236}">
                <a16:creationId xmlns:a16="http://schemas.microsoft.com/office/drawing/2014/main" id="{62F19187-8BC1-4162-BC17-AD42F3F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835" y="6100523"/>
            <a:ext cx="16893" cy="476"/>
          </a:xfrm>
          <a:custGeom xmlns:a="http://schemas.openxmlformats.org/drawingml/2006/main">
            <a:pathLst>
              <a:path w="14684" h="476">
                <a:moveTo>
                  <a:pt x="0" y="0"/>
                </a:moveTo>
                <a:lnTo>
                  <a:pt x="1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19" name="d-tree-epsilon-0.2-path-2165">
            <a:extLst xmlns:a="http://schemas.openxmlformats.org/drawingml/2006/main">
              <a:ext uri="{FF2B5EF4-FFF2-40B4-BE49-F238E27FC236}">
                <a16:creationId xmlns:a16="http://schemas.microsoft.com/office/drawing/2014/main" id="{404A6B12-F8D0-4E6B-A27F-1B1478D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44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0" name="d-tree-epsilon-0.2-path-2166">
            <a:extLst xmlns:a="http://schemas.openxmlformats.org/drawingml/2006/main">
              <a:ext uri="{FF2B5EF4-FFF2-40B4-BE49-F238E27FC236}">
                <a16:creationId xmlns:a16="http://schemas.microsoft.com/office/drawing/2014/main" id="{DAB11358-AAB1-4863-B22B-20FAA56A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103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1" name="d-tree-epsilon-0.2-path-2167">
            <a:extLst xmlns:a="http://schemas.openxmlformats.org/drawingml/2006/main">
              <a:ext uri="{FF2B5EF4-FFF2-40B4-BE49-F238E27FC236}">
                <a16:creationId xmlns:a16="http://schemas.microsoft.com/office/drawing/2014/main" id="{33B2DF9C-B99B-42C3-9092-0D176640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2449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2" name="d-tree-epsilon-0.2-path-2168">
            <a:extLst xmlns:a="http://schemas.openxmlformats.org/drawingml/2006/main">
              <a:ext uri="{FF2B5EF4-FFF2-40B4-BE49-F238E27FC236}">
                <a16:creationId xmlns:a16="http://schemas.microsoft.com/office/drawing/2014/main" id="{0FAA5A77-EA44-4B1C-B558-6766ADB2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75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3" name="d-tree-epsilon-0.2-path-2169">
            <a:extLst xmlns:a="http://schemas.openxmlformats.org/drawingml/2006/main">
              <a:ext uri="{FF2B5EF4-FFF2-40B4-BE49-F238E27FC236}">
                <a16:creationId xmlns:a16="http://schemas.microsoft.com/office/drawing/2014/main" id="{D764BA8D-769E-447E-85DF-DF08185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1410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4" name="d-tree-epsilon-0.2-path-2170">
            <a:extLst xmlns:a="http://schemas.openxmlformats.org/drawingml/2006/main">
              <a:ext uri="{FF2B5EF4-FFF2-40B4-BE49-F238E27FC236}">
                <a16:creationId xmlns:a16="http://schemas.microsoft.com/office/drawing/2014/main" id="{A96CEF95-36B5-4B19-93CB-084462AD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756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5" name="d-tree-epsilon-0.2-path-2171">
            <a:extLst xmlns:a="http://schemas.openxmlformats.org/drawingml/2006/main">
              <a:ext uri="{FF2B5EF4-FFF2-40B4-BE49-F238E27FC236}">
                <a16:creationId xmlns:a16="http://schemas.microsoft.com/office/drawing/2014/main" id="{75322EC8-1318-48EB-A3A8-A975B330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277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6" name="d-tree-epsilon-0.2-path-2172">
            <a:extLst xmlns:a="http://schemas.openxmlformats.org/drawingml/2006/main">
              <a:ext uri="{FF2B5EF4-FFF2-40B4-BE49-F238E27FC236}">
                <a16:creationId xmlns:a16="http://schemas.microsoft.com/office/drawing/2014/main" id="{313AE3EB-E38D-4969-A694-1003C83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584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7" name="d-tree-epsilon-0.2-path-2173">
            <a:extLst xmlns:a="http://schemas.openxmlformats.org/drawingml/2006/main">
              <a:ext uri="{FF2B5EF4-FFF2-40B4-BE49-F238E27FC236}">
                <a16:creationId xmlns:a16="http://schemas.microsoft.com/office/drawing/2014/main" id="{F23E937D-3231-43FC-B931-6AAF802A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277" y="6123088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8" name="d-tree-epsilon-0.2-path-2174">
            <a:extLst xmlns:a="http://schemas.openxmlformats.org/drawingml/2006/main">
              <a:ext uri="{FF2B5EF4-FFF2-40B4-BE49-F238E27FC236}">
                <a16:creationId xmlns:a16="http://schemas.microsoft.com/office/drawing/2014/main" id="{146AE4BE-F6F9-420E-840A-D0773FE0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930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29" name="d-tree-epsilon-0.2-path-2175">
            <a:extLst xmlns:a="http://schemas.openxmlformats.org/drawingml/2006/main">
              <a:ext uri="{FF2B5EF4-FFF2-40B4-BE49-F238E27FC236}">
                <a16:creationId xmlns:a16="http://schemas.microsoft.com/office/drawing/2014/main" id="{255EEF5C-DDD5-42C3-9193-0A24133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064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0" name="d-tree-epsilon-0.2-path-2176">
            <a:extLst xmlns:a="http://schemas.openxmlformats.org/drawingml/2006/main">
              <a:ext uri="{FF2B5EF4-FFF2-40B4-BE49-F238E27FC236}">
                <a16:creationId xmlns:a16="http://schemas.microsoft.com/office/drawing/2014/main" id="{745D4A9E-738F-4557-B1C6-1D5A7C93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0717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1" name="d-tree-epsilon-0.2-path-2177">
            <a:extLst xmlns:a="http://schemas.openxmlformats.org/drawingml/2006/main">
              <a:ext uri="{FF2B5EF4-FFF2-40B4-BE49-F238E27FC236}">
                <a16:creationId xmlns:a16="http://schemas.microsoft.com/office/drawing/2014/main" id="{0F2F4C81-84AC-4FCB-A390-3D66C97D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930" y="6100523"/>
            <a:ext cx="33787" cy="476"/>
          </a:xfrm>
          <a:custGeom xmlns:a="http://schemas.openxmlformats.org/drawingml/2006/main">
            <a:pathLst>
              <a:path w="29368" h="476">
                <a:moveTo>
                  <a:pt x="0" y="0"/>
                </a:moveTo>
                <a:lnTo>
                  <a:pt x="29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2" name="d-tree-epsilon-0.2-path-2178">
            <a:extLst xmlns:a="http://schemas.openxmlformats.org/drawingml/2006/main">
              <a:ext uri="{FF2B5EF4-FFF2-40B4-BE49-F238E27FC236}">
                <a16:creationId xmlns:a16="http://schemas.microsoft.com/office/drawing/2014/main" id="{CB22D6F0-4894-4329-A909-0DE561CA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3824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3" name="d-tree-epsilon-0.2-path-2179">
            <a:extLst xmlns:a="http://schemas.openxmlformats.org/drawingml/2006/main">
              <a:ext uri="{FF2B5EF4-FFF2-40B4-BE49-F238E27FC236}">
                <a16:creationId xmlns:a16="http://schemas.microsoft.com/office/drawing/2014/main" id="{1FC2FA8F-14A5-4E21-BD54-4B36C71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37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4" name="d-tree-epsilon-0.2-path-2180">
            <a:extLst xmlns:a="http://schemas.openxmlformats.org/drawingml/2006/main">
              <a:ext uri="{FF2B5EF4-FFF2-40B4-BE49-F238E27FC236}">
                <a16:creationId xmlns:a16="http://schemas.microsoft.com/office/drawing/2014/main" id="{40888005-6EEC-4331-95A6-963BDA87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3824" y="6077958"/>
            <a:ext cx="26547" cy="476"/>
          </a:xfrm>
          <a:custGeom xmlns:a="http://schemas.openxmlformats.org/drawingml/2006/main">
            <a:pathLst>
              <a:path w="23075" h="476">
                <a:moveTo>
                  <a:pt x="0" y="0"/>
                </a:moveTo>
                <a:lnTo>
                  <a:pt x="2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5" name="d-tree-epsilon-0.2-path-2181">
            <a:extLst xmlns:a="http://schemas.openxmlformats.org/drawingml/2006/main">
              <a:ext uri="{FF2B5EF4-FFF2-40B4-BE49-F238E27FC236}">
                <a16:creationId xmlns:a16="http://schemas.microsoft.com/office/drawing/2014/main" id="{9060E4D7-6E83-42C6-9281-79FF88CB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7098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6" name="d-tree-epsilon-0.2-path-2182">
            <a:extLst xmlns:a="http://schemas.openxmlformats.org/drawingml/2006/main">
              <a:ext uri="{FF2B5EF4-FFF2-40B4-BE49-F238E27FC236}">
                <a16:creationId xmlns:a16="http://schemas.microsoft.com/office/drawing/2014/main" id="{62C3CD51-6989-476C-A992-1B288055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024" y="6055393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7" name="d-tree-epsilon-0.2-path-2183">
            <a:extLst xmlns:a="http://schemas.openxmlformats.org/drawingml/2006/main">
              <a:ext uri="{FF2B5EF4-FFF2-40B4-BE49-F238E27FC236}">
                <a16:creationId xmlns:a16="http://schemas.microsoft.com/office/drawing/2014/main" id="{D01FE77F-F9A3-45DE-B4D5-64E4BA26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7098" y="6055393"/>
            <a:ext cx="22928" cy="476"/>
          </a:xfrm>
          <a:custGeom xmlns:a="http://schemas.openxmlformats.org/drawingml/2006/main">
            <a:pathLst>
              <a:path w="19929" h="476">
                <a:moveTo>
                  <a:pt x="0" y="0"/>
                </a:moveTo>
                <a:lnTo>
                  <a:pt x="199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8" name="d-tree-epsilon-0.2-path-2184">
            <a:extLst xmlns:a="http://schemas.openxmlformats.org/drawingml/2006/main">
              <a:ext uri="{FF2B5EF4-FFF2-40B4-BE49-F238E27FC236}">
                <a16:creationId xmlns:a16="http://schemas.microsoft.com/office/drawing/2014/main" id="{0AE61A8A-AF67-4845-8253-598B6AD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561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39" name="d-tree-epsilon-0.2-path-2185">
            <a:extLst xmlns:a="http://schemas.openxmlformats.org/drawingml/2006/main">
              <a:ext uri="{FF2B5EF4-FFF2-40B4-BE49-F238E27FC236}">
                <a16:creationId xmlns:a16="http://schemas.microsoft.com/office/drawing/2014/main" id="{862654F2-52B7-4B36-B170-CAD09F4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678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0" name="d-tree-epsilon-0.2-path-2186">
            <a:extLst xmlns:a="http://schemas.openxmlformats.org/drawingml/2006/main">
              <a:ext uri="{FF2B5EF4-FFF2-40B4-BE49-F238E27FC236}">
                <a16:creationId xmlns:a16="http://schemas.microsoft.com/office/drawing/2014/main" id="{6B499BD2-5096-4561-AC4B-2F7F6EA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561" y="6032828"/>
            <a:ext cx="21117" cy="476"/>
          </a:xfrm>
          <a:custGeom xmlns:a="http://schemas.openxmlformats.org/drawingml/2006/main">
            <a:pathLst>
              <a:path w="18355" h="476">
                <a:moveTo>
                  <a:pt x="0" y="0"/>
                </a:moveTo>
                <a:lnTo>
                  <a:pt x="183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1" name="d-tree-epsilon-0.2-path-2187">
            <a:extLst xmlns:a="http://schemas.openxmlformats.org/drawingml/2006/main">
              <a:ext uri="{FF2B5EF4-FFF2-40B4-BE49-F238E27FC236}">
                <a16:creationId xmlns:a16="http://schemas.microsoft.com/office/drawing/2014/main" id="{244E6A64-5F17-4EAA-870A-0EFAC78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119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2" name="d-tree-epsilon-0.2-path-2188">
            <a:extLst xmlns:a="http://schemas.openxmlformats.org/drawingml/2006/main">
              <a:ext uri="{FF2B5EF4-FFF2-40B4-BE49-F238E27FC236}">
                <a16:creationId xmlns:a16="http://schemas.microsoft.com/office/drawing/2014/main" id="{5F12E3E0-FEEE-4C02-9869-7AEA94E0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331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3" name="d-tree-epsilon-0.2-path-2189">
            <a:extLst xmlns:a="http://schemas.openxmlformats.org/drawingml/2006/main">
              <a:ext uri="{FF2B5EF4-FFF2-40B4-BE49-F238E27FC236}">
                <a16:creationId xmlns:a16="http://schemas.microsoft.com/office/drawing/2014/main" id="{1C960A5E-4BBC-4BD7-B6EF-11AADB18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119" y="6010263"/>
            <a:ext cx="20212" cy="476"/>
          </a:xfrm>
          <a:custGeom xmlns:a="http://schemas.openxmlformats.org/drawingml/2006/main">
            <a:pathLst>
              <a:path w="17569" h="476">
                <a:moveTo>
                  <a:pt x="0" y="0"/>
                </a:moveTo>
                <a:lnTo>
                  <a:pt x="175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4" name="d-tree-epsilon-0.2-path-2190">
            <a:extLst xmlns:a="http://schemas.openxmlformats.org/drawingml/2006/main">
              <a:ext uri="{FF2B5EF4-FFF2-40B4-BE49-F238E27FC236}">
                <a16:creationId xmlns:a16="http://schemas.microsoft.com/office/drawing/2014/main" id="{4A767D35-1A91-43A5-8FE1-673DB26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94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5" name="d-tree-epsilon-0.2-path-2191">
            <a:extLst xmlns:a="http://schemas.openxmlformats.org/drawingml/2006/main">
              <a:ext uri="{FF2B5EF4-FFF2-40B4-BE49-F238E27FC236}">
                <a16:creationId xmlns:a16="http://schemas.microsoft.com/office/drawing/2014/main" id="{34F8A112-4196-47E6-8468-8671454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59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6" name="d-tree-epsilon-0.2-path-2192">
            <a:extLst xmlns:a="http://schemas.openxmlformats.org/drawingml/2006/main">
              <a:ext uri="{FF2B5EF4-FFF2-40B4-BE49-F238E27FC236}">
                <a16:creationId xmlns:a16="http://schemas.microsoft.com/office/drawing/2014/main" id="{710AC5EB-9E85-49B6-9BAA-0E8D8E3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945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7" name="d-tree-epsilon-0.2-path-2193">
            <a:extLst xmlns:a="http://schemas.openxmlformats.org/drawingml/2006/main">
              <a:ext uri="{FF2B5EF4-FFF2-40B4-BE49-F238E27FC236}">
                <a16:creationId xmlns:a16="http://schemas.microsoft.com/office/drawing/2014/main" id="{936DB77E-89D9-41FF-A2AA-62BCF69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292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8" name="d-tree-epsilon-0.2-path-2194">
            <a:extLst xmlns:a="http://schemas.openxmlformats.org/drawingml/2006/main">
              <a:ext uri="{FF2B5EF4-FFF2-40B4-BE49-F238E27FC236}">
                <a16:creationId xmlns:a16="http://schemas.microsoft.com/office/drawing/2014/main" id="{356C10A0-6EEC-4794-B3F9-EFDE6B1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772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49" name="d-tree-epsilon-0.2-path-2195">
            <a:extLst xmlns:a="http://schemas.openxmlformats.org/drawingml/2006/main">
              <a:ext uri="{FF2B5EF4-FFF2-40B4-BE49-F238E27FC236}">
                <a16:creationId xmlns:a16="http://schemas.microsoft.com/office/drawing/2014/main" id="{3B8FD4EE-B23C-4439-A952-C97FBB7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292" y="6123088"/>
            <a:ext cx="14480" cy="476"/>
          </a:xfrm>
          <a:custGeom xmlns:a="http://schemas.openxmlformats.org/drawingml/2006/main">
            <a:pathLst>
              <a:path w="12586" h="476">
                <a:moveTo>
                  <a:pt x="0" y="0"/>
                </a:moveTo>
                <a:lnTo>
                  <a:pt x="12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0" name="d-tree-epsilon-0.2-path-2196">
            <a:extLst xmlns:a="http://schemas.openxmlformats.org/drawingml/2006/main">
              <a:ext uri="{FF2B5EF4-FFF2-40B4-BE49-F238E27FC236}">
                <a16:creationId xmlns:a16="http://schemas.microsoft.com/office/drawing/2014/main" id="{B2E52C38-76BD-4BAF-90E0-3B5FAFE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17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1" name="d-tree-epsilon-0.2-path-2197">
            <a:extLst xmlns:a="http://schemas.openxmlformats.org/drawingml/2006/main">
              <a:ext uri="{FF2B5EF4-FFF2-40B4-BE49-F238E27FC236}">
                <a16:creationId xmlns:a16="http://schemas.microsoft.com/office/drawing/2014/main" id="{AC205915-0C7C-48D6-9585-0A271DD9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82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2" name="d-tree-epsilon-0.2-path-2198">
            <a:extLst xmlns:a="http://schemas.openxmlformats.org/drawingml/2006/main">
              <a:ext uri="{FF2B5EF4-FFF2-40B4-BE49-F238E27FC236}">
                <a16:creationId xmlns:a16="http://schemas.microsoft.com/office/drawing/2014/main" id="{40A0F065-6695-46B9-ABDB-824543C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174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3" name="d-tree-epsilon-0.2-path-2199">
            <a:extLst xmlns:a="http://schemas.openxmlformats.org/drawingml/2006/main">
              <a:ext uri="{FF2B5EF4-FFF2-40B4-BE49-F238E27FC236}">
                <a16:creationId xmlns:a16="http://schemas.microsoft.com/office/drawing/2014/main" id="{3298C3F6-491E-41A9-AEBC-EA621BE3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226" y="598769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4" name="d-tree-epsilon-0.2-path-2200">
            <a:extLst xmlns:a="http://schemas.openxmlformats.org/drawingml/2006/main">
              <a:ext uri="{FF2B5EF4-FFF2-40B4-BE49-F238E27FC236}">
                <a16:creationId xmlns:a16="http://schemas.microsoft.com/office/drawing/2014/main" id="{86C734D7-63A2-458A-A2CE-EC28F20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985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5" name="d-tree-epsilon-0.2-path-2201">
            <a:extLst xmlns:a="http://schemas.openxmlformats.org/drawingml/2006/main">
              <a:ext uri="{FF2B5EF4-FFF2-40B4-BE49-F238E27FC236}">
                <a16:creationId xmlns:a16="http://schemas.microsoft.com/office/drawing/2014/main" id="{C2C1B2CE-02D8-459C-AC5F-89D0D0F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638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6" name="d-tree-epsilon-0.2-path-2202">
            <a:extLst xmlns:a="http://schemas.openxmlformats.org/drawingml/2006/main">
              <a:ext uri="{FF2B5EF4-FFF2-40B4-BE49-F238E27FC236}">
                <a16:creationId xmlns:a16="http://schemas.microsoft.com/office/drawing/2014/main" id="{7CA10123-B3E0-41D4-8574-300BD24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5532" y="5987697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7" name="d-tree-epsilon-0.2-path-2203">
            <a:extLst xmlns:a="http://schemas.openxmlformats.org/drawingml/2006/main">
              <a:ext uri="{FF2B5EF4-FFF2-40B4-BE49-F238E27FC236}">
                <a16:creationId xmlns:a16="http://schemas.microsoft.com/office/drawing/2014/main" id="{2BC7A607-8DE5-43AC-B7B6-379B999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7252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8" name="d-tree-epsilon-0.2-path-2204">
            <a:extLst xmlns:a="http://schemas.openxmlformats.org/drawingml/2006/main">
              <a:ext uri="{FF2B5EF4-FFF2-40B4-BE49-F238E27FC236}">
                <a16:creationId xmlns:a16="http://schemas.microsoft.com/office/drawing/2014/main" id="{5584CB41-65DC-49ED-A3C2-E00B7D17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906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59" name="d-tree-epsilon-0.2-path-2205">
            <a:extLst xmlns:a="http://schemas.openxmlformats.org/drawingml/2006/main">
              <a:ext uri="{FF2B5EF4-FFF2-40B4-BE49-F238E27FC236}">
                <a16:creationId xmlns:a16="http://schemas.microsoft.com/office/drawing/2014/main" id="{0E660150-ACD7-4207-B78B-DB8EAE1D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559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0" name="d-tree-epsilon-0.2-path-2206">
            <a:extLst xmlns:a="http://schemas.openxmlformats.org/drawingml/2006/main">
              <a:ext uri="{FF2B5EF4-FFF2-40B4-BE49-F238E27FC236}">
                <a16:creationId xmlns:a16="http://schemas.microsoft.com/office/drawing/2014/main" id="{00E86993-2409-4915-9264-AA5E0CF0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6213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1" name="d-tree-epsilon-0.2-path-2207">
            <a:extLst xmlns:a="http://schemas.openxmlformats.org/drawingml/2006/main">
              <a:ext uri="{FF2B5EF4-FFF2-40B4-BE49-F238E27FC236}">
                <a16:creationId xmlns:a16="http://schemas.microsoft.com/office/drawing/2014/main" id="{8DF7D343-6CC1-4B84-9C41-4E44395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867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2" name="d-tree-epsilon-0.2-path-2208">
            <a:extLst xmlns:a="http://schemas.openxmlformats.org/drawingml/2006/main">
              <a:ext uri="{FF2B5EF4-FFF2-40B4-BE49-F238E27FC236}">
                <a16:creationId xmlns:a16="http://schemas.microsoft.com/office/drawing/2014/main" id="{55B780D5-29B6-487E-8F1B-5559119A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5520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3" name="d-tree-epsilon-0.2-path-2209">
            <a:extLst xmlns:a="http://schemas.openxmlformats.org/drawingml/2006/main">
              <a:ext uri="{FF2B5EF4-FFF2-40B4-BE49-F238E27FC236}">
                <a16:creationId xmlns:a16="http://schemas.microsoft.com/office/drawing/2014/main" id="{A23C27B0-CF7F-4219-B3BC-26599049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0000" y="5987697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4" name="d-tree-epsilon-0.2-path-2210">
            <a:extLst xmlns:a="http://schemas.openxmlformats.org/drawingml/2006/main">
              <a:ext uri="{FF2B5EF4-FFF2-40B4-BE49-F238E27FC236}">
                <a16:creationId xmlns:a16="http://schemas.microsoft.com/office/drawing/2014/main" id="{DC1D5250-3F5A-4BA4-8B34-4F155587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4480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5" name="d-tree-epsilon-0.2-path-2211">
            <a:extLst xmlns:a="http://schemas.openxmlformats.org/drawingml/2006/main">
              <a:ext uri="{FF2B5EF4-FFF2-40B4-BE49-F238E27FC236}">
                <a16:creationId xmlns:a16="http://schemas.microsoft.com/office/drawing/2014/main" id="{C79B7B71-6AA5-463B-94BB-9510D423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4133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6" name="d-tree-epsilon-0.2-path-2212">
            <a:extLst xmlns:a="http://schemas.openxmlformats.org/drawingml/2006/main">
              <a:ext uri="{FF2B5EF4-FFF2-40B4-BE49-F238E27FC236}">
                <a16:creationId xmlns:a16="http://schemas.microsoft.com/office/drawing/2014/main" id="{D1AF0D76-DB64-4083-9120-442DDDCF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3787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7" name="d-tree-epsilon-0.2-path-2213">
            <a:extLst xmlns:a="http://schemas.openxmlformats.org/drawingml/2006/main">
              <a:ext uri="{FF2B5EF4-FFF2-40B4-BE49-F238E27FC236}">
                <a16:creationId xmlns:a16="http://schemas.microsoft.com/office/drawing/2014/main" id="{2A18C094-0EB1-4830-AD11-AA15634A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3440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8" name="d-tree-epsilon-0.2-path-2214">
            <a:extLst xmlns:a="http://schemas.openxmlformats.org/drawingml/2006/main">
              <a:ext uri="{FF2B5EF4-FFF2-40B4-BE49-F238E27FC236}">
                <a16:creationId xmlns:a16="http://schemas.microsoft.com/office/drawing/2014/main" id="{C011F8EC-0127-49A9-BDCC-4235BB3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094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69" name="d-tree-epsilon-0.2-path-2215">
            <a:extLst xmlns:a="http://schemas.openxmlformats.org/drawingml/2006/main">
              <a:ext uri="{FF2B5EF4-FFF2-40B4-BE49-F238E27FC236}">
                <a16:creationId xmlns:a16="http://schemas.microsoft.com/office/drawing/2014/main" id="{685FE647-3669-4BD0-944C-9FDCC87A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2747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0" name="d-tree-epsilon-0.2-path-2216">
            <a:extLst xmlns:a="http://schemas.openxmlformats.org/drawingml/2006/main">
              <a:ext uri="{FF2B5EF4-FFF2-40B4-BE49-F238E27FC236}">
                <a16:creationId xmlns:a16="http://schemas.microsoft.com/office/drawing/2014/main" id="{74DE4530-D131-40CD-A606-512FC282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2401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1" name="d-tree-epsilon-0.2-path-2217">
            <a:extLst xmlns:a="http://schemas.openxmlformats.org/drawingml/2006/main">
              <a:ext uri="{FF2B5EF4-FFF2-40B4-BE49-F238E27FC236}">
                <a16:creationId xmlns:a16="http://schemas.microsoft.com/office/drawing/2014/main" id="{C7B9E8FE-14C2-4D16-8B3A-A416503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2054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2" name="d-tree-epsilon-0.2-path-2218">
            <a:extLst xmlns:a="http://schemas.openxmlformats.org/drawingml/2006/main">
              <a:ext uri="{FF2B5EF4-FFF2-40B4-BE49-F238E27FC236}">
                <a16:creationId xmlns:a16="http://schemas.microsoft.com/office/drawing/2014/main" id="{7D5134C1-800B-4A2C-807A-A1F4CA19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226" y="5987697"/>
            <a:ext cx="212830" cy="476"/>
          </a:xfrm>
          <a:custGeom xmlns:a="http://schemas.openxmlformats.org/drawingml/2006/main">
            <a:pathLst>
              <a:path w="184995" h="476">
                <a:moveTo>
                  <a:pt x="0" y="0"/>
                </a:moveTo>
                <a:lnTo>
                  <a:pt x="184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3" name="d-tree-epsilon-0.2-path-2219">
            <a:extLst xmlns:a="http://schemas.openxmlformats.org/drawingml/2006/main">
              <a:ext uri="{FF2B5EF4-FFF2-40B4-BE49-F238E27FC236}">
                <a16:creationId xmlns:a16="http://schemas.microsoft.com/office/drawing/2014/main" id="{0C48A7F2-0057-4BC9-9446-B6847DB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633" y="592000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4" name="d-tree-epsilon-0.2-path-2220">
            <a:extLst xmlns:a="http://schemas.openxmlformats.org/drawingml/2006/main">
              <a:ext uri="{FF2B5EF4-FFF2-40B4-BE49-F238E27FC236}">
                <a16:creationId xmlns:a16="http://schemas.microsoft.com/office/drawing/2014/main" id="{B3E511C8-AEA9-4243-8EE8-3C35EE25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4182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5" name="d-tree-epsilon-0.2-path-2221">
            <a:extLst xmlns:a="http://schemas.openxmlformats.org/drawingml/2006/main">
              <a:ext uri="{FF2B5EF4-FFF2-40B4-BE49-F238E27FC236}">
                <a16:creationId xmlns:a16="http://schemas.microsoft.com/office/drawing/2014/main" id="{D3256C36-3C19-4E2C-AA48-7A19A57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283" y="5920002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6" name="d-tree-epsilon-0.2-path-2222">
            <a:extLst xmlns:a="http://schemas.openxmlformats.org/drawingml/2006/main">
              <a:ext uri="{FF2B5EF4-FFF2-40B4-BE49-F238E27FC236}">
                <a16:creationId xmlns:a16="http://schemas.microsoft.com/office/drawing/2014/main" id="{B1492E5C-1342-4D69-BE67-8996F447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640" y="5920002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7" name="d-tree-epsilon-0.2-path-2223">
            <a:extLst xmlns:a="http://schemas.openxmlformats.org/drawingml/2006/main">
              <a:ext uri="{FF2B5EF4-FFF2-40B4-BE49-F238E27FC236}">
                <a16:creationId xmlns:a16="http://schemas.microsoft.com/office/drawing/2014/main" id="{D22C36C5-D36D-473A-9D29-2DD4F7D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633" y="5920002"/>
            <a:ext cx="797007" cy="476"/>
          </a:xfrm>
          <a:custGeom xmlns:a="http://schemas.openxmlformats.org/drawingml/2006/main">
            <a:pathLst>
              <a:path w="692771" h="476">
                <a:moveTo>
                  <a:pt x="0" y="0"/>
                </a:moveTo>
                <a:lnTo>
                  <a:pt x="6927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8" name="d-tree-epsilon-0.2-path-2224">
            <a:extLst xmlns:a="http://schemas.openxmlformats.org/drawingml/2006/main">
              <a:ext uri="{FF2B5EF4-FFF2-40B4-BE49-F238E27FC236}">
                <a16:creationId xmlns:a16="http://schemas.microsoft.com/office/drawing/2014/main" id="{6A8C3320-B2BF-45C0-A938-017AEDB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447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79" name="d-tree-epsilon-0.2-path-2225">
            <a:extLst xmlns:a="http://schemas.openxmlformats.org/drawingml/2006/main">
              <a:ext uri="{FF2B5EF4-FFF2-40B4-BE49-F238E27FC236}">
                <a16:creationId xmlns:a16="http://schemas.microsoft.com/office/drawing/2014/main" id="{0FE8B780-07ED-437C-9A2D-59AE369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100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0" name="d-tree-epsilon-0.2-path-2226">
            <a:extLst xmlns:a="http://schemas.openxmlformats.org/drawingml/2006/main">
              <a:ext uri="{FF2B5EF4-FFF2-40B4-BE49-F238E27FC236}">
                <a16:creationId xmlns:a16="http://schemas.microsoft.com/office/drawing/2014/main" id="{C5EB125F-7F0B-4EEE-B70C-F471DE50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7137" y="589743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1" name="d-tree-epsilon-0.2-path-2227">
            <a:extLst xmlns:a="http://schemas.openxmlformats.org/drawingml/2006/main">
              <a:ext uri="{FF2B5EF4-FFF2-40B4-BE49-F238E27FC236}">
                <a16:creationId xmlns:a16="http://schemas.microsoft.com/office/drawing/2014/main" id="{D21266C9-1E76-4947-A8F7-5D29960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447" y="5897437"/>
            <a:ext cx="759690" cy="476"/>
          </a:xfrm>
          <a:custGeom xmlns:a="http://schemas.openxmlformats.org/drawingml/2006/main">
            <a:pathLst>
              <a:path w="660334" h="476">
                <a:moveTo>
                  <a:pt x="0" y="0"/>
                </a:moveTo>
                <a:lnTo>
                  <a:pt x="660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2" name="d-tree-epsilon-0.2-path-2228">
            <a:extLst xmlns:a="http://schemas.openxmlformats.org/drawingml/2006/main">
              <a:ext uri="{FF2B5EF4-FFF2-40B4-BE49-F238E27FC236}">
                <a16:creationId xmlns:a16="http://schemas.microsoft.com/office/drawing/2014/main" id="{29A8BCEE-5124-4ECA-A5F1-3E92563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313" y="5874872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3" name="d-tree-epsilon-0.2-path-2229">
            <a:extLst xmlns:a="http://schemas.openxmlformats.org/drawingml/2006/main">
              <a:ext uri="{FF2B5EF4-FFF2-40B4-BE49-F238E27FC236}">
                <a16:creationId xmlns:a16="http://schemas.microsoft.com/office/drawing/2014/main" id="{4EAF1A1F-AE5E-4684-9E9D-214BD9D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7793" y="5874872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4" name="d-tree-epsilon-0.2-path-2230">
            <a:extLst xmlns:a="http://schemas.openxmlformats.org/drawingml/2006/main">
              <a:ext uri="{FF2B5EF4-FFF2-40B4-BE49-F238E27FC236}">
                <a16:creationId xmlns:a16="http://schemas.microsoft.com/office/drawing/2014/main" id="{9D1974BA-EF8C-4B9B-97FB-720CE56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7292" y="587487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5" name="d-tree-epsilon-0.2-path-2231">
            <a:extLst xmlns:a="http://schemas.openxmlformats.org/drawingml/2006/main">
              <a:ext uri="{FF2B5EF4-FFF2-40B4-BE49-F238E27FC236}">
                <a16:creationId xmlns:a16="http://schemas.microsoft.com/office/drawing/2014/main" id="{EC6CF78C-6A1E-4F2F-8B85-353AB43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313" y="5874872"/>
            <a:ext cx="403978" cy="476"/>
          </a:xfrm>
          <a:custGeom xmlns:a="http://schemas.openxmlformats.org/drawingml/2006/main">
            <a:pathLst>
              <a:path w="351144" h="476">
                <a:moveTo>
                  <a:pt x="0" y="0"/>
                </a:moveTo>
                <a:lnTo>
                  <a:pt x="3511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6" name="d-tree-epsilon-0.2-path-2232">
            <a:extLst xmlns:a="http://schemas.openxmlformats.org/drawingml/2006/main">
              <a:ext uri="{FF2B5EF4-FFF2-40B4-BE49-F238E27FC236}">
                <a16:creationId xmlns:a16="http://schemas.microsoft.com/office/drawing/2014/main" id="{ECBA7FBE-CA5C-4AB5-B594-C9E5BFF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526" y="5852307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7" name="d-tree-epsilon-0.2-path-2233">
            <a:extLst xmlns:a="http://schemas.openxmlformats.org/drawingml/2006/main">
              <a:ext uri="{FF2B5EF4-FFF2-40B4-BE49-F238E27FC236}">
                <a16:creationId xmlns:a16="http://schemas.microsoft.com/office/drawing/2014/main" id="{5D07AC1D-D9D6-40F4-9D0F-B88A782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9179" y="5852307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8" name="d-tree-epsilon-0.2-path-2234">
            <a:extLst xmlns:a="http://schemas.openxmlformats.org/drawingml/2006/main">
              <a:ext uri="{FF2B5EF4-FFF2-40B4-BE49-F238E27FC236}">
                <a16:creationId xmlns:a16="http://schemas.microsoft.com/office/drawing/2014/main" id="{2F563F17-FEC5-4433-A61C-55344FCB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833" y="5852307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89" name="d-tree-epsilon-0.2-path-2235">
            <a:extLst xmlns:a="http://schemas.openxmlformats.org/drawingml/2006/main">
              <a:ext uri="{FF2B5EF4-FFF2-40B4-BE49-F238E27FC236}">
                <a16:creationId xmlns:a16="http://schemas.microsoft.com/office/drawing/2014/main" id="{6585969D-259C-47DE-A738-EFBB910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5303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0" name="d-tree-epsilon-0.2-path-2236">
            <a:extLst xmlns:a="http://schemas.openxmlformats.org/drawingml/2006/main">
              <a:ext uri="{FF2B5EF4-FFF2-40B4-BE49-F238E27FC236}">
                <a16:creationId xmlns:a16="http://schemas.microsoft.com/office/drawing/2014/main" id="{DD93ED97-4954-4948-8410-E293D389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526" y="5852307"/>
            <a:ext cx="235777" cy="476"/>
          </a:xfrm>
          <a:custGeom xmlns:a="http://schemas.openxmlformats.org/drawingml/2006/main">
            <a:pathLst>
              <a:path w="204941" h="476">
                <a:moveTo>
                  <a:pt x="0" y="0"/>
                </a:moveTo>
                <a:lnTo>
                  <a:pt x="2049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1" name="d-tree-epsilon-0.2-path-2237">
            <a:extLst xmlns:a="http://schemas.openxmlformats.org/drawingml/2006/main">
              <a:ext uri="{FF2B5EF4-FFF2-40B4-BE49-F238E27FC236}">
                <a16:creationId xmlns:a16="http://schemas.microsoft.com/office/drawing/2014/main" id="{53958B55-1976-435D-89BF-4CB8894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9872" y="5829742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2" name="d-tree-epsilon-0.2-path-2238">
            <a:extLst xmlns:a="http://schemas.openxmlformats.org/drawingml/2006/main">
              <a:ext uri="{FF2B5EF4-FFF2-40B4-BE49-F238E27FC236}">
                <a16:creationId xmlns:a16="http://schemas.microsoft.com/office/drawing/2014/main" id="{B2CF201C-1695-467E-800B-E5FD6354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414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3" name="d-tree-epsilon-0.2-path-2239">
            <a:extLst xmlns:a="http://schemas.openxmlformats.org/drawingml/2006/main">
              <a:ext uri="{FF2B5EF4-FFF2-40B4-BE49-F238E27FC236}">
                <a16:creationId xmlns:a16="http://schemas.microsoft.com/office/drawing/2014/main" id="{36DFF563-0525-4E2C-8B05-571E946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9872" y="5829742"/>
            <a:ext cx="127541" cy="476"/>
          </a:xfrm>
          <a:custGeom xmlns:a="http://schemas.openxmlformats.org/drawingml/2006/main">
            <a:pathLst>
              <a:path w="110861" h="476">
                <a:moveTo>
                  <a:pt x="0" y="0"/>
                </a:moveTo>
                <a:lnTo>
                  <a:pt x="1108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4" name="d-tree-epsilon-0.2-path-2240">
            <a:extLst xmlns:a="http://schemas.openxmlformats.org/drawingml/2006/main">
              <a:ext uri="{FF2B5EF4-FFF2-40B4-BE49-F238E27FC236}">
                <a16:creationId xmlns:a16="http://schemas.microsoft.com/office/drawing/2014/main" id="{EDCCA877-5D62-4636-B93D-7334FD9F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219" y="5807177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5" name="d-tree-epsilon-0.2-path-2241">
            <a:extLst xmlns:a="http://schemas.openxmlformats.org/drawingml/2006/main">
              <a:ext uri="{FF2B5EF4-FFF2-40B4-BE49-F238E27FC236}">
                <a16:creationId xmlns:a16="http://schemas.microsoft.com/office/drawing/2014/main" id="{2A095864-49D4-44BC-BDA7-7EBEB91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644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6" name="d-tree-epsilon-0.2-path-2242">
            <a:extLst xmlns:a="http://schemas.openxmlformats.org/drawingml/2006/main">
              <a:ext uri="{FF2B5EF4-FFF2-40B4-BE49-F238E27FC236}">
                <a16:creationId xmlns:a16="http://schemas.microsoft.com/office/drawing/2014/main" id="{09D5DF58-AFC3-41CD-BC73-F1E3AE05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219" y="5807177"/>
            <a:ext cx="73425" cy="476"/>
          </a:xfrm>
          <a:custGeom xmlns:a="http://schemas.openxmlformats.org/drawingml/2006/main">
            <a:pathLst>
              <a:path w="63822" h="476">
                <a:moveTo>
                  <a:pt x="0" y="0"/>
                </a:moveTo>
                <a:lnTo>
                  <a:pt x="638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7" name="d-tree-epsilon-0.2-path-2243">
            <a:extLst xmlns:a="http://schemas.openxmlformats.org/drawingml/2006/main">
              <a:ext uri="{FF2B5EF4-FFF2-40B4-BE49-F238E27FC236}">
                <a16:creationId xmlns:a16="http://schemas.microsoft.com/office/drawing/2014/main" id="{1F04B107-CEFF-4E2C-B397-34D2518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565" y="5784612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8" name="d-tree-epsilon-0.2-path-2244">
            <a:extLst xmlns:a="http://schemas.openxmlformats.org/drawingml/2006/main">
              <a:ext uri="{FF2B5EF4-FFF2-40B4-BE49-F238E27FC236}">
                <a16:creationId xmlns:a16="http://schemas.microsoft.com/office/drawing/2014/main" id="{81B83BED-8BA3-4B18-9CE2-5893E9A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931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299" name="d-tree-epsilon-0.2-path-2245">
            <a:extLst xmlns:a="http://schemas.openxmlformats.org/drawingml/2006/main">
              <a:ext uri="{FF2B5EF4-FFF2-40B4-BE49-F238E27FC236}">
                <a16:creationId xmlns:a16="http://schemas.microsoft.com/office/drawing/2014/main" id="{4EE90F19-6274-4398-81C6-9DD42E15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565" y="5784612"/>
            <a:ext cx="46366" cy="476"/>
          </a:xfrm>
          <a:custGeom xmlns:a="http://schemas.openxmlformats.org/drawingml/2006/main">
            <a:pathLst>
              <a:path w="40302" h="476">
                <a:moveTo>
                  <a:pt x="0" y="0"/>
                </a:moveTo>
                <a:lnTo>
                  <a:pt x="403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00" name="d-tree-epsilon-0.2-path-2246">
            <a:extLst xmlns:a="http://schemas.openxmlformats.org/drawingml/2006/main">
              <a:ext uri="{FF2B5EF4-FFF2-40B4-BE49-F238E27FC236}">
                <a16:creationId xmlns:a16="http://schemas.microsoft.com/office/drawing/2014/main" id="{26C904DE-3068-4393-85B1-1BB662E8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748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01" name="d-tree-epsilon-0.2-path-2247">
            <a:extLst xmlns:a="http://schemas.openxmlformats.org/drawingml/2006/main">
              <a:ext uri="{FF2B5EF4-FFF2-40B4-BE49-F238E27FC236}">
                <a16:creationId xmlns:a16="http://schemas.microsoft.com/office/drawing/2014/main" id="{98623192-4E33-45E0-A689-6431AA8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708" y="5762047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02" name="d-tree-epsilon-0.2-path-2248">
            <a:extLst xmlns:a="http://schemas.openxmlformats.org/drawingml/2006/main">
              <a:ext uri="{FF2B5EF4-FFF2-40B4-BE49-F238E27FC236}">
                <a16:creationId xmlns:a16="http://schemas.microsoft.com/office/drawing/2014/main" id="{339CA0F0-6594-4F1D-9AAC-EA82E2A3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748" y="5762047"/>
            <a:ext cx="1337960" cy="476"/>
          </a:xfrm>
          <a:custGeom xmlns:a="http://schemas.openxmlformats.org/drawingml/2006/main">
            <a:pathLst>
              <a:path w="1162975" h="476">
                <a:moveTo>
                  <a:pt x="0" y="0"/>
                </a:moveTo>
                <a:lnTo>
                  <a:pt x="116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03" name="d-tree-epsilon-0.2-path-2249">
            <a:extLst xmlns:a="http://schemas.openxmlformats.org/drawingml/2006/main">
              <a:ext uri="{FF2B5EF4-FFF2-40B4-BE49-F238E27FC236}">
                <a16:creationId xmlns:a16="http://schemas.microsoft.com/office/drawing/2014/main" id="{C33A754F-456A-4418-B7F1-BF53A85E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729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04" name="d-tree-epsilon-0.2-path-2254">
            <a:extLst xmlns:a="http://schemas.openxmlformats.org/drawingml/2006/main">
              <a:ext uri="{FF2B5EF4-FFF2-40B4-BE49-F238E27FC236}">
                <a16:creationId xmlns:a16="http://schemas.microsoft.com/office/drawing/2014/main" id="{6AB14559-83BE-49E7-9870-6887A9E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91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05" name="d-tree-epsilon-0.2-path-2255">
            <a:extLst xmlns:a="http://schemas.openxmlformats.org/drawingml/2006/main">
              <a:ext uri="{FF2B5EF4-FFF2-40B4-BE49-F238E27FC236}">
                <a16:creationId xmlns:a16="http://schemas.microsoft.com/office/drawing/2014/main" id="{028D9989-F87C-4CF8-ACB1-81109BE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91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06" name="d-tree-epsilon-0.2-path-2256">
            <a:extLst xmlns:a="http://schemas.openxmlformats.org/drawingml/2006/main">
              <a:ext uri="{FF2B5EF4-FFF2-40B4-BE49-F238E27FC236}">
                <a16:creationId xmlns:a16="http://schemas.microsoft.com/office/drawing/2014/main" id="{D2AA33CB-A4F5-46D5-A90E-E489244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91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07" name="d-tree-epsilon-0.2-path-2257">
            <a:extLst xmlns:a="http://schemas.openxmlformats.org/drawingml/2006/main">
              <a:ext uri="{FF2B5EF4-FFF2-40B4-BE49-F238E27FC236}">
                <a16:creationId xmlns:a16="http://schemas.microsoft.com/office/drawing/2014/main" id="{E6B94537-4BE5-41DE-BDCA-E115159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91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08" name="d-tree-epsilon-0.2-path-2258">
            <a:extLst xmlns:a="http://schemas.openxmlformats.org/drawingml/2006/main">
              <a:ext uri="{FF2B5EF4-FFF2-40B4-BE49-F238E27FC236}">
                <a16:creationId xmlns:a16="http://schemas.microsoft.com/office/drawing/2014/main" id="{560DCAA9-71EF-4A91-AC59-29AE9C04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291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09" name="d-tree-epsilon-0.2-path-2253">
            <a:extLst xmlns:a="http://schemas.openxmlformats.org/drawingml/2006/main">
              <a:ext uri="{FF2B5EF4-FFF2-40B4-BE49-F238E27FC236}">
                <a16:creationId xmlns:a16="http://schemas.microsoft.com/office/drawing/2014/main" id="{98741D94-9E45-4E1E-96C2-FC965408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2644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310" name="d-tree-epsilon-0.2 A56">
            <a:extLst xmlns:a="http://schemas.openxmlformats.org/drawingml/2006/main">
              <a:ext uri="{FF2B5EF4-FFF2-40B4-BE49-F238E27FC236}">
                <a16:creationId xmlns:a16="http://schemas.microsoft.com/office/drawing/2014/main" id="{C3875117-A21F-41C8-8A20-C54720B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8760" y="6329277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A56</a:t>
            </a:r>
          </a:p>
        </p:txBody>
      </p:sp>
      <p:sp>
        <p:nvSpPr>
          <p:cNvPr id="2311" name="d-tree-epsilon-0.2 B56">
            <a:extLst xmlns:a="http://schemas.openxmlformats.org/drawingml/2006/main">
              <a:ext uri="{FF2B5EF4-FFF2-40B4-BE49-F238E27FC236}">
                <a16:creationId xmlns:a16="http://schemas.microsoft.com/office/drawing/2014/main" id="{0623408D-9054-47A9-8B22-848F0EA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9009" y="6176877"/>
            <a:ext cx="35311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B56</a:t>
            </a:r>
          </a:p>
        </p:txBody>
      </p:sp>
      <p:sp>
        <p:nvSpPr>
          <p:cNvPr id="2312" name="d-tree-epsilon-0.2 18 levels">
            <a:extLst xmlns:a="http://schemas.openxmlformats.org/drawingml/2006/main">
              <a:ext uri="{FF2B5EF4-FFF2-40B4-BE49-F238E27FC236}">
                <a16:creationId xmlns:a16="http://schemas.microsoft.com/office/drawing/2014/main" id="{91EB35D5-7A98-4805-B9A5-F38928D7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0139" y="5336423"/>
            <a:ext cx="87331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18 levels</a:t>
            </a:r>
          </a:p>
        </p:txBody>
      </p:sp>
      <p:sp>
        <p:nvSpPr>
          <p:cNvPr id="2313" name="c-map-epsilon-0.3-path-2259">
            <a:extLst xmlns:a="http://schemas.openxmlformats.org/drawingml/2006/main">
              <a:ext uri="{FF2B5EF4-FFF2-40B4-BE49-F238E27FC236}">
                <a16:creationId xmlns:a16="http://schemas.microsoft.com/office/drawing/2014/main" id="{636A8540-D8E1-485C-B2F6-5A8B8D8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dash"/>
          </a:ln>
        </p:spPr>
      </p:sp>
      <p:sp>
        <p:nvSpPr>
          <p:cNvPr id="2314" name="c-map-epsilon-0.3-path-2260 white halo">
            <a:extLst xmlns:a="http://schemas.openxmlformats.org/drawingml/2006/main">
              <a:ext uri="{FF2B5EF4-FFF2-40B4-BE49-F238E27FC236}">
                <a16:creationId xmlns:a16="http://schemas.microsoft.com/office/drawing/2014/main" id="{2692C651-A39A-4A6D-A3D6-CF82949C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19" y="2568829"/>
            <a:ext cx="1230821" cy="148645"/>
          </a:xfrm>
          <a:custGeom xmlns:a="http://schemas.openxmlformats.org/drawingml/2006/main">
            <a:pathLst>
              <a:path w="1069848" h="148645">
                <a:moveTo>
                  <a:pt x="0" y="16295"/>
                </a:moveTo>
                <a:lnTo>
                  <a:pt x="213970" y="148645"/>
                </a:lnTo>
                <a:lnTo>
                  <a:pt x="427939" y="32600"/>
                </a:lnTo>
                <a:lnTo>
                  <a:pt x="641909" y="10620"/>
                </a:lnTo>
                <a:lnTo>
                  <a:pt x="855878" y="2143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15" name="c-map-epsilon-0.3-path-2260">
            <a:extLst xmlns:a="http://schemas.openxmlformats.org/drawingml/2006/main">
              <a:ext uri="{FF2B5EF4-FFF2-40B4-BE49-F238E27FC236}">
                <a16:creationId xmlns:a16="http://schemas.microsoft.com/office/drawing/2014/main" id="{7F6C6B02-122F-4ABD-AF08-2AB2D7F6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19" y="2568829"/>
            <a:ext cx="1230821" cy="148645"/>
          </a:xfrm>
          <a:custGeom xmlns:a="http://schemas.openxmlformats.org/drawingml/2006/main">
            <a:pathLst>
              <a:path w="1069848" h="148645">
                <a:moveTo>
                  <a:pt x="0" y="16295"/>
                </a:moveTo>
                <a:lnTo>
                  <a:pt x="213970" y="148645"/>
                </a:lnTo>
                <a:lnTo>
                  <a:pt x="427939" y="32600"/>
                </a:lnTo>
                <a:lnTo>
                  <a:pt x="641909" y="10620"/>
                </a:lnTo>
                <a:lnTo>
                  <a:pt x="855878" y="21432"/>
                </a:lnTo>
                <a:lnTo>
                  <a:pt x="10698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D8300"/>
            </a:solidFill>
            <a:prstDash val="solid"/>
          </a:ln>
        </p:spPr>
      </p:sp>
      <p:sp>
        <p:nvSpPr>
          <p:cNvPr id="2316" name="c-map-epsilon-0.3-path-2267 white halo">
            <a:extLst xmlns:a="http://schemas.openxmlformats.org/drawingml/2006/main">
              <a:ext uri="{FF2B5EF4-FFF2-40B4-BE49-F238E27FC236}">
                <a16:creationId xmlns:a16="http://schemas.microsoft.com/office/drawing/2014/main" id="{E5C2CE4B-2EC8-4522-959B-DE54CE2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2568829"/>
            <a:ext cx="548" cy="56802"/>
          </a:xfrm>
          <a:custGeom xmlns:a="http://schemas.openxmlformats.org/drawingml/2006/main">
            <a:pathLst>
              <a:path w="476" h="56802">
                <a:moveTo>
                  <a:pt x="0" y="0"/>
                </a:moveTo>
                <a:lnTo>
                  <a:pt x="0" y="5680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17" name="c-map-epsilon-0.3-path-2267">
            <a:extLst xmlns:a="http://schemas.openxmlformats.org/drawingml/2006/main">
              <a:ext uri="{FF2B5EF4-FFF2-40B4-BE49-F238E27FC236}">
                <a16:creationId xmlns:a16="http://schemas.microsoft.com/office/drawing/2014/main" id="{9CEA9114-F3C6-4B8F-B55C-2D70F67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2568829"/>
            <a:ext cx="548" cy="56802"/>
          </a:xfrm>
          <a:custGeom xmlns:a="http://schemas.openxmlformats.org/drawingml/2006/main">
            <a:pathLst>
              <a:path w="476" h="56802">
                <a:moveTo>
                  <a:pt x="0" y="0"/>
                </a:moveTo>
                <a:lnTo>
                  <a:pt x="0" y="56802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BD8300"/>
            </a:solidFill>
            <a:prstDash val="solid"/>
          </a:ln>
        </p:spPr>
      </p:sp>
      <p:sp>
        <p:nvSpPr>
          <p:cNvPr id="2318" name="c-map-epsilon-0.3-path-2269 white halo">
            <a:extLst xmlns:a="http://schemas.openxmlformats.org/drawingml/2006/main">
              <a:ext uri="{FF2B5EF4-FFF2-40B4-BE49-F238E27FC236}">
                <a16:creationId xmlns:a16="http://schemas.microsoft.com/office/drawing/2014/main" id="{2F68C0C5-F001-456B-A4BE-144BCD3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19" y="4319693"/>
            <a:ext cx="1230821" cy="166080"/>
          </a:xfrm>
          <a:custGeom xmlns:a="http://schemas.openxmlformats.org/drawingml/2006/main">
            <a:pathLst>
              <a:path w="1069848" h="166080">
                <a:moveTo>
                  <a:pt x="0" y="52918"/>
                </a:moveTo>
                <a:lnTo>
                  <a:pt x="213970" y="0"/>
                </a:lnTo>
                <a:lnTo>
                  <a:pt x="427939" y="60571"/>
                </a:lnTo>
                <a:lnTo>
                  <a:pt x="641909" y="150591"/>
                </a:lnTo>
                <a:lnTo>
                  <a:pt x="855878" y="88168"/>
                </a:lnTo>
                <a:lnTo>
                  <a:pt x="1069848" y="1660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19" name="c-map-epsilon-0.3-path-2269">
            <a:extLst xmlns:a="http://schemas.openxmlformats.org/drawingml/2006/main">
              <a:ext uri="{FF2B5EF4-FFF2-40B4-BE49-F238E27FC236}">
                <a16:creationId xmlns:a16="http://schemas.microsoft.com/office/drawing/2014/main" id="{EAC3FC5D-32FE-4E27-83C2-7E996BD9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19" y="4319693"/>
            <a:ext cx="1230821" cy="166080"/>
          </a:xfrm>
          <a:custGeom xmlns:a="http://schemas.openxmlformats.org/drawingml/2006/main">
            <a:pathLst>
              <a:path w="1069848" h="166080">
                <a:moveTo>
                  <a:pt x="0" y="52918"/>
                </a:moveTo>
                <a:lnTo>
                  <a:pt x="213970" y="0"/>
                </a:lnTo>
                <a:lnTo>
                  <a:pt x="427939" y="60571"/>
                </a:lnTo>
                <a:lnTo>
                  <a:pt x="641909" y="150591"/>
                </a:lnTo>
                <a:lnTo>
                  <a:pt x="855878" y="88168"/>
                </a:lnTo>
                <a:lnTo>
                  <a:pt x="1069848" y="1660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02C87"/>
            </a:solidFill>
            <a:prstDash val="solid"/>
          </a:ln>
        </p:spPr>
      </p:sp>
      <p:sp>
        <p:nvSpPr>
          <p:cNvPr id="2320" name="c-map-epsilon-0.3-path-2276 white halo">
            <a:extLst xmlns:a="http://schemas.openxmlformats.org/drawingml/2006/main">
              <a:ext uri="{FF2B5EF4-FFF2-40B4-BE49-F238E27FC236}">
                <a16:creationId xmlns:a16="http://schemas.microsoft.com/office/drawing/2014/main" id="{5A674AB8-D16C-4E1D-BD67-66605A3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4443271"/>
            <a:ext cx="548" cy="42502"/>
          </a:xfrm>
          <a:custGeom xmlns:a="http://schemas.openxmlformats.org/drawingml/2006/main">
            <a:pathLst>
              <a:path w="476" h="42502">
                <a:moveTo>
                  <a:pt x="0" y="425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321" name="c-map-epsilon-0.3-path-2276">
            <a:extLst xmlns:a="http://schemas.openxmlformats.org/drawingml/2006/main">
              <a:ext uri="{FF2B5EF4-FFF2-40B4-BE49-F238E27FC236}">
                <a16:creationId xmlns:a16="http://schemas.microsoft.com/office/drawing/2014/main" id="{23CCB2E1-C8A9-41DB-A93F-AB7E714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4443271"/>
            <a:ext cx="548" cy="42502"/>
          </a:xfrm>
          <a:custGeom xmlns:a="http://schemas.openxmlformats.org/drawingml/2006/main">
            <a:pathLst>
              <a:path w="476" h="42502">
                <a:moveTo>
                  <a:pt x="0" y="425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02C87"/>
            </a:solidFill>
            <a:prstDash val="solid"/>
          </a:ln>
        </p:spPr>
      </p:sp>
      <p:sp>
        <p:nvSpPr>
          <p:cNvPr id="2322" name="c-map-epsilon-0.3-marker-2261">
            <a:extLst xmlns:a="http://schemas.openxmlformats.org/drawingml/2006/main">
              <a:ext uri="{FF2B5EF4-FFF2-40B4-BE49-F238E27FC236}">
                <a16:creationId xmlns:a16="http://schemas.microsoft.com/office/drawing/2014/main" id="{0DACCB18-8023-463E-B59F-9A18B44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159" y="256226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3" name="c-map-epsilon-0.3-marker-2262">
            <a:extLst xmlns:a="http://schemas.openxmlformats.org/drawingml/2006/main">
              <a:ext uri="{FF2B5EF4-FFF2-40B4-BE49-F238E27FC236}">
                <a16:creationId xmlns:a16="http://schemas.microsoft.com/office/drawing/2014/main" id="{E24E223A-1373-4D92-A39A-D933C16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323" y="269461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4" name="c-map-epsilon-0.3-marker-2263">
            <a:extLst xmlns:a="http://schemas.openxmlformats.org/drawingml/2006/main">
              <a:ext uri="{FF2B5EF4-FFF2-40B4-BE49-F238E27FC236}">
                <a16:creationId xmlns:a16="http://schemas.microsoft.com/office/drawing/2014/main" id="{C7B3E29D-D99C-4580-82A3-3A6F560A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487" y="257856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5" name="c-map-epsilon-0.3-marker-2264">
            <a:extLst xmlns:a="http://schemas.openxmlformats.org/drawingml/2006/main">
              <a:ext uri="{FF2B5EF4-FFF2-40B4-BE49-F238E27FC236}">
                <a16:creationId xmlns:a16="http://schemas.microsoft.com/office/drawing/2014/main" id="{45F1B8CF-D2BA-4671-BF57-E0BD2870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652" y="255658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6" name="c-map-epsilon-0.3-marker-2265">
            <a:extLst xmlns:a="http://schemas.openxmlformats.org/drawingml/2006/main">
              <a:ext uri="{FF2B5EF4-FFF2-40B4-BE49-F238E27FC236}">
                <a16:creationId xmlns:a16="http://schemas.microsoft.com/office/drawing/2014/main" id="{CA3A0DAE-BC09-4EAE-9CAA-7F06737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2815" y="256740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7" name="c-map-epsilon-0.3-marker-2266">
            <a:extLst xmlns:a="http://schemas.openxmlformats.org/drawingml/2006/main">
              <a:ext uri="{FF2B5EF4-FFF2-40B4-BE49-F238E27FC236}">
                <a16:creationId xmlns:a16="http://schemas.microsoft.com/office/drawing/2014/main" id="{ED709DC6-3847-460F-AF32-DBE3DC4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8980" y="2545969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3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28" name="c-map-epsilon-0.3-marker-2268">
            <a:extLst xmlns:a="http://schemas.openxmlformats.org/drawingml/2006/main">
              <a:ext uri="{FF2B5EF4-FFF2-40B4-BE49-F238E27FC236}">
                <a16:creationId xmlns:a16="http://schemas.microsoft.com/office/drawing/2014/main" id="{850A859A-F89B-4FEB-8E59-EB300F2A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164" y="259195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329" name="c-map-epsilon-0.3-marker-2270">
            <a:extLst xmlns:a="http://schemas.openxmlformats.org/drawingml/2006/main">
              <a:ext uri="{FF2B5EF4-FFF2-40B4-BE49-F238E27FC236}">
                <a16:creationId xmlns:a16="http://schemas.microsoft.com/office/drawing/2014/main" id="{B8168ED6-24BA-4D35-BE42-EAB328B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8159" y="434975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0" name="c-map-epsilon-0.3-marker-2271">
            <a:extLst xmlns:a="http://schemas.openxmlformats.org/drawingml/2006/main">
              <a:ext uri="{FF2B5EF4-FFF2-40B4-BE49-F238E27FC236}">
                <a16:creationId xmlns:a16="http://schemas.microsoft.com/office/drawing/2014/main" id="{45D8345B-0DDE-462C-84A4-4CC44B5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4323" y="429683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1" name="c-map-epsilon-0.3-marker-2272">
            <a:extLst xmlns:a="http://schemas.openxmlformats.org/drawingml/2006/main">
              <a:ext uri="{FF2B5EF4-FFF2-40B4-BE49-F238E27FC236}">
                <a16:creationId xmlns:a16="http://schemas.microsoft.com/office/drawing/2014/main" id="{40E23F02-8C59-413B-91DC-4381AF1B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487" y="435740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2" name="c-map-epsilon-0.3-marker-2273">
            <a:extLst xmlns:a="http://schemas.openxmlformats.org/drawingml/2006/main">
              <a:ext uri="{FF2B5EF4-FFF2-40B4-BE49-F238E27FC236}">
                <a16:creationId xmlns:a16="http://schemas.microsoft.com/office/drawing/2014/main" id="{DA6E9CB5-2ABC-41FB-B7BA-3E1CC2A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652" y="4447424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3" name="c-map-epsilon-0.3-marker-2274">
            <a:extLst xmlns:a="http://schemas.openxmlformats.org/drawingml/2006/main">
              <a:ext uri="{FF2B5EF4-FFF2-40B4-BE49-F238E27FC236}">
                <a16:creationId xmlns:a16="http://schemas.microsoft.com/office/drawing/2014/main" id="{19D3C823-662D-429D-A65A-1DDFA5B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2815" y="4385001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4" name="c-map-epsilon-0.3-marker-2275">
            <a:extLst xmlns:a="http://schemas.openxmlformats.org/drawingml/2006/main">
              <a:ext uri="{FF2B5EF4-FFF2-40B4-BE49-F238E27FC236}">
                <a16:creationId xmlns:a16="http://schemas.microsoft.com/office/drawing/2014/main" id="{524F24E1-0563-4CC6-B27F-119D272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8980" y="4462913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2C8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35" name="c-map-epsilon-0.3-marker-2277">
            <a:extLst xmlns:a="http://schemas.openxmlformats.org/drawingml/2006/main">
              <a:ext uri="{FF2B5EF4-FFF2-40B4-BE49-F238E27FC236}">
                <a16:creationId xmlns:a16="http://schemas.microsoft.com/office/drawing/2014/main" id="{A05DEE19-95DF-4A91-8C88-AAA30F4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164" y="4409595"/>
            <a:ext cx="67352" cy="67352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2D36"/>
            </a:solidFill>
            <a:prstDash val="solid"/>
          </a:ln>
        </p:spPr>
      </p:sp>
      <p:sp>
        <p:nvSpPr>
          <p:cNvPr id="2336" name="c-map-epsilon-0.3-path-2293">
            <a:extLst xmlns:a="http://schemas.openxmlformats.org/drawingml/2006/main">
              <a:ext uri="{FF2B5EF4-FFF2-40B4-BE49-F238E27FC236}">
                <a16:creationId xmlns:a16="http://schemas.microsoft.com/office/drawing/2014/main" id="{46BD1D68-E50D-443B-BA82-5D1B05B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19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37" name="c-map-epsilon-0.3-path-2295">
            <a:extLst xmlns:a="http://schemas.openxmlformats.org/drawingml/2006/main">
              <a:ext uri="{FF2B5EF4-FFF2-40B4-BE49-F238E27FC236}">
                <a16:creationId xmlns:a16="http://schemas.microsoft.com/office/drawing/2014/main" id="{8069985B-E2FD-4EAD-8652-E4184018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7183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38" name="c-map-epsilon-0.3-path-2297">
            <a:extLst xmlns:a="http://schemas.openxmlformats.org/drawingml/2006/main">
              <a:ext uri="{FF2B5EF4-FFF2-40B4-BE49-F238E27FC236}">
                <a16:creationId xmlns:a16="http://schemas.microsoft.com/office/drawing/2014/main" id="{45C13599-5EE3-4AD1-9F60-A0724E3A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3347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39" name="c-map-epsilon-0.3-path-2299">
            <a:extLst xmlns:a="http://schemas.openxmlformats.org/drawingml/2006/main">
              <a:ext uri="{FF2B5EF4-FFF2-40B4-BE49-F238E27FC236}">
                <a16:creationId xmlns:a16="http://schemas.microsoft.com/office/drawing/2014/main" id="{8BB924C1-4557-4C1D-8039-27F050AF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9512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0" name="c-map-epsilon-0.3-path-2301">
            <a:extLst xmlns:a="http://schemas.openxmlformats.org/drawingml/2006/main">
              <a:ext uri="{FF2B5EF4-FFF2-40B4-BE49-F238E27FC236}">
                <a16:creationId xmlns:a16="http://schemas.microsoft.com/office/drawing/2014/main" id="{57544C77-0E8F-4018-8173-EF705F6F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5675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1" name="c-map-epsilon-0.3-path-2303">
            <a:extLst xmlns:a="http://schemas.openxmlformats.org/drawingml/2006/main">
              <a:ext uri="{FF2B5EF4-FFF2-40B4-BE49-F238E27FC236}">
                <a16:creationId xmlns:a16="http://schemas.microsoft.com/office/drawing/2014/main" id="{AED1F241-794C-42A2-BC30-056D988A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840" y="4625035"/>
            <a:ext cx="548" cy="28575"/>
          </a:xfrm>
          <a:custGeom xmlns:a="http://schemas.openxmlformats.org/drawingml/2006/main">
            <a:pathLst>
              <a:path w="476" h="28575">
                <a:moveTo>
                  <a:pt x="0" y="0"/>
                </a:moveTo>
                <a:lnTo>
                  <a:pt x="0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2" name="c-map-epsilon-0.3-path-2305">
            <a:extLst xmlns:a="http://schemas.openxmlformats.org/drawingml/2006/main">
              <a:ext uri="{FF2B5EF4-FFF2-40B4-BE49-F238E27FC236}">
                <a16:creationId xmlns:a16="http://schemas.microsoft.com/office/drawing/2014/main" id="{D3D9BEFF-925A-493E-8438-EB845A85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063" y="4625035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3" name="c-map-epsilon-0.3-path-2306">
            <a:extLst xmlns:a="http://schemas.openxmlformats.org/drawingml/2006/main">
              <a:ext uri="{FF2B5EF4-FFF2-40B4-BE49-F238E27FC236}">
                <a16:creationId xmlns:a16="http://schemas.microsoft.com/office/drawing/2014/main" id="{29EBD5C4-FC10-4244-AE50-6FD6A6A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063" y="3575761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4" name="c-map-epsilon-0.3-path-2307">
            <a:extLst xmlns:a="http://schemas.openxmlformats.org/drawingml/2006/main">
              <a:ext uri="{FF2B5EF4-FFF2-40B4-BE49-F238E27FC236}">
                <a16:creationId xmlns:a16="http://schemas.microsoft.com/office/drawing/2014/main" id="{36EF85BF-9B2E-4657-849D-55C8C63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5063" y="2526487"/>
            <a:ext cx="32874" cy="476"/>
          </a:xfrm>
          <a:custGeom xmlns:a="http://schemas.openxmlformats.org/drawingml/2006/main">
            <a:pathLst>
              <a:path w="28575" h="476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345" name="c-map-epsilon-0.3-path-2291">
            <a:extLst xmlns:a="http://schemas.openxmlformats.org/drawingml/2006/main">
              <a:ext uri="{FF2B5EF4-FFF2-40B4-BE49-F238E27FC236}">
                <a16:creationId xmlns:a16="http://schemas.microsoft.com/office/drawing/2014/main" id="{3117A319-44AD-4083-9C9D-4E6BFD11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937" y="2526487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346" name="c-map-epsilon-0.3-path-2292">
            <a:extLst xmlns:a="http://schemas.openxmlformats.org/drawingml/2006/main">
              <a:ext uri="{FF2B5EF4-FFF2-40B4-BE49-F238E27FC236}">
                <a16:creationId xmlns:a16="http://schemas.microsoft.com/office/drawing/2014/main" id="{53B09AF1-8D1A-453D-AB98-E705323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937" y="4625035"/>
            <a:ext cx="1476985" cy="476"/>
          </a:xfrm>
          <a:custGeom xmlns:a="http://schemas.openxmlformats.org/drawingml/2006/main">
            <a:pathLst>
              <a:path w="1283818" h="476">
                <a:moveTo>
                  <a:pt x="0" y="0"/>
                </a:moveTo>
                <a:lnTo>
                  <a:pt x="1283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347" name="c-map-epsilon-0.3 ε = 30%">
            <a:extLst xmlns:a="http://schemas.openxmlformats.org/drawingml/2006/main">
              <a:ext uri="{FF2B5EF4-FFF2-40B4-BE49-F238E27FC236}">
                <a16:creationId xmlns:a16="http://schemas.microsoft.com/office/drawing/2014/main" id="{D3D8E1EC-0BB6-4BA0-8946-3443311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76802" y="2303602"/>
            <a:ext cx="752129" cy="225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ε = 30%</a:t>
            </a:r>
          </a:p>
        </p:txBody>
      </p:sp>
      <p:sp>
        <p:nvSpPr>
          <p:cNvPr id="2348" name="c-map-epsilon-0.3 3">
            <a:extLst xmlns:a="http://schemas.openxmlformats.org/drawingml/2006/main">
              <a:ext uri="{FF2B5EF4-FFF2-40B4-BE49-F238E27FC236}">
                <a16:creationId xmlns:a16="http://schemas.microsoft.com/office/drawing/2014/main" id="{476C6EE2-E291-4CE3-8E1B-E8CCA3C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63378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2349" name="c-map-epsilon-0.3 4">
            <a:extLst xmlns:a="http://schemas.openxmlformats.org/drawingml/2006/main">
              <a:ext uri="{FF2B5EF4-FFF2-40B4-BE49-F238E27FC236}">
                <a16:creationId xmlns:a16="http://schemas.microsoft.com/office/drawing/2014/main" id="{60EDAC52-D356-468A-9732-7A60B97E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9541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350" name="c-map-epsilon-0.3 5">
            <a:extLst xmlns:a="http://schemas.openxmlformats.org/drawingml/2006/main">
              <a:ext uri="{FF2B5EF4-FFF2-40B4-BE49-F238E27FC236}">
                <a16:creationId xmlns:a16="http://schemas.microsoft.com/office/drawing/2014/main" id="{D956F26B-C1AE-4205-947E-15126F3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55511" y="4682185"/>
            <a:ext cx="14854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2351" name="c-map-epsilon-0.3 6">
            <a:extLst xmlns:a="http://schemas.openxmlformats.org/drawingml/2006/main">
              <a:ext uri="{FF2B5EF4-FFF2-40B4-BE49-F238E27FC236}">
                <a16:creationId xmlns:a16="http://schemas.microsoft.com/office/drawing/2014/main" id="{2E9F2CA3-04CF-4BF4-8DBC-7E0D182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01871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</a:t>
            </a:r>
          </a:p>
        </p:txBody>
      </p:sp>
      <p:sp>
        <p:nvSpPr>
          <p:cNvPr id="2352" name="c-map-epsilon-0.3 7">
            <a:extLst xmlns:a="http://schemas.openxmlformats.org/drawingml/2006/main">
              <a:ext uri="{FF2B5EF4-FFF2-40B4-BE49-F238E27FC236}">
                <a16:creationId xmlns:a16="http://schemas.microsoft.com/office/drawing/2014/main" id="{1CCD3B2C-E5B1-403B-A430-3B1A623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034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7</a:t>
            </a:r>
          </a:p>
        </p:txBody>
      </p:sp>
      <p:sp>
        <p:nvSpPr>
          <p:cNvPr id="2353" name="c-map-epsilon-0.3 8">
            <a:extLst xmlns:a="http://schemas.openxmlformats.org/drawingml/2006/main">
              <a:ext uri="{FF2B5EF4-FFF2-40B4-BE49-F238E27FC236}">
                <a16:creationId xmlns:a16="http://schemas.microsoft.com/office/drawing/2014/main" id="{E9FFBE46-1FCC-4AAE-86C4-A9513EC4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4199" y="4682185"/>
            <a:ext cx="148157" cy="21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8</a:t>
            </a:r>
          </a:p>
        </p:txBody>
      </p:sp>
      <p:sp>
        <p:nvSpPr>
          <p:cNvPr id="2354" name="c-map-epsilon-0.3 A61">
            <a:extLst xmlns:a="http://schemas.openxmlformats.org/drawingml/2006/main">
              <a:ext uri="{FF2B5EF4-FFF2-40B4-BE49-F238E27FC236}">
                <a16:creationId xmlns:a16="http://schemas.microsoft.com/office/drawing/2014/main" id="{8CF23B14-A6D2-456D-99EA-C6731D26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042" y="2637945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A61</a:t>
            </a:r>
          </a:p>
        </p:txBody>
      </p:sp>
      <p:sp>
        <p:nvSpPr>
          <p:cNvPr id="2355" name="c-map-epsilon-0.3 A62">
            <a:extLst xmlns:a="http://schemas.openxmlformats.org/drawingml/2006/main">
              <a:ext uri="{FF2B5EF4-FFF2-40B4-BE49-F238E27FC236}">
                <a16:creationId xmlns:a16="http://schemas.microsoft.com/office/drawing/2014/main" id="{C5C1D234-E229-4635-A352-CBB1128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4402" y="2932220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A62</a:t>
            </a:r>
          </a:p>
        </p:txBody>
      </p:sp>
      <p:sp>
        <p:nvSpPr>
          <p:cNvPr id="2356" name="c-map-epsilon-0.3 A63">
            <a:extLst xmlns:a="http://schemas.openxmlformats.org/drawingml/2006/main">
              <a:ext uri="{FF2B5EF4-FFF2-40B4-BE49-F238E27FC236}">
                <a16:creationId xmlns:a16="http://schemas.microsoft.com/office/drawing/2014/main" id="{E245EDA5-F0A4-4CD1-B30B-04B3DC0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0565" y="2654249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A63</a:t>
            </a:r>
          </a:p>
        </p:txBody>
      </p:sp>
      <p:sp>
        <p:nvSpPr>
          <p:cNvPr id="2357" name="c-map-epsilon-0.3 A64">
            <a:extLst xmlns:a="http://schemas.openxmlformats.org/drawingml/2006/main">
              <a:ext uri="{FF2B5EF4-FFF2-40B4-BE49-F238E27FC236}">
                <a16:creationId xmlns:a16="http://schemas.microsoft.com/office/drawing/2014/main" id="{06907FCD-8888-4B19-8B74-ECE6328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6729" y="2794195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A64</a:t>
            </a:r>
          </a:p>
        </p:txBody>
      </p:sp>
      <p:sp>
        <p:nvSpPr>
          <p:cNvPr id="2358" name="c-map-epsilon-0.3 A65">
            <a:extLst xmlns:a="http://schemas.openxmlformats.org/drawingml/2006/main">
              <a:ext uri="{FF2B5EF4-FFF2-40B4-BE49-F238E27FC236}">
                <a16:creationId xmlns:a16="http://schemas.microsoft.com/office/drawing/2014/main" id="{2973A7BC-E11F-4025-81C9-7F6BD4B4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2699" y="264308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A65</a:t>
            </a:r>
          </a:p>
        </p:txBody>
      </p:sp>
      <p:sp>
        <p:nvSpPr>
          <p:cNvPr id="2359" name="c-map-epsilon-0.3 A66">
            <a:extLst xmlns:a="http://schemas.openxmlformats.org/drawingml/2006/main">
              <a:ext uri="{FF2B5EF4-FFF2-40B4-BE49-F238E27FC236}">
                <a16:creationId xmlns:a16="http://schemas.microsoft.com/office/drawing/2014/main" id="{9D08A902-E33F-4D9E-AFB4-7E3F5283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9057" y="2783575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A66</a:t>
            </a:r>
          </a:p>
        </p:txBody>
      </p:sp>
      <p:sp>
        <p:nvSpPr>
          <p:cNvPr id="2360" name="c-map-epsilon-0.3 B61">
            <a:extLst xmlns:a="http://schemas.openxmlformats.org/drawingml/2006/main">
              <a:ext uri="{FF2B5EF4-FFF2-40B4-BE49-F238E27FC236}">
                <a16:creationId xmlns:a16="http://schemas.microsoft.com/office/drawing/2014/main" id="{6B887973-8106-43B3-8670-A1C2E29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042" y="417778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B61</a:t>
            </a:r>
          </a:p>
        </p:txBody>
      </p:sp>
      <p:sp>
        <p:nvSpPr>
          <p:cNvPr id="2361" name="c-map-epsilon-0.3 B62">
            <a:extLst xmlns:a="http://schemas.openxmlformats.org/drawingml/2006/main">
              <a:ext uri="{FF2B5EF4-FFF2-40B4-BE49-F238E27FC236}">
                <a16:creationId xmlns:a16="http://schemas.microsoft.com/office/drawing/2014/main" id="{877DC2DC-7181-4420-A480-C4391F3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4402" y="3962938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B62</a:t>
            </a:r>
          </a:p>
        </p:txBody>
      </p:sp>
      <p:sp>
        <p:nvSpPr>
          <p:cNvPr id="2362" name="c-map-epsilon-0.3 B63">
            <a:extLst xmlns:a="http://schemas.openxmlformats.org/drawingml/2006/main">
              <a:ext uri="{FF2B5EF4-FFF2-40B4-BE49-F238E27FC236}">
                <a16:creationId xmlns:a16="http://schemas.microsoft.com/office/drawing/2014/main" id="{B89FBB03-7A2F-40FA-98C8-5D9AD995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0565" y="4185434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B63</a:t>
            </a:r>
          </a:p>
        </p:txBody>
      </p:sp>
      <p:sp>
        <p:nvSpPr>
          <p:cNvPr id="2363" name="c-map-epsilon-0.3 B64">
            <a:extLst xmlns:a="http://schemas.openxmlformats.org/drawingml/2006/main">
              <a:ext uri="{FF2B5EF4-FFF2-40B4-BE49-F238E27FC236}">
                <a16:creationId xmlns:a16="http://schemas.microsoft.com/office/drawing/2014/main" id="{23B2442E-CFC7-4E7B-B131-99929B7F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6729" y="4113529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B64</a:t>
            </a:r>
          </a:p>
        </p:txBody>
      </p:sp>
      <p:sp>
        <p:nvSpPr>
          <p:cNvPr id="2364" name="c-map-epsilon-0.3 B65">
            <a:extLst xmlns:a="http://schemas.openxmlformats.org/drawingml/2006/main">
              <a:ext uri="{FF2B5EF4-FFF2-40B4-BE49-F238E27FC236}">
                <a16:creationId xmlns:a16="http://schemas.microsoft.com/office/drawing/2014/main" id="{BA8661EA-18D7-4591-A07C-5A0C8F9A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2699" y="4213032"/>
            <a:ext cx="31882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B65</a:t>
            </a:r>
          </a:p>
        </p:txBody>
      </p:sp>
      <p:sp>
        <p:nvSpPr>
          <p:cNvPr id="2365" name="c-map-epsilon-0.3 B66">
            <a:extLst xmlns:a="http://schemas.openxmlformats.org/drawingml/2006/main">
              <a:ext uri="{FF2B5EF4-FFF2-40B4-BE49-F238E27FC236}">
                <a16:creationId xmlns:a16="http://schemas.microsoft.com/office/drawing/2014/main" id="{80970B78-3012-4E9E-B645-CF32E98F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9057" y="4129019"/>
            <a:ext cx="318438" cy="187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B66</a:t>
            </a:r>
          </a:p>
        </p:txBody>
      </p:sp>
      <p:sp>
        <p:nvSpPr>
          <p:cNvPr id="2366" name="d-tree-epsilon-0.3-path-2308">
            <a:extLst xmlns:a="http://schemas.openxmlformats.org/drawingml/2006/main">
              <a:ext uri="{FF2B5EF4-FFF2-40B4-BE49-F238E27FC236}">
                <a16:creationId xmlns:a16="http://schemas.microsoft.com/office/drawing/2014/main" id="{735136BE-72BC-42EE-9756-D2DC3C9F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08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67" name="d-tree-epsilon-0.3-path-2309">
            <a:extLst xmlns:a="http://schemas.openxmlformats.org/drawingml/2006/main">
              <a:ext uri="{FF2B5EF4-FFF2-40B4-BE49-F238E27FC236}">
                <a16:creationId xmlns:a16="http://schemas.microsoft.com/office/drawing/2014/main" id="{F68BE9F3-BB3A-4002-AA78-B39C5D66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273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68" name="d-tree-epsilon-0.3-path-2310">
            <a:extLst xmlns:a="http://schemas.openxmlformats.org/drawingml/2006/main">
              <a:ext uri="{FF2B5EF4-FFF2-40B4-BE49-F238E27FC236}">
                <a16:creationId xmlns:a16="http://schemas.microsoft.com/office/drawing/2014/main" id="{0504D626-5608-4B0F-B0AE-125BE31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239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69" name="d-tree-epsilon-0.3-path-2311">
            <a:extLst xmlns:a="http://schemas.openxmlformats.org/drawingml/2006/main">
              <a:ext uri="{FF2B5EF4-FFF2-40B4-BE49-F238E27FC236}">
                <a16:creationId xmlns:a16="http://schemas.microsoft.com/office/drawing/2014/main" id="{63EFBDBC-4D9D-4ABF-B136-7938462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204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0" name="d-tree-epsilon-0.3-path-2312">
            <a:extLst xmlns:a="http://schemas.openxmlformats.org/drawingml/2006/main">
              <a:ext uri="{FF2B5EF4-FFF2-40B4-BE49-F238E27FC236}">
                <a16:creationId xmlns:a16="http://schemas.microsoft.com/office/drawing/2014/main" id="{3F8C3F42-DCA7-419B-8220-276CA6D2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169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1" name="d-tree-epsilon-0.3-path-2313">
            <a:extLst xmlns:a="http://schemas.openxmlformats.org/drawingml/2006/main">
              <a:ext uri="{FF2B5EF4-FFF2-40B4-BE49-F238E27FC236}">
                <a16:creationId xmlns:a16="http://schemas.microsoft.com/office/drawing/2014/main" id="{F4FD1BCB-9865-4BF5-A437-5279259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353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2" name="d-tree-epsilon-0.3-path-2314">
            <a:extLst xmlns:a="http://schemas.openxmlformats.org/drawingml/2006/main">
              <a:ext uri="{FF2B5EF4-FFF2-40B4-BE49-F238E27FC236}">
                <a16:creationId xmlns:a16="http://schemas.microsoft.com/office/drawing/2014/main" id="{0DBEB8BB-3DF5-4A94-9F14-C16AD20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00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3" name="d-tree-epsilon-0.3-path-2315">
            <a:extLst xmlns:a="http://schemas.openxmlformats.org/drawingml/2006/main">
              <a:ext uri="{FF2B5EF4-FFF2-40B4-BE49-F238E27FC236}">
                <a16:creationId xmlns:a16="http://schemas.microsoft.com/office/drawing/2014/main" id="{14189CF7-84EE-4D15-94F8-11A65D98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0660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4" name="d-tree-epsilon-0.3-path-2316">
            <a:extLst xmlns:a="http://schemas.openxmlformats.org/drawingml/2006/main">
              <a:ext uri="{FF2B5EF4-FFF2-40B4-BE49-F238E27FC236}">
                <a16:creationId xmlns:a16="http://schemas.microsoft.com/office/drawing/2014/main" id="{74C40295-B29E-4D54-B9DC-AF7DF5E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031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5" name="d-tree-epsilon-0.3-path-2317">
            <a:extLst xmlns:a="http://schemas.openxmlformats.org/drawingml/2006/main">
              <a:ext uri="{FF2B5EF4-FFF2-40B4-BE49-F238E27FC236}">
                <a16:creationId xmlns:a16="http://schemas.microsoft.com/office/drawing/2014/main" id="{A7DA9B86-2763-400F-97BB-FC6AF90B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96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6" name="d-tree-epsilon-0.3-path-2318">
            <a:extLst xmlns:a="http://schemas.openxmlformats.org/drawingml/2006/main">
              <a:ext uri="{FF2B5EF4-FFF2-40B4-BE49-F238E27FC236}">
                <a16:creationId xmlns:a16="http://schemas.microsoft.com/office/drawing/2014/main" id="{512FED15-DD00-464E-A92D-F756C1E9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962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7" name="d-tree-epsilon-0.3-path-2319">
            <a:extLst xmlns:a="http://schemas.openxmlformats.org/drawingml/2006/main">
              <a:ext uri="{FF2B5EF4-FFF2-40B4-BE49-F238E27FC236}">
                <a16:creationId xmlns:a16="http://schemas.microsoft.com/office/drawing/2014/main" id="{FB4DD78B-1672-4B30-9DEB-5E287BA9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27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8" name="d-tree-epsilon-0.3-path-2320">
            <a:extLst xmlns:a="http://schemas.openxmlformats.org/drawingml/2006/main">
              <a:ext uri="{FF2B5EF4-FFF2-40B4-BE49-F238E27FC236}">
                <a16:creationId xmlns:a16="http://schemas.microsoft.com/office/drawing/2014/main" id="{9A28B0D0-66FD-4666-A811-E676F9C3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92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79" name="d-tree-epsilon-0.3-path-2321">
            <a:extLst xmlns:a="http://schemas.openxmlformats.org/drawingml/2006/main">
              <a:ext uri="{FF2B5EF4-FFF2-40B4-BE49-F238E27FC236}">
                <a16:creationId xmlns:a16="http://schemas.microsoft.com/office/drawing/2014/main" id="{F4F7FC2F-A4E4-4BBA-97AF-5D3B58BD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858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0" name="d-tree-epsilon-0.3-path-2322">
            <a:extLst xmlns:a="http://schemas.openxmlformats.org/drawingml/2006/main">
              <a:ext uri="{FF2B5EF4-FFF2-40B4-BE49-F238E27FC236}">
                <a16:creationId xmlns:a16="http://schemas.microsoft.com/office/drawing/2014/main" id="{E1C6B1D9-C736-4106-9469-38AB662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086" y="6145653"/>
            <a:ext cx="125496" cy="476"/>
          </a:xfrm>
          <a:custGeom xmlns:a="http://schemas.openxmlformats.org/drawingml/2006/main">
            <a:pathLst>
              <a:path w="109083" h="476">
                <a:moveTo>
                  <a:pt x="0" y="0"/>
                </a:moveTo>
                <a:lnTo>
                  <a:pt x="1090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1" name="d-tree-epsilon-0.3-path-2323">
            <a:extLst xmlns:a="http://schemas.openxmlformats.org/drawingml/2006/main">
              <a:ext uri="{FF2B5EF4-FFF2-40B4-BE49-F238E27FC236}">
                <a16:creationId xmlns:a16="http://schemas.microsoft.com/office/drawing/2014/main" id="{6A362956-6305-4305-AA74-50AD80A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88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2" name="d-tree-epsilon-0.3-path-2324">
            <a:extLst xmlns:a="http://schemas.openxmlformats.org/drawingml/2006/main">
              <a:ext uri="{FF2B5EF4-FFF2-40B4-BE49-F238E27FC236}">
                <a16:creationId xmlns:a16="http://schemas.microsoft.com/office/drawing/2014/main" id="{978A2A70-913A-4DF3-9B1D-91C0E442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754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3" name="d-tree-epsilon-0.3-path-2325">
            <a:extLst xmlns:a="http://schemas.openxmlformats.org/drawingml/2006/main">
              <a:ext uri="{FF2B5EF4-FFF2-40B4-BE49-F238E27FC236}">
                <a16:creationId xmlns:a16="http://schemas.microsoft.com/office/drawing/2014/main" id="{C8552988-7732-4FD0-A7E8-CC2A8B4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888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4" name="d-tree-epsilon-0.3-path-2326">
            <a:extLst xmlns:a="http://schemas.openxmlformats.org/drawingml/2006/main">
              <a:ext uri="{FF2B5EF4-FFF2-40B4-BE49-F238E27FC236}">
                <a16:creationId xmlns:a16="http://schemas.microsoft.com/office/drawing/2014/main" id="{02586E37-82A0-4025-AB8C-E92C6B95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34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5" name="d-tree-epsilon-0.3-path-2327">
            <a:extLst xmlns:a="http://schemas.openxmlformats.org/drawingml/2006/main">
              <a:ext uri="{FF2B5EF4-FFF2-40B4-BE49-F238E27FC236}">
                <a16:creationId xmlns:a16="http://schemas.microsoft.com/office/drawing/2014/main" id="{61D7BE89-D959-4482-BC83-B740B8D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235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6" name="d-tree-epsilon-0.3-path-2328">
            <a:extLst xmlns:a="http://schemas.openxmlformats.org/drawingml/2006/main">
              <a:ext uri="{FF2B5EF4-FFF2-40B4-BE49-F238E27FC236}">
                <a16:creationId xmlns:a16="http://schemas.microsoft.com/office/drawing/2014/main" id="{E24C89FF-121C-48CD-A891-BE38C397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715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7" name="d-tree-epsilon-0.3-path-2329">
            <a:extLst xmlns:a="http://schemas.openxmlformats.org/drawingml/2006/main">
              <a:ext uri="{FF2B5EF4-FFF2-40B4-BE49-F238E27FC236}">
                <a16:creationId xmlns:a16="http://schemas.microsoft.com/office/drawing/2014/main" id="{B0FAA191-EC56-46E7-89AB-AC481219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7195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8" name="d-tree-epsilon-0.3-path-2330">
            <a:extLst xmlns:a="http://schemas.openxmlformats.org/drawingml/2006/main">
              <a:ext uri="{FF2B5EF4-FFF2-40B4-BE49-F238E27FC236}">
                <a16:creationId xmlns:a16="http://schemas.microsoft.com/office/drawing/2014/main" id="{911D1098-CF04-43ED-B7D2-6E6578B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5834" y="6123088"/>
            <a:ext cx="101362" cy="476"/>
          </a:xfrm>
          <a:custGeom xmlns:a="http://schemas.openxmlformats.org/drawingml/2006/main">
            <a:pathLst>
              <a:path w="88105" h="476">
                <a:moveTo>
                  <a:pt x="0" y="0"/>
                </a:moveTo>
                <a:lnTo>
                  <a:pt x="88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89" name="d-tree-epsilon-0.3-path-2331">
            <a:extLst xmlns:a="http://schemas.openxmlformats.org/drawingml/2006/main">
              <a:ext uri="{FF2B5EF4-FFF2-40B4-BE49-F238E27FC236}">
                <a16:creationId xmlns:a16="http://schemas.microsoft.com/office/drawing/2014/main" id="{B50AD6BE-4E55-46CD-A0E8-66794F4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43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0" name="d-tree-epsilon-0.3-path-2332">
            <a:extLst xmlns:a="http://schemas.openxmlformats.org/drawingml/2006/main">
              <a:ext uri="{FF2B5EF4-FFF2-40B4-BE49-F238E27FC236}">
                <a16:creationId xmlns:a16="http://schemas.microsoft.com/office/drawing/2014/main" id="{AF416486-F6F8-4D79-8689-16A0E572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6514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1" name="d-tree-epsilon-0.3-path-2333">
            <a:extLst xmlns:a="http://schemas.openxmlformats.org/drawingml/2006/main">
              <a:ext uri="{FF2B5EF4-FFF2-40B4-BE49-F238E27FC236}">
                <a16:creationId xmlns:a16="http://schemas.microsoft.com/office/drawing/2014/main" id="{BFA0AA2C-3E7E-4C46-B9CE-43E2653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433" y="6100523"/>
            <a:ext cx="123082" cy="476"/>
          </a:xfrm>
          <a:custGeom xmlns:a="http://schemas.openxmlformats.org/drawingml/2006/main">
            <a:pathLst>
              <a:path w="106985" h="476">
                <a:moveTo>
                  <a:pt x="0" y="0"/>
                </a:moveTo>
                <a:lnTo>
                  <a:pt x="106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2" name="d-tree-epsilon-0.3-path-2334">
            <a:extLst xmlns:a="http://schemas.openxmlformats.org/drawingml/2006/main">
              <a:ext uri="{FF2B5EF4-FFF2-40B4-BE49-F238E27FC236}">
                <a16:creationId xmlns:a16="http://schemas.microsoft.com/office/drawing/2014/main" id="{3B6F40E2-19F4-4357-A7AB-694BBE5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068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3" name="d-tree-epsilon-0.3-path-2335">
            <a:extLst xmlns:a="http://schemas.openxmlformats.org/drawingml/2006/main">
              <a:ext uri="{FF2B5EF4-FFF2-40B4-BE49-F238E27FC236}">
                <a16:creationId xmlns:a16="http://schemas.microsoft.com/office/drawing/2014/main" id="{1D43DAB2-AAEE-4612-89DF-6FE783DF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72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4" name="d-tree-epsilon-0.3-path-2336">
            <a:extLst xmlns:a="http://schemas.openxmlformats.org/drawingml/2006/main">
              <a:ext uri="{FF2B5EF4-FFF2-40B4-BE49-F238E27FC236}">
                <a16:creationId xmlns:a16="http://schemas.microsoft.com/office/drawing/2014/main" id="{D51297C8-3016-4AAE-8100-3E41BFE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5068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5" name="d-tree-epsilon-0.3-path-2337">
            <a:extLst xmlns:a="http://schemas.openxmlformats.org/drawingml/2006/main">
              <a:ext uri="{FF2B5EF4-FFF2-40B4-BE49-F238E27FC236}">
                <a16:creationId xmlns:a16="http://schemas.microsoft.com/office/drawing/2014/main" id="{8EC9F007-9CA7-43AC-BDF3-AB54E81C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682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6" name="d-tree-epsilon-0.3-path-2338">
            <a:extLst xmlns:a="http://schemas.openxmlformats.org/drawingml/2006/main">
              <a:ext uri="{FF2B5EF4-FFF2-40B4-BE49-F238E27FC236}">
                <a16:creationId xmlns:a16="http://schemas.microsoft.com/office/drawing/2014/main" id="{F07F39B6-2F40-4E7A-AD8C-0E658254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333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7" name="d-tree-epsilon-0.3-path-2339">
            <a:extLst xmlns:a="http://schemas.openxmlformats.org/drawingml/2006/main">
              <a:ext uri="{FF2B5EF4-FFF2-40B4-BE49-F238E27FC236}">
                <a16:creationId xmlns:a16="http://schemas.microsoft.com/office/drawing/2014/main" id="{52CF636E-03FE-4AC3-9174-3858307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682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8" name="d-tree-epsilon-0.3-path-2340">
            <a:extLst xmlns:a="http://schemas.openxmlformats.org/drawingml/2006/main">
              <a:ext uri="{FF2B5EF4-FFF2-40B4-BE49-F238E27FC236}">
                <a16:creationId xmlns:a16="http://schemas.microsoft.com/office/drawing/2014/main" id="{3B273688-8D87-4808-85AB-74B6BFA1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7493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399" name="d-tree-epsilon-0.3-path-2341">
            <a:extLst xmlns:a="http://schemas.openxmlformats.org/drawingml/2006/main">
              <a:ext uri="{FF2B5EF4-FFF2-40B4-BE49-F238E27FC236}">
                <a16:creationId xmlns:a16="http://schemas.microsoft.com/office/drawing/2014/main" id="{16B5918B-88B3-4DB8-A68A-BE6578E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147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0" name="d-tree-epsilon-0.3-path-2342">
            <a:extLst xmlns:a="http://schemas.openxmlformats.org/drawingml/2006/main">
              <a:ext uri="{FF2B5EF4-FFF2-40B4-BE49-F238E27FC236}">
                <a16:creationId xmlns:a16="http://schemas.microsoft.com/office/drawing/2014/main" id="{822FB687-C09C-43D9-92DE-798960E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800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1" name="d-tree-epsilon-0.3-path-2343">
            <a:extLst xmlns:a="http://schemas.openxmlformats.org/drawingml/2006/main">
              <a:ext uri="{FF2B5EF4-FFF2-40B4-BE49-F238E27FC236}">
                <a16:creationId xmlns:a16="http://schemas.microsoft.com/office/drawing/2014/main" id="{92ED1490-EA19-4109-B2A4-39BDD761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6454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2" name="d-tree-epsilon-0.3-path-2344">
            <a:extLst xmlns:a="http://schemas.openxmlformats.org/drawingml/2006/main">
              <a:ext uri="{FF2B5EF4-FFF2-40B4-BE49-F238E27FC236}">
                <a16:creationId xmlns:a16="http://schemas.microsoft.com/office/drawing/2014/main" id="{FE695160-0794-486B-88EF-93F786C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107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3" name="d-tree-epsilon-0.3-path-2345">
            <a:extLst xmlns:a="http://schemas.openxmlformats.org/drawingml/2006/main">
              <a:ext uri="{FF2B5EF4-FFF2-40B4-BE49-F238E27FC236}">
                <a16:creationId xmlns:a16="http://schemas.microsoft.com/office/drawing/2014/main" id="{9C3A9DA2-A3EF-4D46-805F-5F32D66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5761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4" name="d-tree-epsilon-0.3-path-2346">
            <a:extLst xmlns:a="http://schemas.openxmlformats.org/drawingml/2006/main">
              <a:ext uri="{FF2B5EF4-FFF2-40B4-BE49-F238E27FC236}">
                <a16:creationId xmlns:a16="http://schemas.microsoft.com/office/drawing/2014/main" id="{63E2E236-82F9-431D-AF77-EEBDEA5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414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5" name="d-tree-epsilon-0.3-path-2347">
            <a:extLst xmlns:a="http://schemas.openxmlformats.org/drawingml/2006/main">
              <a:ext uri="{FF2B5EF4-FFF2-40B4-BE49-F238E27FC236}">
                <a16:creationId xmlns:a16="http://schemas.microsoft.com/office/drawing/2014/main" id="{CF1C3796-1E5E-4E86-BD56-7579235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9894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6" name="d-tree-epsilon-0.3-path-2348">
            <a:extLst xmlns:a="http://schemas.openxmlformats.org/drawingml/2006/main">
              <a:ext uri="{FF2B5EF4-FFF2-40B4-BE49-F238E27FC236}">
                <a16:creationId xmlns:a16="http://schemas.microsoft.com/office/drawing/2014/main" id="{4861DFAF-535F-4031-AE75-1F42F0B2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375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7" name="d-tree-epsilon-0.3-path-2349">
            <a:extLst xmlns:a="http://schemas.openxmlformats.org/drawingml/2006/main">
              <a:ext uri="{FF2B5EF4-FFF2-40B4-BE49-F238E27FC236}">
                <a16:creationId xmlns:a16="http://schemas.microsoft.com/office/drawing/2014/main" id="{5C99445A-4BC5-49EF-BD5A-FA75C75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4029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8" name="d-tree-epsilon-0.3-path-2350">
            <a:extLst xmlns:a="http://schemas.openxmlformats.org/drawingml/2006/main">
              <a:ext uri="{FF2B5EF4-FFF2-40B4-BE49-F238E27FC236}">
                <a16:creationId xmlns:a16="http://schemas.microsoft.com/office/drawing/2014/main" id="{5CF9DD6F-F413-4E8B-B8E1-0EB081E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8508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09" name="d-tree-epsilon-0.3-path-2351">
            <a:extLst xmlns:a="http://schemas.openxmlformats.org/drawingml/2006/main">
              <a:ext uri="{FF2B5EF4-FFF2-40B4-BE49-F238E27FC236}">
                <a16:creationId xmlns:a16="http://schemas.microsoft.com/office/drawing/2014/main" id="{AD8D2CEA-19B8-4E83-B80A-EFA4F38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7493" y="6123088"/>
            <a:ext cx="111015" cy="476"/>
          </a:xfrm>
          <a:custGeom xmlns:a="http://schemas.openxmlformats.org/drawingml/2006/main">
            <a:pathLst>
              <a:path w="96496" h="476">
                <a:moveTo>
                  <a:pt x="0" y="0"/>
                </a:moveTo>
                <a:lnTo>
                  <a:pt x="96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0" name="d-tree-epsilon-0.3-path-2352">
            <a:extLst xmlns:a="http://schemas.openxmlformats.org/drawingml/2006/main">
              <a:ext uri="{FF2B5EF4-FFF2-40B4-BE49-F238E27FC236}">
                <a16:creationId xmlns:a16="http://schemas.microsoft.com/office/drawing/2014/main" id="{DC71D70E-C6A9-4ED9-80C3-38729795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216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1" name="d-tree-epsilon-0.3-path-2353">
            <a:extLst xmlns:a="http://schemas.openxmlformats.org/drawingml/2006/main">
              <a:ext uri="{FF2B5EF4-FFF2-40B4-BE49-F238E27FC236}">
                <a16:creationId xmlns:a16="http://schemas.microsoft.com/office/drawing/2014/main" id="{A80457A6-FD1A-4C0A-80B7-3F9FAAB6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9870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2" name="d-tree-epsilon-0.3-path-2354">
            <a:extLst xmlns:a="http://schemas.openxmlformats.org/drawingml/2006/main">
              <a:ext uri="{FF2B5EF4-FFF2-40B4-BE49-F238E27FC236}">
                <a16:creationId xmlns:a16="http://schemas.microsoft.com/office/drawing/2014/main" id="{8197C06B-667A-4276-86A3-37E3829A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0216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3" name="d-tree-epsilon-0.3-path-2355">
            <a:extLst xmlns:a="http://schemas.openxmlformats.org/drawingml/2006/main">
              <a:ext uri="{FF2B5EF4-FFF2-40B4-BE49-F238E27FC236}">
                <a16:creationId xmlns:a16="http://schemas.microsoft.com/office/drawing/2014/main" id="{46D7620F-7A80-4811-993C-D60E0F45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001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4" name="d-tree-epsilon-0.3-path-2356">
            <a:extLst xmlns:a="http://schemas.openxmlformats.org/drawingml/2006/main">
              <a:ext uri="{FF2B5EF4-FFF2-40B4-BE49-F238E27FC236}">
                <a16:creationId xmlns:a16="http://schemas.microsoft.com/office/drawing/2014/main" id="{01087DF3-499C-42E1-A690-A717FFC8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988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5" name="d-tree-epsilon-0.3-path-2357">
            <a:extLst xmlns:a="http://schemas.openxmlformats.org/drawingml/2006/main">
              <a:ext uri="{FF2B5EF4-FFF2-40B4-BE49-F238E27FC236}">
                <a16:creationId xmlns:a16="http://schemas.microsoft.com/office/drawing/2014/main" id="{20AFD843-4A0A-4442-95E0-D032034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642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6" name="d-tree-epsilon-0.3-path-2358">
            <a:extLst xmlns:a="http://schemas.openxmlformats.org/drawingml/2006/main">
              <a:ext uri="{FF2B5EF4-FFF2-40B4-BE49-F238E27FC236}">
                <a16:creationId xmlns:a16="http://schemas.microsoft.com/office/drawing/2014/main" id="{B6CA9D93-6FA7-4800-85B4-8E8DA45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2295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7" name="d-tree-epsilon-0.3-path-2359">
            <a:extLst xmlns:a="http://schemas.openxmlformats.org/drawingml/2006/main">
              <a:ext uri="{FF2B5EF4-FFF2-40B4-BE49-F238E27FC236}">
                <a16:creationId xmlns:a16="http://schemas.microsoft.com/office/drawing/2014/main" id="{372FF593-6091-46D7-99BD-3857E9B1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949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8" name="d-tree-epsilon-0.3-path-2360">
            <a:extLst xmlns:a="http://schemas.openxmlformats.org/drawingml/2006/main">
              <a:ext uri="{FF2B5EF4-FFF2-40B4-BE49-F238E27FC236}">
                <a16:creationId xmlns:a16="http://schemas.microsoft.com/office/drawing/2014/main" id="{3D05F12C-C19F-4335-BFE4-FED2D0A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02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19" name="d-tree-epsilon-0.3-path-2361">
            <a:extLst xmlns:a="http://schemas.openxmlformats.org/drawingml/2006/main">
              <a:ext uri="{FF2B5EF4-FFF2-40B4-BE49-F238E27FC236}">
                <a16:creationId xmlns:a16="http://schemas.microsoft.com/office/drawing/2014/main" id="{B8D39B3D-BA9A-44EA-AD81-76112ECA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1256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0" name="d-tree-epsilon-0.3-path-2362">
            <a:extLst xmlns:a="http://schemas.openxmlformats.org/drawingml/2006/main">
              <a:ext uri="{FF2B5EF4-FFF2-40B4-BE49-F238E27FC236}">
                <a16:creationId xmlns:a16="http://schemas.microsoft.com/office/drawing/2014/main" id="{F7646610-590F-46DB-9FC2-F9154165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0909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1" name="d-tree-epsilon-0.3-path-2363">
            <a:extLst xmlns:a="http://schemas.openxmlformats.org/drawingml/2006/main">
              <a:ext uri="{FF2B5EF4-FFF2-40B4-BE49-F238E27FC236}">
                <a16:creationId xmlns:a16="http://schemas.microsoft.com/office/drawing/2014/main" id="{E830EE58-C7AD-490E-9758-B08C42C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056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2" name="d-tree-epsilon-0.3-path-2364">
            <a:extLst xmlns:a="http://schemas.openxmlformats.org/drawingml/2006/main">
              <a:ext uri="{FF2B5EF4-FFF2-40B4-BE49-F238E27FC236}">
                <a16:creationId xmlns:a16="http://schemas.microsoft.com/office/drawing/2014/main" id="{7C2B69E5-9D47-4BDC-9A79-83D6D25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5044" y="6100523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3" name="d-tree-epsilon-0.3-path-2365">
            <a:extLst xmlns:a="http://schemas.openxmlformats.org/drawingml/2006/main">
              <a:ext uri="{FF2B5EF4-FFF2-40B4-BE49-F238E27FC236}">
                <a16:creationId xmlns:a16="http://schemas.microsoft.com/office/drawing/2014/main" id="{B4F566A2-E262-4BEB-9A58-9561534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52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4" name="d-tree-epsilon-0.3-path-2366">
            <a:extLst xmlns:a="http://schemas.openxmlformats.org/drawingml/2006/main">
              <a:ext uri="{FF2B5EF4-FFF2-40B4-BE49-F238E27FC236}">
                <a16:creationId xmlns:a16="http://schemas.microsoft.com/office/drawing/2014/main" id="{98A50927-B673-4DD4-B2C9-69507D3B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9177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5" name="d-tree-epsilon-0.3-path-2367">
            <a:extLst xmlns:a="http://schemas.openxmlformats.org/drawingml/2006/main">
              <a:ext uri="{FF2B5EF4-FFF2-40B4-BE49-F238E27FC236}">
                <a16:creationId xmlns:a16="http://schemas.microsoft.com/office/drawing/2014/main" id="{92313F12-6326-4ADA-AA67-85FDA2F0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8830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6" name="d-tree-epsilon-0.3-path-2368">
            <a:extLst xmlns:a="http://schemas.openxmlformats.org/drawingml/2006/main">
              <a:ext uri="{FF2B5EF4-FFF2-40B4-BE49-F238E27FC236}">
                <a16:creationId xmlns:a16="http://schemas.microsoft.com/office/drawing/2014/main" id="{A00FCAAC-1CCD-4112-AA65-305A54D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484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7" name="d-tree-epsilon-0.3-path-2369">
            <a:extLst xmlns:a="http://schemas.openxmlformats.org/drawingml/2006/main">
              <a:ext uri="{FF2B5EF4-FFF2-40B4-BE49-F238E27FC236}">
                <a16:creationId xmlns:a16="http://schemas.microsoft.com/office/drawing/2014/main" id="{8F2B2F47-BBA7-4743-AE87-4A6E2F6A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001" y="6100523"/>
            <a:ext cx="195483" cy="476"/>
          </a:xfrm>
          <a:custGeom xmlns:a="http://schemas.openxmlformats.org/drawingml/2006/main">
            <a:pathLst>
              <a:path w="169917" h="476">
                <a:moveTo>
                  <a:pt x="0" y="0"/>
                </a:moveTo>
                <a:lnTo>
                  <a:pt x="1699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8" name="d-tree-epsilon-0.3-path-2370">
            <a:extLst xmlns:a="http://schemas.openxmlformats.org/drawingml/2006/main">
              <a:ext uri="{FF2B5EF4-FFF2-40B4-BE49-F238E27FC236}">
                <a16:creationId xmlns:a16="http://schemas.microsoft.com/office/drawing/2014/main" id="{DCD0CDB9-3FD8-4519-9851-A4D05901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3384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29" name="d-tree-epsilon-0.3-path-2371">
            <a:extLst xmlns:a="http://schemas.openxmlformats.org/drawingml/2006/main">
              <a:ext uri="{FF2B5EF4-FFF2-40B4-BE49-F238E27FC236}">
                <a16:creationId xmlns:a16="http://schemas.microsoft.com/office/drawing/2014/main" id="{0BD06E88-B2A5-4874-AC39-FAC84C0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3037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0" name="d-tree-epsilon-0.3-path-2372">
            <a:extLst xmlns:a="http://schemas.openxmlformats.org/drawingml/2006/main">
              <a:ext uri="{FF2B5EF4-FFF2-40B4-BE49-F238E27FC236}">
                <a16:creationId xmlns:a16="http://schemas.microsoft.com/office/drawing/2014/main" id="{5927D187-00FC-4537-B353-D7C793D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2690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1" name="d-tree-epsilon-0.3-path-2373">
            <a:extLst xmlns:a="http://schemas.openxmlformats.org/drawingml/2006/main">
              <a:ext uri="{FF2B5EF4-FFF2-40B4-BE49-F238E27FC236}">
                <a16:creationId xmlns:a16="http://schemas.microsoft.com/office/drawing/2014/main" id="{D2F81F11-31BD-4BB2-8DAF-5894F84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2344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2" name="d-tree-epsilon-0.3-path-2374">
            <a:extLst xmlns:a="http://schemas.openxmlformats.org/drawingml/2006/main">
              <a:ext uri="{FF2B5EF4-FFF2-40B4-BE49-F238E27FC236}">
                <a16:creationId xmlns:a16="http://schemas.microsoft.com/office/drawing/2014/main" id="{A231D307-8286-4DC7-8763-ED2945D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1997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3" name="d-tree-epsilon-0.3-path-2375">
            <a:extLst xmlns:a="http://schemas.openxmlformats.org/drawingml/2006/main">
              <a:ext uri="{FF2B5EF4-FFF2-40B4-BE49-F238E27FC236}">
                <a16:creationId xmlns:a16="http://schemas.microsoft.com/office/drawing/2014/main" id="{E9163B5B-01CF-4B5F-BF52-8AC6685B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65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4" name="d-tree-epsilon-0.3-path-2376">
            <a:extLst xmlns:a="http://schemas.openxmlformats.org/drawingml/2006/main">
              <a:ext uri="{FF2B5EF4-FFF2-40B4-BE49-F238E27FC236}">
                <a16:creationId xmlns:a16="http://schemas.microsoft.com/office/drawing/2014/main" id="{971198C4-EADE-4799-A190-8D2449D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1304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5" name="d-tree-epsilon-0.3-path-2377">
            <a:extLst xmlns:a="http://schemas.openxmlformats.org/drawingml/2006/main">
              <a:ext uri="{FF2B5EF4-FFF2-40B4-BE49-F238E27FC236}">
                <a16:creationId xmlns:a16="http://schemas.microsoft.com/office/drawing/2014/main" id="{F1BC3BDF-DA80-439E-8223-7944B44F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958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6" name="d-tree-epsilon-0.3-path-2378">
            <a:extLst xmlns:a="http://schemas.openxmlformats.org/drawingml/2006/main">
              <a:ext uri="{FF2B5EF4-FFF2-40B4-BE49-F238E27FC236}">
                <a16:creationId xmlns:a16="http://schemas.microsoft.com/office/drawing/2014/main" id="{1BA1E7C0-54C3-4A92-B119-AE5D168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061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7" name="d-tree-epsilon-0.3-path-2379">
            <a:extLst xmlns:a="http://schemas.openxmlformats.org/drawingml/2006/main">
              <a:ext uri="{FF2B5EF4-FFF2-40B4-BE49-F238E27FC236}">
                <a16:creationId xmlns:a16="http://schemas.microsoft.com/office/drawing/2014/main" id="{2A4BC185-9EE5-449C-94B6-3971A7A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265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8" name="d-tree-epsilon-0.3-path-2380">
            <a:extLst xmlns:a="http://schemas.openxmlformats.org/drawingml/2006/main">
              <a:ext uri="{FF2B5EF4-FFF2-40B4-BE49-F238E27FC236}">
                <a16:creationId xmlns:a16="http://schemas.microsoft.com/office/drawing/2014/main" id="{D7E46BAF-1039-42BA-B2BB-D5CB8681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9919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39" name="d-tree-epsilon-0.3-path-2381">
            <a:extLst xmlns:a="http://schemas.openxmlformats.org/drawingml/2006/main">
              <a:ext uri="{FF2B5EF4-FFF2-40B4-BE49-F238E27FC236}">
                <a16:creationId xmlns:a16="http://schemas.microsoft.com/office/drawing/2014/main" id="{E3CB1FD8-DDD7-4E77-9B84-07DDAD5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572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0" name="d-tree-epsilon-0.3-path-2382">
            <a:extLst xmlns:a="http://schemas.openxmlformats.org/drawingml/2006/main">
              <a:ext uri="{FF2B5EF4-FFF2-40B4-BE49-F238E27FC236}">
                <a16:creationId xmlns:a16="http://schemas.microsoft.com/office/drawing/2014/main" id="{D785125F-50F4-4B45-8878-A81F7AB9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226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1" name="d-tree-epsilon-0.3-path-2383">
            <a:extLst xmlns:a="http://schemas.openxmlformats.org/drawingml/2006/main">
              <a:ext uri="{FF2B5EF4-FFF2-40B4-BE49-F238E27FC236}">
                <a16:creationId xmlns:a16="http://schemas.microsoft.com/office/drawing/2014/main" id="{D2D72507-C4DE-45ED-90D2-D7ECB6E1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8879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2" name="d-tree-epsilon-0.3-path-2384">
            <a:extLst xmlns:a="http://schemas.openxmlformats.org/drawingml/2006/main">
              <a:ext uri="{FF2B5EF4-FFF2-40B4-BE49-F238E27FC236}">
                <a16:creationId xmlns:a16="http://schemas.microsoft.com/office/drawing/2014/main" id="{C0937D9B-BA9F-45F6-9C3A-CAA36B9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8533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3" name="d-tree-epsilon-0.3-path-2385">
            <a:extLst xmlns:a="http://schemas.openxmlformats.org/drawingml/2006/main">
              <a:ext uri="{FF2B5EF4-FFF2-40B4-BE49-F238E27FC236}">
                <a16:creationId xmlns:a16="http://schemas.microsoft.com/office/drawing/2014/main" id="{151FA948-716E-4455-8C79-FF1D056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8186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4" name="d-tree-epsilon-0.3-path-2386">
            <a:extLst xmlns:a="http://schemas.openxmlformats.org/drawingml/2006/main">
              <a:ext uri="{FF2B5EF4-FFF2-40B4-BE49-F238E27FC236}">
                <a16:creationId xmlns:a16="http://schemas.microsoft.com/office/drawing/2014/main" id="{728DE1BD-D2D1-46B1-AB0C-3FB2DF4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7840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5" name="d-tree-epsilon-0.3-path-2387">
            <a:extLst xmlns:a="http://schemas.openxmlformats.org/drawingml/2006/main">
              <a:ext uri="{FF2B5EF4-FFF2-40B4-BE49-F238E27FC236}">
                <a16:creationId xmlns:a16="http://schemas.microsoft.com/office/drawing/2014/main" id="{FF3FA2EC-251A-499E-A324-B2A40728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0742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6" name="d-tree-epsilon-0.3-path-2388">
            <a:extLst xmlns:a="http://schemas.openxmlformats.org/drawingml/2006/main">
              <a:ext uri="{FF2B5EF4-FFF2-40B4-BE49-F238E27FC236}">
                <a16:creationId xmlns:a16="http://schemas.microsoft.com/office/drawing/2014/main" id="{4A766CA5-7600-48CB-A957-FBA83DF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3384" y="6077958"/>
            <a:ext cx="317359" cy="476"/>
          </a:xfrm>
          <a:custGeom xmlns:a="http://schemas.openxmlformats.org/drawingml/2006/main">
            <a:pathLst>
              <a:path w="275853" h="476">
                <a:moveTo>
                  <a:pt x="0" y="0"/>
                </a:moveTo>
                <a:lnTo>
                  <a:pt x="2758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7" name="d-tree-epsilon-0.3-path-2389">
            <a:extLst xmlns:a="http://schemas.openxmlformats.org/drawingml/2006/main">
              <a:ext uri="{FF2B5EF4-FFF2-40B4-BE49-F238E27FC236}">
                <a16:creationId xmlns:a16="http://schemas.microsoft.com/office/drawing/2014/main" id="{51842765-7931-4565-B6BD-79EDC8C3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063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8" name="d-tree-epsilon-0.3-path-2390">
            <a:extLst xmlns:a="http://schemas.openxmlformats.org/drawingml/2006/main">
              <a:ext uri="{FF2B5EF4-FFF2-40B4-BE49-F238E27FC236}">
                <a16:creationId xmlns:a16="http://schemas.microsoft.com/office/drawing/2014/main" id="{DB78C57F-01E4-4B2F-B7FB-3BD05B73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138" y="6055393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49" name="d-tree-epsilon-0.3-path-2391">
            <a:extLst xmlns:a="http://schemas.openxmlformats.org/drawingml/2006/main">
              <a:ext uri="{FF2B5EF4-FFF2-40B4-BE49-F238E27FC236}">
                <a16:creationId xmlns:a16="http://schemas.microsoft.com/office/drawing/2014/main" id="{847BDF73-805C-49A9-A0CA-9D317D0C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063" y="6055393"/>
            <a:ext cx="266074" cy="476"/>
          </a:xfrm>
          <a:custGeom xmlns:a="http://schemas.openxmlformats.org/drawingml/2006/main">
            <a:pathLst>
              <a:path w="231276" h="476">
                <a:moveTo>
                  <a:pt x="0" y="0"/>
                </a:moveTo>
                <a:lnTo>
                  <a:pt x="2312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0" name="d-tree-epsilon-0.3-path-2392">
            <a:extLst xmlns:a="http://schemas.openxmlformats.org/drawingml/2006/main">
              <a:ext uri="{FF2B5EF4-FFF2-40B4-BE49-F238E27FC236}">
                <a16:creationId xmlns:a16="http://schemas.microsoft.com/office/drawing/2014/main" id="{66160F6B-F1CE-414D-A867-B15A484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6849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A02C87"/>
            </a:solidFill>
            <a:prstDash val="solid"/>
          </a:ln>
        </p:spPr>
      </p:sp>
      <p:sp>
        <p:nvSpPr>
          <p:cNvPr id="2451" name="d-tree-epsilon-0.3-path-2393">
            <a:extLst xmlns:a="http://schemas.openxmlformats.org/drawingml/2006/main">
              <a:ext uri="{FF2B5EF4-FFF2-40B4-BE49-F238E27FC236}">
                <a16:creationId xmlns:a16="http://schemas.microsoft.com/office/drawing/2014/main" id="{3B302FD0-A84C-4271-A798-D2166861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6502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2" name="d-tree-epsilon-0.3-path-2394">
            <a:extLst xmlns:a="http://schemas.openxmlformats.org/drawingml/2006/main">
              <a:ext uri="{FF2B5EF4-FFF2-40B4-BE49-F238E27FC236}">
                <a16:creationId xmlns:a16="http://schemas.microsoft.com/office/drawing/2014/main" id="{AF9E8497-4B9E-4016-A2D7-FFF028B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6156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3" name="d-tree-epsilon-0.3-path-2395">
            <a:extLst xmlns:a="http://schemas.openxmlformats.org/drawingml/2006/main">
              <a:ext uri="{FF2B5EF4-FFF2-40B4-BE49-F238E27FC236}">
                <a16:creationId xmlns:a16="http://schemas.microsoft.com/office/drawing/2014/main" id="{36D1767B-C202-4BDA-8807-0A15E26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5810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4" name="d-tree-epsilon-0.3-path-2396">
            <a:extLst xmlns:a="http://schemas.openxmlformats.org/drawingml/2006/main">
              <a:ext uri="{FF2B5EF4-FFF2-40B4-BE49-F238E27FC236}">
                <a16:creationId xmlns:a16="http://schemas.microsoft.com/office/drawing/2014/main" id="{F4AEF3CA-7ABF-48D5-ACC0-A10BB73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5463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5" name="d-tree-epsilon-0.3-path-2397">
            <a:extLst xmlns:a="http://schemas.openxmlformats.org/drawingml/2006/main">
              <a:ext uri="{FF2B5EF4-FFF2-40B4-BE49-F238E27FC236}">
                <a16:creationId xmlns:a16="http://schemas.microsoft.com/office/drawing/2014/main" id="{F8815908-5585-466F-91FA-9090705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5117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6" name="d-tree-epsilon-0.3-path-2398">
            <a:extLst xmlns:a="http://schemas.openxmlformats.org/drawingml/2006/main">
              <a:ext uri="{FF2B5EF4-FFF2-40B4-BE49-F238E27FC236}">
                <a16:creationId xmlns:a16="http://schemas.microsoft.com/office/drawing/2014/main" id="{636F1B9D-E2F8-499D-93DA-3F0FA43A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4770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7" name="d-tree-epsilon-0.3-path-2399">
            <a:extLst xmlns:a="http://schemas.openxmlformats.org/drawingml/2006/main">
              <a:ext uri="{FF2B5EF4-FFF2-40B4-BE49-F238E27FC236}">
                <a16:creationId xmlns:a16="http://schemas.microsoft.com/office/drawing/2014/main" id="{28918A9C-FF8A-4174-B34B-4EE1C86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4424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8" name="d-tree-epsilon-0.3-path-2400">
            <a:extLst xmlns:a="http://schemas.openxmlformats.org/drawingml/2006/main">
              <a:ext uri="{FF2B5EF4-FFF2-40B4-BE49-F238E27FC236}">
                <a16:creationId xmlns:a16="http://schemas.microsoft.com/office/drawing/2014/main" id="{318095E9-7DDC-4F53-8B30-B5C49289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077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59" name="d-tree-epsilon-0.3-path-2401">
            <a:extLst xmlns:a="http://schemas.openxmlformats.org/drawingml/2006/main">
              <a:ext uri="{FF2B5EF4-FFF2-40B4-BE49-F238E27FC236}">
                <a16:creationId xmlns:a16="http://schemas.microsoft.com/office/drawing/2014/main" id="{EE375847-2FC6-465C-A9D7-81AB980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3731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0" name="d-tree-epsilon-0.3-path-2402">
            <a:extLst xmlns:a="http://schemas.openxmlformats.org/drawingml/2006/main">
              <a:ext uri="{FF2B5EF4-FFF2-40B4-BE49-F238E27FC236}">
                <a16:creationId xmlns:a16="http://schemas.microsoft.com/office/drawing/2014/main" id="{7E35AF76-961E-4847-9BBA-20B8B596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5100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1" name="d-tree-epsilon-0.3-path-2403">
            <a:extLst xmlns:a="http://schemas.openxmlformats.org/drawingml/2006/main">
              <a:ext uri="{FF2B5EF4-FFF2-40B4-BE49-F238E27FC236}">
                <a16:creationId xmlns:a16="http://schemas.microsoft.com/office/drawing/2014/main" id="{8A12EE5E-D75E-4ADE-A401-21CCF97E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6849" y="6032828"/>
            <a:ext cx="388251" cy="476"/>
          </a:xfrm>
          <a:custGeom xmlns:a="http://schemas.openxmlformats.org/drawingml/2006/main">
            <a:pathLst>
              <a:path w="337474" h="476">
                <a:moveTo>
                  <a:pt x="0" y="0"/>
                </a:moveTo>
                <a:lnTo>
                  <a:pt x="337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2" name="d-tree-epsilon-0.3-path-2404">
            <a:extLst xmlns:a="http://schemas.openxmlformats.org/drawingml/2006/main">
              <a:ext uri="{FF2B5EF4-FFF2-40B4-BE49-F238E27FC236}">
                <a16:creationId xmlns:a16="http://schemas.microsoft.com/office/drawing/2014/main" id="{91A2D000-FD0B-479B-A6E4-FA18287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975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3" name="d-tree-epsilon-0.3-path-2405">
            <a:extLst xmlns:a="http://schemas.openxmlformats.org/drawingml/2006/main">
              <a:ext uri="{FF2B5EF4-FFF2-40B4-BE49-F238E27FC236}">
                <a16:creationId xmlns:a16="http://schemas.microsoft.com/office/drawing/2014/main" id="{CACFFB8A-F3F1-4702-86CB-E50AB13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7791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4" name="d-tree-epsilon-0.3-path-2406">
            <a:extLst xmlns:a="http://schemas.openxmlformats.org/drawingml/2006/main">
              <a:ext uri="{FF2B5EF4-FFF2-40B4-BE49-F238E27FC236}">
                <a16:creationId xmlns:a16="http://schemas.microsoft.com/office/drawing/2014/main" id="{8B15F39C-3C85-4DC0-92BD-9AF34E63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445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5" name="d-tree-epsilon-0.3-path-2407">
            <a:extLst xmlns:a="http://schemas.openxmlformats.org/drawingml/2006/main">
              <a:ext uri="{FF2B5EF4-FFF2-40B4-BE49-F238E27FC236}">
                <a16:creationId xmlns:a16="http://schemas.microsoft.com/office/drawing/2014/main" id="{E3A49745-B837-4DE6-852F-9F8E19DB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7098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6" name="d-tree-epsilon-0.3-path-2408">
            <a:extLst xmlns:a="http://schemas.openxmlformats.org/drawingml/2006/main">
              <a:ext uri="{FF2B5EF4-FFF2-40B4-BE49-F238E27FC236}">
                <a16:creationId xmlns:a16="http://schemas.microsoft.com/office/drawing/2014/main" id="{68301625-B2A2-4C68-A3BC-9D5A4A03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975" y="6010263"/>
            <a:ext cx="356124" cy="476"/>
          </a:xfrm>
          <a:custGeom xmlns:a="http://schemas.openxmlformats.org/drawingml/2006/main">
            <a:pathLst>
              <a:path w="309548" h="476">
                <a:moveTo>
                  <a:pt x="0" y="0"/>
                </a:moveTo>
                <a:lnTo>
                  <a:pt x="3095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7" name="d-tree-epsilon-0.3-path-2409">
            <a:extLst xmlns:a="http://schemas.openxmlformats.org/drawingml/2006/main">
              <a:ext uri="{FF2B5EF4-FFF2-40B4-BE49-F238E27FC236}">
                <a16:creationId xmlns:a16="http://schemas.microsoft.com/office/drawing/2014/main" id="{2A07D3FD-9B9E-4B3A-947D-952CE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9036" y="598769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8" name="d-tree-epsilon-0.3-path-2410">
            <a:extLst xmlns:a="http://schemas.openxmlformats.org/drawingml/2006/main">
              <a:ext uri="{FF2B5EF4-FFF2-40B4-BE49-F238E27FC236}">
                <a16:creationId xmlns:a16="http://schemas.microsoft.com/office/drawing/2014/main" id="{AAF3CA67-6C42-48C6-B0B3-87371F0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6752" y="5987697"/>
            <a:ext cx="548" cy="180520"/>
          </a:xfrm>
          <a:custGeom xmlns:a="http://schemas.openxmlformats.org/drawingml/2006/main">
            <a:pathLst>
              <a:path w="476" h="180520">
                <a:moveTo>
                  <a:pt x="0" y="1805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69" name="d-tree-epsilon-0.3-path-2411">
            <a:extLst xmlns:a="http://schemas.openxmlformats.org/drawingml/2006/main">
              <a:ext uri="{FF2B5EF4-FFF2-40B4-BE49-F238E27FC236}">
                <a16:creationId xmlns:a16="http://schemas.microsoft.com/office/drawing/2014/main" id="{3613E319-F581-44AF-A17E-D8356A8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9036" y="5987697"/>
            <a:ext cx="187715" cy="476"/>
          </a:xfrm>
          <a:custGeom xmlns:a="http://schemas.openxmlformats.org/drawingml/2006/main">
            <a:pathLst>
              <a:path w="163165" h="476">
                <a:moveTo>
                  <a:pt x="0" y="0"/>
                </a:moveTo>
                <a:lnTo>
                  <a:pt x="163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0" name="d-tree-epsilon-0.3-path-2412">
            <a:extLst xmlns:a="http://schemas.openxmlformats.org/drawingml/2006/main">
              <a:ext uri="{FF2B5EF4-FFF2-40B4-BE49-F238E27FC236}">
                <a16:creationId xmlns:a16="http://schemas.microsoft.com/office/drawing/2014/main" id="{0B66903E-7D83-47AF-876A-A437CD63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1554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1" name="d-tree-epsilon-0.3-path-2413">
            <a:extLst xmlns:a="http://schemas.openxmlformats.org/drawingml/2006/main">
              <a:ext uri="{FF2B5EF4-FFF2-40B4-BE49-F238E27FC236}">
                <a16:creationId xmlns:a16="http://schemas.microsoft.com/office/drawing/2014/main" id="{1F6B6AD6-986C-4D2B-A1C0-1B4704F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20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2" name="d-tree-epsilon-0.3-path-2414">
            <a:extLst xmlns:a="http://schemas.openxmlformats.org/drawingml/2006/main">
              <a:ext uri="{FF2B5EF4-FFF2-40B4-BE49-F238E27FC236}">
                <a16:creationId xmlns:a16="http://schemas.microsoft.com/office/drawing/2014/main" id="{1B910B3E-79CA-45F1-AA35-3977F24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86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3" name="d-tree-epsilon-0.3-path-2415">
            <a:extLst xmlns:a="http://schemas.openxmlformats.org/drawingml/2006/main">
              <a:ext uri="{FF2B5EF4-FFF2-40B4-BE49-F238E27FC236}">
                <a16:creationId xmlns:a16="http://schemas.microsoft.com/office/drawing/2014/main" id="{B114ABDA-039A-4345-98B4-55365301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1554" y="6145653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4" name="d-tree-epsilon-0.3-path-2416">
            <a:extLst xmlns:a="http://schemas.openxmlformats.org/drawingml/2006/main">
              <a:ext uri="{FF2B5EF4-FFF2-40B4-BE49-F238E27FC236}">
                <a16:creationId xmlns:a16="http://schemas.microsoft.com/office/drawing/2014/main" id="{534208D2-008C-4D81-93D9-2A8B0076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207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5" name="d-tree-epsilon-0.3-path-2417">
            <a:extLst xmlns:a="http://schemas.openxmlformats.org/drawingml/2006/main">
              <a:ext uri="{FF2B5EF4-FFF2-40B4-BE49-F238E27FC236}">
                <a16:creationId xmlns:a16="http://schemas.microsoft.com/office/drawing/2014/main" id="{2E4A41F6-BD82-4C8A-9C79-5255A78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0514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6" name="d-tree-epsilon-0.3-path-2418">
            <a:extLst xmlns:a="http://schemas.openxmlformats.org/drawingml/2006/main">
              <a:ext uri="{FF2B5EF4-FFF2-40B4-BE49-F238E27FC236}">
                <a16:creationId xmlns:a16="http://schemas.microsoft.com/office/drawing/2014/main" id="{3D17D503-9959-499A-A17D-272A67B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207" y="6123088"/>
            <a:ext cx="19307" cy="476"/>
          </a:xfrm>
          <a:custGeom xmlns:a="http://schemas.openxmlformats.org/drawingml/2006/main">
            <a:pathLst>
              <a:path w="16782" h="476">
                <a:moveTo>
                  <a:pt x="0" y="0"/>
                </a:moveTo>
                <a:lnTo>
                  <a:pt x="167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7" name="d-tree-epsilon-0.3-path-2419">
            <a:extLst xmlns:a="http://schemas.openxmlformats.org/drawingml/2006/main">
              <a:ext uri="{FF2B5EF4-FFF2-40B4-BE49-F238E27FC236}">
                <a16:creationId xmlns:a16="http://schemas.microsoft.com/office/drawing/2014/main" id="{683FA365-B41F-4114-B16C-E5EBBC34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8435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8" name="d-tree-epsilon-0.3-path-2420">
            <a:extLst xmlns:a="http://schemas.openxmlformats.org/drawingml/2006/main">
              <a:ext uri="{FF2B5EF4-FFF2-40B4-BE49-F238E27FC236}">
                <a16:creationId xmlns:a16="http://schemas.microsoft.com/office/drawing/2014/main" id="{A0F2F29F-1E4C-4727-B605-347D30A3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8089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79" name="d-tree-epsilon-0.3-path-2421">
            <a:extLst xmlns:a="http://schemas.openxmlformats.org/drawingml/2006/main">
              <a:ext uri="{FF2B5EF4-FFF2-40B4-BE49-F238E27FC236}">
                <a16:creationId xmlns:a16="http://schemas.microsoft.com/office/drawing/2014/main" id="{2A3DD89C-9651-44A9-9CB2-5D44D8A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8435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0" name="d-tree-epsilon-0.3-path-2422">
            <a:extLst xmlns:a="http://schemas.openxmlformats.org/drawingml/2006/main">
              <a:ext uri="{FF2B5EF4-FFF2-40B4-BE49-F238E27FC236}">
                <a16:creationId xmlns:a16="http://schemas.microsoft.com/office/drawing/2014/main" id="{27A265FA-1353-4F8E-9BCF-553EE23A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63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1" name="d-tree-epsilon-0.3-path-2423">
            <a:extLst xmlns:a="http://schemas.openxmlformats.org/drawingml/2006/main">
              <a:ext uri="{FF2B5EF4-FFF2-40B4-BE49-F238E27FC236}">
                <a16:creationId xmlns:a16="http://schemas.microsoft.com/office/drawing/2014/main" id="{79631C76-6662-48B7-8C44-C7AE55D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3286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2" name="d-tree-epsilon-0.3-path-2424">
            <a:extLst xmlns:a="http://schemas.openxmlformats.org/drawingml/2006/main">
              <a:ext uri="{FF2B5EF4-FFF2-40B4-BE49-F238E27FC236}">
                <a16:creationId xmlns:a16="http://schemas.microsoft.com/office/drawing/2014/main" id="{D57648C3-A755-4C9C-A229-293FD9E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2939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3" name="d-tree-epsilon-0.3-path-2425">
            <a:extLst xmlns:a="http://schemas.openxmlformats.org/drawingml/2006/main">
              <a:ext uri="{FF2B5EF4-FFF2-40B4-BE49-F238E27FC236}">
                <a16:creationId xmlns:a16="http://schemas.microsoft.com/office/drawing/2014/main" id="{AAA5F3C7-AA45-4959-9818-0E78D25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59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4" name="d-tree-epsilon-0.3-path-2426">
            <a:extLst xmlns:a="http://schemas.openxmlformats.org/drawingml/2006/main">
              <a:ext uri="{FF2B5EF4-FFF2-40B4-BE49-F238E27FC236}">
                <a16:creationId xmlns:a16="http://schemas.microsoft.com/office/drawing/2014/main" id="{CCF39726-D2C7-40F5-94E4-3567CB2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2246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5" name="d-tree-epsilon-0.3-path-2427">
            <a:extLst xmlns:a="http://schemas.openxmlformats.org/drawingml/2006/main">
              <a:ext uri="{FF2B5EF4-FFF2-40B4-BE49-F238E27FC236}">
                <a16:creationId xmlns:a16="http://schemas.microsoft.com/office/drawing/2014/main" id="{4911E7CF-4461-4B14-9977-B651143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1900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6" name="d-tree-epsilon-0.3-path-2428">
            <a:extLst xmlns:a="http://schemas.openxmlformats.org/drawingml/2006/main">
              <a:ext uri="{FF2B5EF4-FFF2-40B4-BE49-F238E27FC236}">
                <a16:creationId xmlns:a16="http://schemas.microsoft.com/office/drawing/2014/main" id="{0749297C-528A-4489-8E37-B7807D8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861" y="610052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7" name="d-tree-epsilon-0.3-path-2429">
            <a:extLst xmlns:a="http://schemas.openxmlformats.org/drawingml/2006/main">
              <a:ext uri="{FF2B5EF4-FFF2-40B4-BE49-F238E27FC236}">
                <a16:creationId xmlns:a16="http://schemas.microsoft.com/office/drawing/2014/main" id="{3B60DA2E-8D7E-4A45-9DC4-10404F4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168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8" name="d-tree-epsilon-0.3-path-2430">
            <a:extLst xmlns:a="http://schemas.openxmlformats.org/drawingml/2006/main">
              <a:ext uri="{FF2B5EF4-FFF2-40B4-BE49-F238E27FC236}">
                <a16:creationId xmlns:a16="http://schemas.microsoft.com/office/drawing/2014/main" id="{3FBF78B9-5D2F-483D-99D6-CE7B0C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821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89" name="d-tree-epsilon-0.3-path-2431">
            <a:extLst xmlns:a="http://schemas.openxmlformats.org/drawingml/2006/main">
              <a:ext uri="{FF2B5EF4-FFF2-40B4-BE49-F238E27FC236}">
                <a16:creationId xmlns:a16="http://schemas.microsoft.com/office/drawing/2014/main" id="{7EF4F4B5-682C-4ABA-8D26-BDC673E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9475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0" name="d-tree-epsilon-0.3-path-2432">
            <a:extLst xmlns:a="http://schemas.openxmlformats.org/drawingml/2006/main">
              <a:ext uri="{FF2B5EF4-FFF2-40B4-BE49-F238E27FC236}">
                <a16:creationId xmlns:a16="http://schemas.microsoft.com/office/drawing/2014/main" id="{61B14818-F867-4A4E-9927-1E4232C0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9128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1" name="d-tree-epsilon-0.3-path-2433">
            <a:extLst xmlns:a="http://schemas.openxmlformats.org/drawingml/2006/main">
              <a:ext uri="{FF2B5EF4-FFF2-40B4-BE49-F238E27FC236}">
                <a16:creationId xmlns:a16="http://schemas.microsoft.com/office/drawing/2014/main" id="{BE7B2A9E-34C1-4DF8-B423-42A0381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8782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2" name="d-tree-epsilon-0.3-path-2434">
            <a:extLst xmlns:a="http://schemas.openxmlformats.org/drawingml/2006/main">
              <a:ext uri="{FF2B5EF4-FFF2-40B4-BE49-F238E27FC236}">
                <a16:creationId xmlns:a16="http://schemas.microsoft.com/office/drawing/2014/main" id="{9899A91B-7500-4AB6-B87F-67F02D0A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3262" y="6100523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3" name="d-tree-epsilon-0.3-path-2435">
            <a:extLst xmlns:a="http://schemas.openxmlformats.org/drawingml/2006/main">
              <a:ext uri="{FF2B5EF4-FFF2-40B4-BE49-F238E27FC236}">
                <a16:creationId xmlns:a16="http://schemas.microsoft.com/office/drawing/2014/main" id="{26BAC727-0B92-4414-8C5A-720DE8C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742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4" name="d-tree-epsilon-0.3-path-2436">
            <a:extLst xmlns:a="http://schemas.openxmlformats.org/drawingml/2006/main">
              <a:ext uri="{FF2B5EF4-FFF2-40B4-BE49-F238E27FC236}">
                <a16:creationId xmlns:a16="http://schemas.microsoft.com/office/drawing/2014/main" id="{41066F0D-E9A7-40D0-9E2D-39D389E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7396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5" name="d-tree-epsilon-0.3-path-2437">
            <a:extLst xmlns:a="http://schemas.openxmlformats.org/drawingml/2006/main">
              <a:ext uri="{FF2B5EF4-FFF2-40B4-BE49-F238E27FC236}">
                <a16:creationId xmlns:a16="http://schemas.microsoft.com/office/drawing/2014/main" id="{D632A3AC-B8EE-4496-A586-10A1CB45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7049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6" name="d-tree-epsilon-0.3-path-2438">
            <a:extLst xmlns:a="http://schemas.openxmlformats.org/drawingml/2006/main">
              <a:ext uri="{FF2B5EF4-FFF2-40B4-BE49-F238E27FC236}">
                <a16:creationId xmlns:a16="http://schemas.microsoft.com/office/drawing/2014/main" id="{09FBF533-8AC0-4587-A396-F3E0044E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6703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7" name="d-tree-epsilon-0.3-path-2439">
            <a:extLst xmlns:a="http://schemas.openxmlformats.org/drawingml/2006/main">
              <a:ext uri="{FF2B5EF4-FFF2-40B4-BE49-F238E27FC236}">
                <a16:creationId xmlns:a16="http://schemas.microsoft.com/office/drawing/2014/main" id="{76A52E78-7188-449F-A509-B2F08F7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56357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8" name="d-tree-epsilon-0.3-path-2440">
            <a:extLst xmlns:a="http://schemas.openxmlformats.org/drawingml/2006/main">
              <a:ext uri="{FF2B5EF4-FFF2-40B4-BE49-F238E27FC236}">
                <a16:creationId xmlns:a16="http://schemas.microsoft.com/office/drawing/2014/main" id="{7331AC84-05A5-447C-AD89-3BE2B09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6010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499" name="d-tree-epsilon-0.3-path-2441">
            <a:extLst xmlns:a="http://schemas.openxmlformats.org/drawingml/2006/main">
              <a:ext uri="{FF2B5EF4-FFF2-40B4-BE49-F238E27FC236}">
                <a16:creationId xmlns:a16="http://schemas.microsoft.com/office/drawing/2014/main" id="{67FDA38C-F2A3-4EE3-8E6C-24AC843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5664" y="610052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0" name="d-tree-epsilon-0.3-path-2442">
            <a:extLst xmlns:a="http://schemas.openxmlformats.org/drawingml/2006/main">
              <a:ext uri="{FF2B5EF4-FFF2-40B4-BE49-F238E27FC236}">
                <a16:creationId xmlns:a16="http://schemas.microsoft.com/office/drawing/2014/main" id="{154CD5CB-CA7A-4DF3-8F7D-0B531CC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3633" y="6100523"/>
            <a:ext cx="222030" cy="476"/>
          </a:xfrm>
          <a:custGeom xmlns:a="http://schemas.openxmlformats.org/drawingml/2006/main">
            <a:pathLst>
              <a:path w="192992" h="476">
                <a:moveTo>
                  <a:pt x="0" y="0"/>
                </a:moveTo>
                <a:lnTo>
                  <a:pt x="1929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1" name="d-tree-epsilon-0.3-path-2443">
            <a:extLst xmlns:a="http://schemas.openxmlformats.org/drawingml/2006/main">
              <a:ext uri="{FF2B5EF4-FFF2-40B4-BE49-F238E27FC236}">
                <a16:creationId xmlns:a16="http://schemas.microsoft.com/office/drawing/2014/main" id="{EB60634F-DDD0-443A-9FF1-BF5801E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4649" y="607795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2" name="d-tree-epsilon-0.3-path-2444">
            <a:extLst xmlns:a="http://schemas.openxmlformats.org/drawingml/2006/main">
              <a:ext uri="{FF2B5EF4-FFF2-40B4-BE49-F238E27FC236}">
                <a16:creationId xmlns:a16="http://schemas.microsoft.com/office/drawing/2014/main" id="{37669B54-14A9-4CB5-A471-08C4B5F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5317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3" name="d-tree-epsilon-0.3-path-2445">
            <a:extLst xmlns:a="http://schemas.openxmlformats.org/drawingml/2006/main">
              <a:ext uri="{FF2B5EF4-FFF2-40B4-BE49-F238E27FC236}">
                <a16:creationId xmlns:a16="http://schemas.microsoft.com/office/drawing/2014/main" id="{9E97D019-ACE4-4A6A-B9F2-248D584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497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4" name="d-tree-epsilon-0.3-path-2446">
            <a:extLst xmlns:a="http://schemas.openxmlformats.org/drawingml/2006/main">
              <a:ext uri="{FF2B5EF4-FFF2-40B4-BE49-F238E27FC236}">
                <a16:creationId xmlns:a16="http://schemas.microsoft.com/office/drawing/2014/main" id="{D15B05A7-4A00-4E9E-B915-3E6C827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4624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5" name="d-tree-epsilon-0.3-path-2447">
            <a:extLst xmlns:a="http://schemas.openxmlformats.org/drawingml/2006/main">
              <a:ext uri="{FF2B5EF4-FFF2-40B4-BE49-F238E27FC236}">
                <a16:creationId xmlns:a16="http://schemas.microsoft.com/office/drawing/2014/main" id="{EFA65332-2614-4D08-8718-90303F57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4278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6" name="d-tree-epsilon-0.3-path-2448">
            <a:extLst xmlns:a="http://schemas.openxmlformats.org/drawingml/2006/main">
              <a:ext uri="{FF2B5EF4-FFF2-40B4-BE49-F238E27FC236}">
                <a16:creationId xmlns:a16="http://schemas.microsoft.com/office/drawing/2014/main" id="{170209BF-B924-40B8-8ED6-5D6FD642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3931" y="6077958"/>
            <a:ext cx="548" cy="90260"/>
          </a:xfrm>
          <a:custGeom xmlns:a="http://schemas.openxmlformats.org/drawingml/2006/main">
            <a:pathLst>
              <a:path w="476" h="90260">
                <a:moveTo>
                  <a:pt x="0" y="902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7" name="d-tree-epsilon-0.3-path-2449">
            <a:extLst xmlns:a="http://schemas.openxmlformats.org/drawingml/2006/main">
              <a:ext uri="{FF2B5EF4-FFF2-40B4-BE49-F238E27FC236}">
                <a16:creationId xmlns:a16="http://schemas.microsoft.com/office/drawing/2014/main" id="{A9522C78-F85F-44CA-988F-96021639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4649" y="6077958"/>
            <a:ext cx="159283" cy="476"/>
          </a:xfrm>
          <a:custGeom xmlns:a="http://schemas.openxmlformats.org/drawingml/2006/main">
            <a:pathLst>
              <a:path w="138451" h="476">
                <a:moveTo>
                  <a:pt x="0" y="0"/>
                </a:moveTo>
                <a:lnTo>
                  <a:pt x="1384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8" name="d-tree-epsilon-0.3-path-2450">
            <a:extLst xmlns:a="http://schemas.openxmlformats.org/drawingml/2006/main">
              <a:ext uri="{FF2B5EF4-FFF2-40B4-BE49-F238E27FC236}">
                <a16:creationId xmlns:a16="http://schemas.microsoft.com/office/drawing/2014/main" id="{3114A9A1-7249-4473-855C-C6F2887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3237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09" name="d-tree-epsilon-0.3-path-2451">
            <a:extLst xmlns:a="http://schemas.openxmlformats.org/drawingml/2006/main">
              <a:ext uri="{FF2B5EF4-FFF2-40B4-BE49-F238E27FC236}">
                <a16:creationId xmlns:a16="http://schemas.microsoft.com/office/drawing/2014/main" id="{46564542-06DC-47F0-9374-F760EB0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91" y="614565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0" name="d-tree-epsilon-0.3-path-2452">
            <a:extLst xmlns:a="http://schemas.openxmlformats.org/drawingml/2006/main">
              <a:ext uri="{FF2B5EF4-FFF2-40B4-BE49-F238E27FC236}">
                <a16:creationId xmlns:a16="http://schemas.microsoft.com/office/drawing/2014/main" id="{487508AB-E6C0-4CDE-BB36-EEE6322E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3237" y="6145653"/>
            <a:ext cx="9654" cy="476"/>
          </a:xfrm>
          <a:custGeom xmlns:a="http://schemas.openxmlformats.org/drawingml/2006/main">
            <a:pathLst>
              <a:path w="8391" h="476">
                <a:moveTo>
                  <a:pt x="0" y="0"/>
                </a:moveTo>
                <a:lnTo>
                  <a:pt x="83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1" name="d-tree-epsilon-0.3-path-2453">
            <a:extLst xmlns:a="http://schemas.openxmlformats.org/drawingml/2006/main">
              <a:ext uri="{FF2B5EF4-FFF2-40B4-BE49-F238E27FC236}">
                <a16:creationId xmlns:a16="http://schemas.microsoft.com/office/drawing/2014/main" id="{92FD3304-857D-4A40-BEF5-24100220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065" y="612308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2" name="d-tree-epsilon-0.3-path-2454">
            <a:extLst xmlns:a="http://schemas.openxmlformats.org/drawingml/2006/main">
              <a:ext uri="{FF2B5EF4-FFF2-40B4-BE49-F238E27FC236}">
                <a16:creationId xmlns:a16="http://schemas.microsoft.com/office/drawing/2014/main" id="{1A7813A8-F650-4820-A82D-93802C5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544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3" name="d-tree-epsilon-0.3-path-2455">
            <a:extLst xmlns:a="http://schemas.openxmlformats.org/drawingml/2006/main">
              <a:ext uri="{FF2B5EF4-FFF2-40B4-BE49-F238E27FC236}">
                <a16:creationId xmlns:a16="http://schemas.microsoft.com/office/drawing/2014/main" id="{103B05FB-CF6E-4EE4-BE3B-8B9E040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2198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4" name="d-tree-epsilon-0.3-path-2456">
            <a:extLst xmlns:a="http://schemas.openxmlformats.org/drawingml/2006/main">
              <a:ext uri="{FF2B5EF4-FFF2-40B4-BE49-F238E27FC236}">
                <a16:creationId xmlns:a16="http://schemas.microsoft.com/office/drawing/2014/main" id="{CB42BA0C-3825-42E9-AF12-2A89E12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1851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5" name="d-tree-epsilon-0.3-path-2457">
            <a:extLst xmlns:a="http://schemas.openxmlformats.org/drawingml/2006/main">
              <a:ext uri="{FF2B5EF4-FFF2-40B4-BE49-F238E27FC236}">
                <a16:creationId xmlns:a16="http://schemas.microsoft.com/office/drawing/2014/main" id="{CDDBD444-874A-4503-847D-0333E20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1505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6" name="d-tree-epsilon-0.3-path-2458">
            <a:extLst xmlns:a="http://schemas.openxmlformats.org/drawingml/2006/main">
              <a:ext uri="{FF2B5EF4-FFF2-40B4-BE49-F238E27FC236}">
                <a16:creationId xmlns:a16="http://schemas.microsoft.com/office/drawing/2014/main" id="{F64E42F3-3DC8-4A7F-B871-B855A4CA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158" y="6123088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7" name="d-tree-epsilon-0.3-path-2459">
            <a:extLst xmlns:a="http://schemas.openxmlformats.org/drawingml/2006/main">
              <a:ext uri="{FF2B5EF4-FFF2-40B4-BE49-F238E27FC236}">
                <a16:creationId xmlns:a16="http://schemas.microsoft.com/office/drawing/2014/main" id="{FBEE48AF-AEA2-4B25-AD2B-3B31E923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065" y="6123088"/>
            <a:ext cx="53094" cy="476"/>
          </a:xfrm>
          <a:custGeom xmlns:a="http://schemas.openxmlformats.org/drawingml/2006/main">
            <a:pathLst>
              <a:path w="46150" h="476">
                <a:moveTo>
                  <a:pt x="0" y="0"/>
                </a:moveTo>
                <a:lnTo>
                  <a:pt x="46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8" name="d-tree-epsilon-0.3-path-2460">
            <a:extLst xmlns:a="http://schemas.openxmlformats.org/drawingml/2006/main">
              <a:ext uri="{FF2B5EF4-FFF2-40B4-BE49-F238E27FC236}">
                <a16:creationId xmlns:a16="http://schemas.microsoft.com/office/drawing/2014/main" id="{BB985E3B-8F6F-4BE6-A31F-0346540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4289" y="605539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19" name="d-tree-epsilon-0.3-path-2461">
            <a:extLst xmlns:a="http://schemas.openxmlformats.org/drawingml/2006/main">
              <a:ext uri="{FF2B5EF4-FFF2-40B4-BE49-F238E27FC236}">
                <a16:creationId xmlns:a16="http://schemas.microsoft.com/office/drawing/2014/main" id="{10F4E1B4-8275-4272-A130-7EE6A3B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84" y="6055393"/>
            <a:ext cx="548" cy="112825"/>
          </a:xfrm>
          <a:custGeom xmlns:a="http://schemas.openxmlformats.org/drawingml/2006/main">
            <a:pathLst>
              <a:path w="476" h="112825">
                <a:moveTo>
                  <a:pt x="0" y="112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0" name="d-tree-epsilon-0.3-path-2462">
            <a:extLst xmlns:a="http://schemas.openxmlformats.org/drawingml/2006/main">
              <a:ext uri="{FF2B5EF4-FFF2-40B4-BE49-F238E27FC236}">
                <a16:creationId xmlns:a16="http://schemas.microsoft.com/office/drawing/2014/main" id="{D6C20E14-20D5-41D2-A697-7BD01689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612" y="6055393"/>
            <a:ext cx="548" cy="67695"/>
          </a:xfrm>
          <a:custGeom xmlns:a="http://schemas.openxmlformats.org/drawingml/2006/main">
            <a:pathLst>
              <a:path w="476" h="67695">
                <a:moveTo>
                  <a:pt x="0" y="676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1" name="d-tree-epsilon-0.3-path-2463">
            <a:extLst xmlns:a="http://schemas.openxmlformats.org/drawingml/2006/main">
              <a:ext uri="{FF2B5EF4-FFF2-40B4-BE49-F238E27FC236}">
                <a16:creationId xmlns:a16="http://schemas.microsoft.com/office/drawing/2014/main" id="{76B6A234-B5E9-4752-9560-F9527E8F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4289" y="6055393"/>
            <a:ext cx="130322" cy="476"/>
          </a:xfrm>
          <a:custGeom xmlns:a="http://schemas.openxmlformats.org/drawingml/2006/main">
            <a:pathLst>
              <a:path w="113278" h="476">
                <a:moveTo>
                  <a:pt x="0" y="0"/>
                </a:moveTo>
                <a:lnTo>
                  <a:pt x="113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2" name="d-tree-epsilon-0.3-path-2464">
            <a:extLst xmlns:a="http://schemas.openxmlformats.org/drawingml/2006/main">
              <a:ext uri="{FF2B5EF4-FFF2-40B4-BE49-F238E27FC236}">
                <a16:creationId xmlns:a16="http://schemas.microsoft.com/office/drawing/2014/main" id="{0CC005AA-E6CA-474F-872B-0DE7898B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712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3" name="d-tree-epsilon-0.3-path-2465">
            <a:extLst xmlns:a="http://schemas.openxmlformats.org/drawingml/2006/main">
              <a:ext uri="{FF2B5EF4-FFF2-40B4-BE49-F238E27FC236}">
                <a16:creationId xmlns:a16="http://schemas.microsoft.com/office/drawing/2014/main" id="{01D54692-8D4A-4D60-B813-123A1DAE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5366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4" name="d-tree-epsilon-0.3-path-2466">
            <a:extLst xmlns:a="http://schemas.openxmlformats.org/drawingml/2006/main">
              <a:ext uri="{FF2B5EF4-FFF2-40B4-BE49-F238E27FC236}">
                <a16:creationId xmlns:a16="http://schemas.microsoft.com/office/drawing/2014/main" id="{49133E71-ABDA-42AC-AC17-6E21CA3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019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5" name="d-tree-epsilon-0.3-path-2467">
            <a:extLst xmlns:a="http://schemas.openxmlformats.org/drawingml/2006/main">
              <a:ext uri="{FF2B5EF4-FFF2-40B4-BE49-F238E27FC236}">
                <a16:creationId xmlns:a16="http://schemas.microsoft.com/office/drawing/2014/main" id="{A979AA57-F4FE-4DE2-8A71-733D6EF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4673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6" name="d-tree-epsilon-0.3-path-2468">
            <a:extLst xmlns:a="http://schemas.openxmlformats.org/drawingml/2006/main">
              <a:ext uri="{FF2B5EF4-FFF2-40B4-BE49-F238E27FC236}">
                <a16:creationId xmlns:a16="http://schemas.microsoft.com/office/drawing/2014/main" id="{A125E05E-A0F5-4F59-8EDF-232F9B11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4326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7" name="d-tree-epsilon-0.3-path-2469">
            <a:extLst xmlns:a="http://schemas.openxmlformats.org/drawingml/2006/main">
              <a:ext uri="{FF2B5EF4-FFF2-40B4-BE49-F238E27FC236}">
                <a16:creationId xmlns:a16="http://schemas.microsoft.com/office/drawing/2014/main" id="{4EBCEA1B-522E-4542-8880-E721D8BE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3980" y="6032828"/>
            <a:ext cx="548" cy="135390"/>
          </a:xfrm>
          <a:custGeom xmlns:a="http://schemas.openxmlformats.org/drawingml/2006/main">
            <a:pathLst>
              <a:path w="476" h="135390">
                <a:moveTo>
                  <a:pt x="0" y="1353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8" name="d-tree-epsilon-0.3-path-2470">
            <a:extLst xmlns:a="http://schemas.openxmlformats.org/drawingml/2006/main">
              <a:ext uri="{FF2B5EF4-FFF2-40B4-BE49-F238E27FC236}">
                <a16:creationId xmlns:a16="http://schemas.microsoft.com/office/drawing/2014/main" id="{F1C482E2-CE3A-4320-8C04-B048A237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9450" y="6032828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29" name="d-tree-epsilon-0.3-path-2471">
            <a:extLst xmlns:a="http://schemas.openxmlformats.org/drawingml/2006/main">
              <a:ext uri="{FF2B5EF4-FFF2-40B4-BE49-F238E27FC236}">
                <a16:creationId xmlns:a16="http://schemas.microsoft.com/office/drawing/2014/main" id="{46A5526B-BA3B-43DD-85CC-604A2CA3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712" y="6032828"/>
            <a:ext cx="313738" cy="476"/>
          </a:xfrm>
          <a:custGeom xmlns:a="http://schemas.openxmlformats.org/drawingml/2006/main">
            <a:pathLst>
              <a:path w="272706" h="476">
                <a:moveTo>
                  <a:pt x="0" y="0"/>
                </a:moveTo>
                <a:lnTo>
                  <a:pt x="272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0" name="d-tree-epsilon-0.3-path-2472">
            <a:extLst xmlns:a="http://schemas.openxmlformats.org/drawingml/2006/main">
              <a:ext uri="{FF2B5EF4-FFF2-40B4-BE49-F238E27FC236}">
                <a16:creationId xmlns:a16="http://schemas.microsoft.com/office/drawing/2014/main" id="{9FE10964-7E6D-4901-9943-E74BEFF3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581" y="6010263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1" name="d-tree-epsilon-0.3-path-2473">
            <a:extLst xmlns:a="http://schemas.openxmlformats.org/drawingml/2006/main">
              <a:ext uri="{FF2B5EF4-FFF2-40B4-BE49-F238E27FC236}">
                <a16:creationId xmlns:a16="http://schemas.microsoft.com/office/drawing/2014/main" id="{F5521B97-17D2-4238-840F-0C2BFDE7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0812" y="6010263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D8300"/>
            </a:solidFill>
            <a:prstDash val="solid"/>
          </a:ln>
        </p:spPr>
      </p:sp>
      <p:sp>
        <p:nvSpPr>
          <p:cNvPr id="2532" name="d-tree-epsilon-0.3-path-2474">
            <a:extLst xmlns:a="http://schemas.openxmlformats.org/drawingml/2006/main">
              <a:ext uri="{FF2B5EF4-FFF2-40B4-BE49-F238E27FC236}">
                <a16:creationId xmlns:a16="http://schemas.microsoft.com/office/drawing/2014/main" id="{A2742A8D-7F2D-4FC0-953F-34BB9087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2581" y="6010263"/>
            <a:ext cx="258231" cy="476"/>
          </a:xfrm>
          <a:custGeom xmlns:a="http://schemas.openxmlformats.org/drawingml/2006/main">
            <a:pathLst>
              <a:path w="224458" h="476">
                <a:moveTo>
                  <a:pt x="0" y="0"/>
                </a:moveTo>
                <a:lnTo>
                  <a:pt x="2244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3" name="d-tree-epsilon-0.3-path-2475">
            <a:extLst xmlns:a="http://schemas.openxmlformats.org/drawingml/2006/main">
              <a:ext uri="{FF2B5EF4-FFF2-40B4-BE49-F238E27FC236}">
                <a16:creationId xmlns:a16="http://schemas.microsoft.com/office/drawing/2014/main" id="{CB7F895E-034D-47D8-8FD0-035DAA2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2893" y="596513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4" name="d-tree-epsilon-0.3-path-2476">
            <a:extLst xmlns:a="http://schemas.openxmlformats.org/drawingml/2006/main">
              <a:ext uri="{FF2B5EF4-FFF2-40B4-BE49-F238E27FC236}">
                <a16:creationId xmlns:a16="http://schemas.microsoft.com/office/drawing/2014/main" id="{EF49BBA7-1220-4C48-86D9-119B0E2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6405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5" name="d-tree-epsilon-0.3-path-2477">
            <a:extLst xmlns:a="http://schemas.openxmlformats.org/drawingml/2006/main">
              <a:ext uri="{FF2B5EF4-FFF2-40B4-BE49-F238E27FC236}">
                <a16:creationId xmlns:a16="http://schemas.microsoft.com/office/drawing/2014/main" id="{94B3413F-3060-406C-A4E9-C09CCB16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059" y="5965132"/>
            <a:ext cx="548" cy="203085"/>
          </a:xfrm>
          <a:custGeom xmlns:a="http://schemas.openxmlformats.org/drawingml/2006/main">
            <a:pathLst>
              <a:path w="476" h="203085">
                <a:moveTo>
                  <a:pt x="0" y="2030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6" name="d-tree-epsilon-0.3-path-2478">
            <a:extLst xmlns:a="http://schemas.openxmlformats.org/drawingml/2006/main">
              <a:ext uri="{FF2B5EF4-FFF2-40B4-BE49-F238E27FC236}">
                <a16:creationId xmlns:a16="http://schemas.microsoft.com/office/drawing/2014/main" id="{1A43E61B-6431-4FC7-8780-365B92D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1697" y="5965132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7" name="d-tree-epsilon-0.3-path-2479">
            <a:extLst xmlns:a="http://schemas.openxmlformats.org/drawingml/2006/main">
              <a:ext uri="{FF2B5EF4-FFF2-40B4-BE49-F238E27FC236}">
                <a16:creationId xmlns:a16="http://schemas.microsoft.com/office/drawing/2014/main" id="{9ACCEF19-9594-4B69-86C2-C1356A75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2893" y="5965132"/>
            <a:ext cx="408803" cy="476"/>
          </a:xfrm>
          <a:custGeom xmlns:a="http://schemas.openxmlformats.org/drawingml/2006/main">
            <a:pathLst>
              <a:path w="355338" h="476">
                <a:moveTo>
                  <a:pt x="0" y="0"/>
                </a:moveTo>
                <a:lnTo>
                  <a:pt x="3553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8" name="d-tree-epsilon-0.3-path-2480">
            <a:extLst xmlns:a="http://schemas.openxmlformats.org/drawingml/2006/main">
              <a:ext uri="{FF2B5EF4-FFF2-40B4-BE49-F238E27FC236}">
                <a16:creationId xmlns:a16="http://schemas.microsoft.com/office/drawing/2014/main" id="{B68C0C6E-4734-4DE9-9D37-9AEE5AD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974" y="5942567"/>
            <a:ext cx="548" cy="157955"/>
          </a:xfrm>
          <a:custGeom xmlns:a="http://schemas.openxmlformats.org/drawingml/2006/main">
            <a:pathLst>
              <a:path w="476" h="157955">
                <a:moveTo>
                  <a:pt x="0" y="1579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39" name="d-tree-epsilon-0.3-path-2481">
            <a:extLst xmlns:a="http://schemas.openxmlformats.org/drawingml/2006/main">
              <a:ext uri="{FF2B5EF4-FFF2-40B4-BE49-F238E27FC236}">
                <a16:creationId xmlns:a16="http://schemas.microsoft.com/office/drawing/2014/main" id="{2C2DE57A-0959-443F-8EA4-2BDF3CA1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7295" y="594256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0" name="d-tree-epsilon-0.3-path-2482">
            <a:extLst xmlns:a="http://schemas.openxmlformats.org/drawingml/2006/main">
              <a:ext uri="{FF2B5EF4-FFF2-40B4-BE49-F238E27FC236}">
                <a16:creationId xmlns:a16="http://schemas.microsoft.com/office/drawing/2014/main" id="{1E283809-86F8-4687-BD7F-626B688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4974" y="5942567"/>
            <a:ext cx="792322" cy="476"/>
          </a:xfrm>
          <a:custGeom xmlns:a="http://schemas.openxmlformats.org/drawingml/2006/main">
            <a:pathLst>
              <a:path w="688698" h="476">
                <a:moveTo>
                  <a:pt x="0" y="0"/>
                </a:moveTo>
                <a:lnTo>
                  <a:pt x="6886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1" name="d-tree-epsilon-0.3-path-2483">
            <a:extLst xmlns:a="http://schemas.openxmlformats.org/drawingml/2006/main">
              <a:ext uri="{FF2B5EF4-FFF2-40B4-BE49-F238E27FC236}">
                <a16:creationId xmlns:a16="http://schemas.microsoft.com/office/drawing/2014/main" id="{C5347DA4-8C03-462D-94A6-BD9CBD0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134" y="592000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2" name="d-tree-epsilon-0.3-path-2484">
            <a:extLst xmlns:a="http://schemas.openxmlformats.org/drawingml/2006/main">
              <a:ext uri="{FF2B5EF4-FFF2-40B4-BE49-F238E27FC236}">
                <a16:creationId xmlns:a16="http://schemas.microsoft.com/office/drawing/2014/main" id="{1BF12183-388C-4D0A-AC9F-4337E7CE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0466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3" name="d-tree-epsilon-0.3-path-2485">
            <a:extLst xmlns:a="http://schemas.openxmlformats.org/drawingml/2006/main">
              <a:ext uri="{FF2B5EF4-FFF2-40B4-BE49-F238E27FC236}">
                <a16:creationId xmlns:a16="http://schemas.microsoft.com/office/drawing/2014/main" id="{F41B5904-AB8A-4D3C-AF12-5E944E15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0119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4" name="d-tree-epsilon-0.3-path-2486">
            <a:extLst xmlns:a="http://schemas.openxmlformats.org/drawingml/2006/main">
              <a:ext uri="{FF2B5EF4-FFF2-40B4-BE49-F238E27FC236}">
                <a16:creationId xmlns:a16="http://schemas.microsoft.com/office/drawing/2014/main" id="{2E7CE677-9161-4B15-A391-13AFE05F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9773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5" name="d-tree-epsilon-0.3-path-2487">
            <a:extLst xmlns:a="http://schemas.openxmlformats.org/drawingml/2006/main">
              <a:ext uri="{FF2B5EF4-FFF2-40B4-BE49-F238E27FC236}">
                <a16:creationId xmlns:a16="http://schemas.microsoft.com/office/drawing/2014/main" id="{FED77642-FDD0-45AD-897A-661A51C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426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6" name="d-tree-epsilon-0.3-path-2488">
            <a:extLst xmlns:a="http://schemas.openxmlformats.org/drawingml/2006/main">
              <a:ext uri="{FF2B5EF4-FFF2-40B4-BE49-F238E27FC236}">
                <a16:creationId xmlns:a16="http://schemas.microsoft.com/office/drawing/2014/main" id="{A29B3E2B-A8C9-412A-A40D-CEF49261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080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7" name="d-tree-epsilon-0.3-path-2489">
            <a:extLst xmlns:a="http://schemas.openxmlformats.org/drawingml/2006/main">
              <a:ext uri="{FF2B5EF4-FFF2-40B4-BE49-F238E27FC236}">
                <a16:creationId xmlns:a16="http://schemas.microsoft.com/office/drawing/2014/main" id="{FDB53A97-3DD2-4111-BE40-AE617D7B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33" y="5920002"/>
            <a:ext cx="548" cy="248215"/>
          </a:xfrm>
          <a:custGeom xmlns:a="http://schemas.openxmlformats.org/drawingml/2006/main">
            <a:pathLst>
              <a:path w="476" h="248215">
                <a:moveTo>
                  <a:pt x="0" y="2482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8" name="d-tree-epsilon-0.3-path-2490">
            <a:extLst xmlns:a="http://schemas.openxmlformats.org/drawingml/2006/main">
              <a:ext uri="{FF2B5EF4-FFF2-40B4-BE49-F238E27FC236}">
                <a16:creationId xmlns:a16="http://schemas.microsoft.com/office/drawing/2014/main" id="{408D9032-A6AB-4EC7-BD50-C37F3AF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134" y="5920002"/>
            <a:ext cx="787599" cy="476"/>
          </a:xfrm>
          <a:custGeom xmlns:a="http://schemas.openxmlformats.org/drawingml/2006/main">
            <a:pathLst>
              <a:path w="684593" h="476">
                <a:moveTo>
                  <a:pt x="0" y="0"/>
                </a:moveTo>
                <a:lnTo>
                  <a:pt x="6845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49" name="d-tree-epsilon-0.3-path-2491">
            <a:extLst xmlns:a="http://schemas.openxmlformats.org/drawingml/2006/main">
              <a:ext uri="{FF2B5EF4-FFF2-40B4-BE49-F238E27FC236}">
                <a16:creationId xmlns:a16="http://schemas.microsoft.com/office/drawing/2014/main" id="{7CA074B7-0F7F-4562-9C81-85CCD55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934" y="589743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0" name="d-tree-epsilon-0.3-path-2492">
            <a:extLst xmlns:a="http://schemas.openxmlformats.org/drawingml/2006/main">
              <a:ext uri="{FF2B5EF4-FFF2-40B4-BE49-F238E27FC236}">
                <a16:creationId xmlns:a16="http://schemas.microsoft.com/office/drawing/2014/main" id="{5C932280-82F1-4123-A196-ECD59AC9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87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1" name="d-tree-epsilon-0.3-path-2493">
            <a:extLst xmlns:a="http://schemas.openxmlformats.org/drawingml/2006/main">
              <a:ext uri="{FF2B5EF4-FFF2-40B4-BE49-F238E27FC236}">
                <a16:creationId xmlns:a16="http://schemas.microsoft.com/office/drawing/2014/main" id="{32BB8676-03A2-4784-93BC-811407F2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8040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2" name="d-tree-epsilon-0.3-path-2494">
            <a:extLst xmlns:a="http://schemas.openxmlformats.org/drawingml/2006/main">
              <a:ext uri="{FF2B5EF4-FFF2-40B4-BE49-F238E27FC236}">
                <a16:creationId xmlns:a16="http://schemas.microsoft.com/office/drawing/2014/main" id="{781C2036-C2ED-445E-93E4-9867BA93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694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3" name="d-tree-epsilon-0.3-path-2495">
            <a:extLst xmlns:a="http://schemas.openxmlformats.org/drawingml/2006/main">
              <a:ext uri="{FF2B5EF4-FFF2-40B4-BE49-F238E27FC236}">
                <a16:creationId xmlns:a16="http://schemas.microsoft.com/office/drawing/2014/main" id="{3D786A1B-EABF-4059-BA84-7639624D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7347" y="5897437"/>
            <a:ext cx="548" cy="270780"/>
          </a:xfrm>
          <a:custGeom xmlns:a="http://schemas.openxmlformats.org/drawingml/2006/main">
            <a:pathLst>
              <a:path w="476" h="270780">
                <a:moveTo>
                  <a:pt x="0" y="2707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4" name="d-tree-epsilon-0.3-path-2496">
            <a:extLst xmlns:a="http://schemas.openxmlformats.org/drawingml/2006/main">
              <a:ext uri="{FF2B5EF4-FFF2-40B4-BE49-F238E27FC236}">
                <a16:creationId xmlns:a16="http://schemas.microsoft.com/office/drawing/2014/main" id="{A442287F-BD64-4CB7-9921-BEEFDEE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4934" y="5897437"/>
            <a:ext cx="432413" cy="476"/>
          </a:xfrm>
          <a:custGeom xmlns:a="http://schemas.openxmlformats.org/drawingml/2006/main">
            <a:pathLst>
              <a:path w="375860" h="476">
                <a:moveTo>
                  <a:pt x="0" y="0"/>
                </a:moveTo>
                <a:lnTo>
                  <a:pt x="375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5" name="d-tree-epsilon-0.3-path-2497">
            <a:extLst xmlns:a="http://schemas.openxmlformats.org/drawingml/2006/main">
              <a:ext uri="{FF2B5EF4-FFF2-40B4-BE49-F238E27FC236}">
                <a16:creationId xmlns:a16="http://schemas.microsoft.com/office/drawing/2014/main" id="{5592C5F7-65A5-4FD9-829D-AF2BED0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779" y="5874872"/>
            <a:ext cx="548" cy="293345"/>
          </a:xfrm>
          <a:custGeom xmlns:a="http://schemas.openxmlformats.org/drawingml/2006/main">
            <a:pathLst>
              <a:path w="476" h="293345">
                <a:moveTo>
                  <a:pt x="0" y="29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6" name="d-tree-epsilon-0.3-path-2498">
            <a:extLst xmlns:a="http://schemas.openxmlformats.org/drawingml/2006/main">
              <a:ext uri="{FF2B5EF4-FFF2-40B4-BE49-F238E27FC236}">
                <a16:creationId xmlns:a16="http://schemas.microsoft.com/office/drawing/2014/main" id="{799BE03C-DBC2-40A9-AF4A-F56A04C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1141" y="587487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7" name="d-tree-epsilon-0.3-path-2499">
            <a:extLst xmlns:a="http://schemas.openxmlformats.org/drawingml/2006/main">
              <a:ext uri="{FF2B5EF4-FFF2-40B4-BE49-F238E27FC236}">
                <a16:creationId xmlns:a16="http://schemas.microsoft.com/office/drawing/2014/main" id="{F06A4C73-5F0A-4F1D-9DEF-9D621000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3779" y="5874872"/>
            <a:ext cx="1077361" cy="476"/>
          </a:xfrm>
          <a:custGeom xmlns:a="http://schemas.openxmlformats.org/drawingml/2006/main">
            <a:pathLst>
              <a:path w="936459" h="476">
                <a:moveTo>
                  <a:pt x="0" y="0"/>
                </a:moveTo>
                <a:lnTo>
                  <a:pt x="9364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8" name="d-tree-epsilon-0.3-path-2500">
            <a:extLst xmlns:a="http://schemas.openxmlformats.org/drawingml/2006/main">
              <a:ext uri="{FF2B5EF4-FFF2-40B4-BE49-F238E27FC236}">
                <a16:creationId xmlns:a16="http://schemas.microsoft.com/office/drawing/2014/main" id="{54488E89-A608-4785-B818-4636E3D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2460" y="585230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59" name="d-tree-epsilon-0.3-path-2501">
            <a:extLst xmlns:a="http://schemas.openxmlformats.org/drawingml/2006/main">
              <a:ext uri="{FF2B5EF4-FFF2-40B4-BE49-F238E27FC236}">
                <a16:creationId xmlns:a16="http://schemas.microsoft.com/office/drawing/2014/main" id="{04F9CC71-A43E-42CB-9FBA-FEB04EA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7001" y="5852307"/>
            <a:ext cx="548" cy="315910"/>
          </a:xfrm>
          <a:custGeom xmlns:a="http://schemas.openxmlformats.org/drawingml/2006/main">
            <a:pathLst>
              <a:path w="476" h="315910">
                <a:moveTo>
                  <a:pt x="0" y="3159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0" name="d-tree-epsilon-0.3-path-2502">
            <a:extLst xmlns:a="http://schemas.openxmlformats.org/drawingml/2006/main">
              <a:ext uri="{FF2B5EF4-FFF2-40B4-BE49-F238E27FC236}">
                <a16:creationId xmlns:a16="http://schemas.microsoft.com/office/drawing/2014/main" id="{B2871940-19B2-4061-BD58-CC0CC0E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2460" y="5852307"/>
            <a:ext cx="764541" cy="476"/>
          </a:xfrm>
          <a:custGeom xmlns:a="http://schemas.openxmlformats.org/drawingml/2006/main">
            <a:pathLst>
              <a:path w="664551" h="476">
                <a:moveTo>
                  <a:pt x="0" y="0"/>
                </a:moveTo>
                <a:lnTo>
                  <a:pt x="6645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1" name="d-tree-epsilon-0.3-path-2503">
            <a:extLst xmlns:a="http://schemas.openxmlformats.org/drawingml/2006/main">
              <a:ext uri="{FF2B5EF4-FFF2-40B4-BE49-F238E27FC236}">
                <a16:creationId xmlns:a16="http://schemas.microsoft.com/office/drawing/2014/main" id="{DDC0DE6A-1697-492D-BCE0-236247CE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819" y="5829742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2" name="d-tree-epsilon-0.3-path-2504">
            <a:extLst xmlns:a="http://schemas.openxmlformats.org/drawingml/2006/main">
              <a:ext uri="{FF2B5EF4-FFF2-40B4-BE49-F238E27FC236}">
                <a16:creationId xmlns:a16="http://schemas.microsoft.com/office/drawing/2014/main" id="{721F8985-840E-40AF-A8D7-B37C6174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472" y="5829742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3" name="d-tree-epsilon-0.3-path-2505">
            <a:extLst xmlns:a="http://schemas.openxmlformats.org/drawingml/2006/main">
              <a:ext uri="{FF2B5EF4-FFF2-40B4-BE49-F238E27FC236}">
                <a16:creationId xmlns:a16="http://schemas.microsoft.com/office/drawing/2014/main" id="{A93574C4-1A2B-460D-8825-0A4D86C4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4126" y="5829742"/>
            <a:ext cx="548" cy="338475"/>
          </a:xfrm>
          <a:custGeom xmlns:a="http://schemas.openxmlformats.org/drawingml/2006/main">
            <a:pathLst>
              <a:path w="476" h="338475">
                <a:moveTo>
                  <a:pt x="0" y="338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4" name="d-tree-epsilon-0.3-path-2506">
            <a:extLst xmlns:a="http://schemas.openxmlformats.org/drawingml/2006/main">
              <a:ext uri="{FF2B5EF4-FFF2-40B4-BE49-F238E27FC236}">
                <a16:creationId xmlns:a16="http://schemas.microsoft.com/office/drawing/2014/main" id="{75EB5640-D85C-438D-B916-CA62999A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4730" y="582974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5" name="d-tree-epsilon-0.3-path-2507">
            <a:extLst xmlns:a="http://schemas.openxmlformats.org/drawingml/2006/main">
              <a:ext uri="{FF2B5EF4-FFF2-40B4-BE49-F238E27FC236}">
                <a16:creationId xmlns:a16="http://schemas.microsoft.com/office/drawing/2014/main" id="{B9FB9E8E-BF03-416A-81EA-2424324B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819" y="5829742"/>
            <a:ext cx="949912" cy="476"/>
          </a:xfrm>
          <a:custGeom xmlns:a="http://schemas.openxmlformats.org/drawingml/2006/main">
            <a:pathLst>
              <a:path w="825678" h="476">
                <a:moveTo>
                  <a:pt x="0" y="0"/>
                </a:moveTo>
                <a:lnTo>
                  <a:pt x="8256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6" name="d-tree-epsilon-0.3-path-2508">
            <a:extLst xmlns:a="http://schemas.openxmlformats.org/drawingml/2006/main">
              <a:ext uri="{FF2B5EF4-FFF2-40B4-BE49-F238E27FC236}">
                <a16:creationId xmlns:a16="http://schemas.microsoft.com/office/drawing/2014/main" id="{7C966BB9-4571-44A4-90BC-079C2883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165" y="5807177"/>
            <a:ext cx="548" cy="361041"/>
          </a:xfrm>
          <a:custGeom xmlns:a="http://schemas.openxmlformats.org/drawingml/2006/main">
            <a:pathLst>
              <a:path w="476" h="361041">
                <a:moveTo>
                  <a:pt x="0" y="3610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7" name="d-tree-epsilon-0.3-path-2509">
            <a:extLst xmlns:a="http://schemas.openxmlformats.org/drawingml/2006/main">
              <a:ext uri="{FF2B5EF4-FFF2-40B4-BE49-F238E27FC236}">
                <a16:creationId xmlns:a16="http://schemas.microsoft.com/office/drawing/2014/main" id="{12624E04-5949-4DB5-ABA0-9450CD8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775" y="580717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8" name="d-tree-epsilon-0.3-path-2510">
            <a:extLst xmlns:a="http://schemas.openxmlformats.org/drawingml/2006/main">
              <a:ext uri="{FF2B5EF4-FFF2-40B4-BE49-F238E27FC236}">
                <a16:creationId xmlns:a16="http://schemas.microsoft.com/office/drawing/2014/main" id="{7C59A43E-AE84-412E-B876-62ACD96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165" y="5807177"/>
            <a:ext cx="484610" cy="476"/>
          </a:xfrm>
          <a:custGeom xmlns:a="http://schemas.openxmlformats.org/drawingml/2006/main">
            <a:pathLst>
              <a:path w="421230" h="476">
                <a:moveTo>
                  <a:pt x="0" y="0"/>
                </a:moveTo>
                <a:lnTo>
                  <a:pt x="4212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69" name="d-tree-epsilon-0.3-path-2511">
            <a:extLst xmlns:a="http://schemas.openxmlformats.org/drawingml/2006/main">
              <a:ext uri="{FF2B5EF4-FFF2-40B4-BE49-F238E27FC236}">
                <a16:creationId xmlns:a16="http://schemas.microsoft.com/office/drawing/2014/main" id="{08C2C1AF-77F4-446A-91BC-B211E0B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512" y="5784612"/>
            <a:ext cx="548" cy="383606"/>
          </a:xfrm>
          <a:custGeom xmlns:a="http://schemas.openxmlformats.org/drawingml/2006/main">
            <a:pathLst>
              <a:path w="476" h="383606">
                <a:moveTo>
                  <a:pt x="0" y="38360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0" name="d-tree-epsilon-0.3-path-2512">
            <a:extLst xmlns:a="http://schemas.openxmlformats.org/drawingml/2006/main">
              <a:ext uri="{FF2B5EF4-FFF2-40B4-BE49-F238E27FC236}">
                <a16:creationId xmlns:a16="http://schemas.microsoft.com/office/drawing/2014/main" id="{22A6CE90-A6D8-4B2C-95C4-3BAFDA97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7470" y="5784612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1" name="d-tree-epsilon-0.3-path-2513">
            <a:extLst xmlns:a="http://schemas.openxmlformats.org/drawingml/2006/main">
              <a:ext uri="{FF2B5EF4-FFF2-40B4-BE49-F238E27FC236}">
                <a16:creationId xmlns:a16="http://schemas.microsoft.com/office/drawing/2014/main" id="{1422753D-9D84-4570-A9D2-9B930B8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512" y="5784612"/>
            <a:ext cx="251958" cy="476"/>
          </a:xfrm>
          <a:custGeom xmlns:a="http://schemas.openxmlformats.org/drawingml/2006/main">
            <a:pathLst>
              <a:path w="219006" h="476">
                <a:moveTo>
                  <a:pt x="0" y="0"/>
                </a:moveTo>
                <a:lnTo>
                  <a:pt x="2190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2" name="d-tree-epsilon-0.3-path-2514">
            <a:extLst xmlns:a="http://schemas.openxmlformats.org/drawingml/2006/main">
              <a:ext uri="{FF2B5EF4-FFF2-40B4-BE49-F238E27FC236}">
                <a16:creationId xmlns:a16="http://schemas.microsoft.com/office/drawing/2014/main" id="{9E5A7FD0-61E6-4A09-A96F-DDF4E26E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5858" y="5762047"/>
            <a:ext cx="548" cy="406171"/>
          </a:xfrm>
          <a:custGeom xmlns:a="http://schemas.openxmlformats.org/drawingml/2006/main">
            <a:pathLst>
              <a:path w="476" h="406171">
                <a:moveTo>
                  <a:pt x="0" y="4061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3" name="d-tree-epsilon-0.3-path-2515">
            <a:extLst xmlns:a="http://schemas.openxmlformats.org/drawingml/2006/main">
              <a:ext uri="{FF2B5EF4-FFF2-40B4-BE49-F238E27FC236}">
                <a16:creationId xmlns:a16="http://schemas.microsoft.com/office/drawing/2014/main" id="{D7D5AB6B-B56F-4120-A158-73FF2CDB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1491" y="5762047"/>
            <a:ext cx="548" cy="22565"/>
          </a:xfrm>
          <a:custGeom xmlns:a="http://schemas.openxmlformats.org/drawingml/2006/main">
            <a:pathLst>
              <a:path w="476" h="22565">
                <a:moveTo>
                  <a:pt x="0" y="2256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4" name="d-tree-epsilon-0.3-path-2516">
            <a:extLst xmlns:a="http://schemas.openxmlformats.org/drawingml/2006/main">
              <a:ext uri="{FF2B5EF4-FFF2-40B4-BE49-F238E27FC236}">
                <a16:creationId xmlns:a16="http://schemas.microsoft.com/office/drawing/2014/main" id="{D7D9F1D3-44C4-4E3A-94B2-458CD5D6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5858" y="5762047"/>
            <a:ext cx="135633" cy="476"/>
          </a:xfrm>
          <a:custGeom xmlns:a="http://schemas.openxmlformats.org/drawingml/2006/main">
            <a:pathLst>
              <a:path w="117894" h="476">
                <a:moveTo>
                  <a:pt x="0" y="0"/>
                </a:moveTo>
                <a:lnTo>
                  <a:pt x="117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5" name="d-tree-epsilon-0.3-path-2517">
            <a:extLst xmlns:a="http://schemas.openxmlformats.org/drawingml/2006/main">
              <a:ext uri="{FF2B5EF4-FFF2-40B4-BE49-F238E27FC236}">
                <a16:creationId xmlns:a16="http://schemas.microsoft.com/office/drawing/2014/main" id="{616E4225-D3D7-4E3D-AF0A-312DE7C9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3675" y="5716917"/>
            <a:ext cx="548" cy="45130"/>
          </a:xfrm>
          <a:custGeom xmlns:a="http://schemas.openxmlformats.org/drawingml/2006/main">
            <a:pathLst>
              <a:path w="476" h="45130">
                <a:moveTo>
                  <a:pt x="0" y="451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2576" name="d-tree-epsilon-0.3-path-2522">
            <a:extLst xmlns:a="http://schemas.openxmlformats.org/drawingml/2006/main">
              <a:ext uri="{FF2B5EF4-FFF2-40B4-BE49-F238E27FC236}">
                <a16:creationId xmlns:a16="http://schemas.microsoft.com/office/drawing/2014/main" id="{0EAA8D43-811E-4BA3-B058-1A021C79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584" y="57620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577" name="d-tree-epsilon-0.3-path-2523">
            <a:extLst xmlns:a="http://schemas.openxmlformats.org/drawingml/2006/main">
              <a:ext uri="{FF2B5EF4-FFF2-40B4-BE49-F238E27FC236}">
                <a16:creationId xmlns:a16="http://schemas.microsoft.com/office/drawing/2014/main" id="{4507C92B-D67B-4E26-86D9-04B2119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584" y="62133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578" name="d-tree-epsilon-0.3-path-2524">
            <a:extLst xmlns:a="http://schemas.openxmlformats.org/drawingml/2006/main">
              <a:ext uri="{FF2B5EF4-FFF2-40B4-BE49-F238E27FC236}">
                <a16:creationId xmlns:a16="http://schemas.microsoft.com/office/drawing/2014/main" id="{117E3A8B-2461-47A0-BDFE-50842C8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584" y="6664648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579" name="d-tree-epsilon-0.3-path-2525">
            <a:extLst xmlns:a="http://schemas.openxmlformats.org/drawingml/2006/main">
              <a:ext uri="{FF2B5EF4-FFF2-40B4-BE49-F238E27FC236}">
                <a16:creationId xmlns:a16="http://schemas.microsoft.com/office/drawing/2014/main" id="{CE03B485-9F89-470B-9C46-2AAFE3A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584" y="7115949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580" name="d-tree-epsilon-0.3-path-2526">
            <a:extLst xmlns:a="http://schemas.openxmlformats.org/drawingml/2006/main">
              <a:ext uri="{FF2B5EF4-FFF2-40B4-BE49-F238E27FC236}">
                <a16:creationId xmlns:a16="http://schemas.microsoft.com/office/drawing/2014/main" id="{095D94D2-B6DA-41DF-B242-5EAA0BC8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584" y="7567250"/>
            <a:ext cx="38354" cy="476"/>
          </a:xfrm>
          <a:custGeom xmlns:a="http://schemas.openxmlformats.org/drawingml/2006/main">
            <a:pathLst>
              <a:path w="33338" h="476">
                <a:moveTo>
                  <a:pt x="333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581" name="d-tree-epsilon-0.3-path-2521">
            <a:extLst xmlns:a="http://schemas.openxmlformats.org/drawingml/2006/main">
              <a:ext uri="{FF2B5EF4-FFF2-40B4-BE49-F238E27FC236}">
                <a16:creationId xmlns:a16="http://schemas.microsoft.com/office/drawing/2014/main" id="{B5DB0DD1-E902-46EE-8B17-1B6163A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937" y="5513832"/>
            <a:ext cx="548" cy="2098548"/>
          </a:xfrm>
          <a:custGeom xmlns:a="http://schemas.openxmlformats.org/drawingml/2006/main">
            <a:pathLst>
              <a:path w="476" h="2098548">
                <a:moveTo>
                  <a:pt x="0" y="20985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68727A"/>
            </a:solidFill>
            <a:prstDash val="solid"/>
          </a:ln>
        </p:spPr>
      </p:sp>
      <p:sp>
        <p:nvSpPr>
          <p:cNvPr id="2582" name="d-tree-epsilon-0.3 A66">
            <a:extLst xmlns:a="http://schemas.openxmlformats.org/drawingml/2006/main">
              <a:ext uri="{FF2B5EF4-FFF2-40B4-BE49-F238E27FC236}">
                <a16:creationId xmlns:a16="http://schemas.microsoft.com/office/drawing/2014/main" id="{C13E802A-A385-4F97-B910-7295881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0886" y="6329277"/>
            <a:ext cx="35272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BD8300"/>
                </a:solidFill>
                <a:latin typeface="Helvetica"/>
                <a:ea typeface="Helvetica"/>
                <a:cs typeface="Helvetica"/>
              </a:rPr>
              <a:t>A66</a:t>
            </a:r>
          </a:p>
        </p:txBody>
      </p:sp>
      <p:sp>
        <p:nvSpPr>
          <p:cNvPr id="2583" name="d-tree-epsilon-0.3 B66">
            <a:extLst xmlns:a="http://schemas.openxmlformats.org/drawingml/2006/main">
              <a:ext uri="{FF2B5EF4-FFF2-40B4-BE49-F238E27FC236}">
                <a16:creationId xmlns:a16="http://schemas.microsoft.com/office/drawing/2014/main" id="{CD6524E9-BFC4-4648-B9C9-A6D3754A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6728" y="6176877"/>
            <a:ext cx="353118" cy="20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ln w="11430">
                  <a:solidFill>
                    <a:srgbClr val="FFFFFF"/>
                  </a:solidFill>
                  <a:prstDash val="solid"/>
                </a:ln>
                <a:solidFill>
                  <a:srgbClr val="A02C87"/>
                </a:solidFill>
                <a:latin typeface="Helvetica"/>
                <a:ea typeface="Helvetica"/>
                <a:cs typeface="Helvetica"/>
              </a:rPr>
              <a:t>B66</a:t>
            </a:r>
          </a:p>
        </p:txBody>
      </p:sp>
      <p:sp>
        <p:nvSpPr>
          <p:cNvPr id="2584" name="d-tree-epsilon-0.3 18 levels">
            <a:extLst xmlns:a="http://schemas.openxmlformats.org/drawingml/2006/main">
              <a:ext uri="{FF2B5EF4-FFF2-40B4-BE49-F238E27FC236}">
                <a16:creationId xmlns:a16="http://schemas.microsoft.com/office/drawing/2014/main" id="{347766D5-4604-4B67-AAB0-46E7078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5431" y="5336423"/>
            <a:ext cx="873313" cy="24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18 levels</a:t>
            </a:r>
          </a:p>
        </p:txBody>
      </p:sp>
      <p:sp>
        <p:nvSpPr>
          <p:cNvPr id="2585" name="panel-headings (a) Vortex full sequence · ε = 30%">
            <a:extLst xmlns:a="http://schemas.openxmlformats.org/drawingml/2006/main">
              <a:ext uri="{FF2B5EF4-FFF2-40B4-BE49-F238E27FC236}">
                <a16:creationId xmlns:a16="http://schemas.microsoft.com/office/drawing/2014/main" id="{0768340B-9B75-48B5-8288-9593B39B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" y="108370"/>
            <a:ext cx="3207760" cy="242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(a) Vortex full sequence · ε = 30%</a:t>
            </a:r>
          </a:p>
        </p:txBody>
      </p:sp>
      <p:sp>
        <p:nvSpPr>
          <p:cNvPr id="2586" name="panel-headings (b) 3D spatial reference · ε = 0%">
            <a:extLst xmlns:a="http://schemas.openxmlformats.org/drawingml/2006/main">
              <a:ext uri="{FF2B5EF4-FFF2-40B4-BE49-F238E27FC236}">
                <a16:creationId xmlns:a16="http://schemas.microsoft.com/office/drawing/2014/main" id="{8FE2C776-271A-4F93-8DF0-B450828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" y="1951801"/>
            <a:ext cx="6191250" cy="242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(b) 3D reference · q = X/127 · ε = 0%</a:t>
            </a:r>
          </a:p>
        </p:txBody>
      </p:sp>
      <p:sp>
        <p:nvSpPr>
          <p:cNvPr id="2587" name="panel-headings (c) Leaf correspondence">
            <a:extLst xmlns:a="http://schemas.openxmlformats.org/drawingml/2006/main">
              <a:ext uri="{FF2B5EF4-FFF2-40B4-BE49-F238E27FC236}">
                <a16:creationId xmlns:a16="http://schemas.microsoft.com/office/drawing/2014/main" id="{10B05732-6675-4915-B66E-56246439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1474" y="1951801"/>
            <a:ext cx="2316610" cy="242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(c) Leaf correspondence</a:t>
            </a:r>
          </a:p>
        </p:txBody>
      </p:sp>
      <p:sp>
        <p:nvSpPr>
          <p:cNvPr id="2588" name="panel-headings (d) Progressive hierarchy relaxation · t = 8">
            <a:extLst xmlns:a="http://schemas.openxmlformats.org/drawingml/2006/main">
              <a:ext uri="{FF2B5EF4-FFF2-40B4-BE49-F238E27FC236}">
                <a16:creationId xmlns:a16="http://schemas.microsoft.com/office/drawing/2014/main" id="{52A4A3A1-A699-4691-BBF1-084901B2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1474" y="5062589"/>
            <a:ext cx="3942657" cy="242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defPPr>
            <a:lvl1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1pPr>
            <a:lvl2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2pPr>
            <a:lvl3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3pPr>
            <a:lvl4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4pPr>
            <a:lvl5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5pPr>
            <a:lvl6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6pPr>
            <a:lvl7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7pPr>
            <a:lvl8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8pPr>
            <a:lvl9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202D36"/>
                </a:solidFill>
                <a:latin typeface="Helvetica"/>
                <a:ea typeface="Helvetica"/>
                <a:cs typeface="Helvetica"/>
              </a:rPr>
              <a:t>(d) Progressive hierarchy relaxation · t = 8</a:t>
            </a:r>
          </a:p>
        </p:txBody>
      </p:sp>
    </p:spTree>
    <p:extLst>
      <p:ext uri="{BB962C8B-B14F-4D97-AF65-F5344CB8AC3E}">
        <p14:creationId xmlns:p14="http://schemas.microsoft.com/office/powerpoint/2010/main" val="1904411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2026-10-30T07:45:07.3260000Z</dcterms:created>
  <dcterms:modified xsi:type="dcterms:W3CDTF">2026-10-30T07:45:07.3260000Z</dcterms:modified>
</coreProperties>
</file>