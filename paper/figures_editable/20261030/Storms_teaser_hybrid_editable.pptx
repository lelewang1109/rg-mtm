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732ce9b2064c46" /><Relationship Type="http://schemas.openxmlformats.org/officeDocument/2006/relationships/extended-properties" Target="/docProps/app.xml" Id="R8dd06fd738ee4620" /><Relationship Type="http://schemas.openxmlformats.org/officeDocument/2006/relationships/officeDocument" Target="/ppt/presentation.xml" Id="R87f6557e7e1f450b" /></Relationships>
</file>

<file path=ppt/presentation.xml><?xml version="1.0" encoding="utf-8"?>
<p:presentation xmlns:p="http://schemas.openxmlformats.org/presentationml/2006/main">
  <p:sldMasterIdLst>
    <p:sldMasterId xmlns:r="http://schemas.openxmlformats.org/officeDocument/2006/relationships" id="2147483648" r:id="R06f8a331d84043f4"/>
  </p:sldMasterIdLst>
  <p:notesMasterIdLst>
    <p:notesMasterId xmlns:r="http://schemas.openxmlformats.org/officeDocument/2006/relationships" r:id="Rc6c22ef70c434b9b"/>
  </p:notesMasterIdLst>
  <p:sldIdLst>
    <p:sldId xmlns:r="http://schemas.openxmlformats.org/officeDocument/2006/relationships" id="256" r:id="Ra85ceb5ac9f84aca"/>
  </p:sldIdLst>
  <p:sldSz cx="150876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d4911cd6754ef2" /><Relationship Type="http://schemas.openxmlformats.org/officeDocument/2006/relationships/slideMaster" Target="/ppt/slideMasters/slideMaster1.xml" Id="R06f8a331d84043f4" /><Relationship Type="http://schemas.openxmlformats.org/officeDocument/2006/relationships/notesMaster" Target="/ppt/notesMasters/notesMaster1.xml" Id="Rc6c22ef70c434b9b" /><Relationship Type="http://schemas.openxmlformats.org/officeDocument/2006/relationships/presProps" Target="/ppt/presProps.xml" Id="Rb5629dfb27f240e3" /><Relationship Type="http://schemas.openxmlformats.org/officeDocument/2006/relationships/tableStyles" Target="/ppt/tableStyles.xml" Id="Rb300e7ebe84d412d" /><Relationship Type="http://schemas.openxmlformats.org/officeDocument/2006/relationships/slide" Target="/ppt/slides/slide1.xml" Id="Ra85ceb5ac9f84a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aa8d73772a49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6eb2ce00f14756" /><Relationship Type="http://schemas.openxmlformats.org/officeDocument/2006/relationships/notesMaster" Target="/ppt/notesMasters/notesMaster1.xml" Id="Re30beaa40aa14c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Hybrid authoring: 16 scientific panels (heatmaps, snapshots with coastlines, scalar strips and scientific trajectory curves) were rendered from the audited code and inserted as PNG images. All 159 text items, axes/ticks, Aij/Bij instance labels, circular markers, reference diamonds, reference projection segments and right-angle marks, position-gap lines, selection frame, callout arrow and gradient colorbar are native editable PowerPoint objects. All 57 topology branches are native editable PowerPoint lines and exactly match the audited hierarchy. Parameters are 0%,1%,2%,3%,5%. Snapshots are t=212,218,224,230,236. c retains real hourly data through 239. Layout, data and topology are unchanged from the indexed scientific figure.</a:t>
            </a:r>
          </a:p>
          <a:p xmlns:a="http://schemas.openxmlformats.org/drawingml/2006/main">
            <a:r>
              <a:t>Root-aligned display: each complete tree and its A/B leaf labels are translated vertically so the root merge node has a shared top position. Branch connectivity, vertical inter-level spacing, leaf identity, scalar merge values and depth counts are unchanged. Vertical axis now reads Levels below root (0 at the common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450cf0200a49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e02f34df894a6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3610a8b4f81456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abce6baa793400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d0f1d446e024b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52f3068737543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A8DF53-9E78-416A-BB9C-EB598FBFB34B}"/>
              </a:ext>
            </a:extLst>
          </p:cNvPr>
          <p:cNvSpPr>
            <a:spLocks xmlns:a="http://schemas.openxmlformats.org/drawingml/2006/main" noGrp="1"/>
          </p:cNvSpPr>
          <p:nvPr>
            <p:ph type="title" idx="0"/>
          </p:nvPr>
        </p:nvSpPr>
        <p:spPr>
          <a:xfrm xmlns:a="http://schemas.openxmlformats.org/drawingml/2006/main">
            <a:off x="1508760" y="3238500"/>
            <a:ext cx="1207008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940" b="1">
                <a:solidFill>
                  <a:schemeClr val="tx1"/>
                </a:solidFill>
                <a:latin typeface="+mj-lt"/>
                <a:ea typeface="+mj-lt"/>
                <a:cs typeface="+mj-lt"/>
              </a:defRPr>
            </a:defPPr>
            <a:lvl1pPr marL="0" indent="0" algn="ctr">
              <a:lnSpc>
                <a:spcPct val="110000"/>
              </a:lnSpc>
              <a:spcBef>
                <a:spcPts val="0"/>
              </a:spcBef>
              <a:spcAft>
                <a:spcPts val="0"/>
              </a:spcAft>
              <a:buNone/>
              <a:defRPr sz="5940" b="1">
                <a:solidFill>
                  <a:schemeClr val="tx1"/>
                </a:solidFill>
                <a:latin typeface="+mj-lt"/>
                <a:ea typeface="+mj-lt"/>
                <a:cs typeface="+mj-lt"/>
              </a:defRPr>
            </a:lvl1pPr>
            <a:lvl2pPr marL="0" indent="0" algn="ctr">
              <a:lnSpc>
                <a:spcPct val="110000"/>
              </a:lnSpc>
              <a:spcBef>
                <a:spcPts val="0"/>
              </a:spcBef>
              <a:spcAft>
                <a:spcPts val="0"/>
              </a:spcAft>
              <a:buNone/>
              <a:defRPr sz="5940" b="1">
                <a:solidFill>
                  <a:schemeClr val="tx1"/>
                </a:solidFill>
                <a:latin typeface="+mj-lt"/>
                <a:ea typeface="+mj-lt"/>
                <a:cs typeface="+mj-lt"/>
              </a:defRPr>
            </a:lvl2pPr>
            <a:lvl3pPr marL="0" indent="0" algn="ctr">
              <a:lnSpc>
                <a:spcPct val="110000"/>
              </a:lnSpc>
              <a:spcBef>
                <a:spcPts val="0"/>
              </a:spcBef>
              <a:spcAft>
                <a:spcPts val="0"/>
              </a:spcAft>
              <a:buNone/>
              <a:defRPr sz="5940" b="1">
                <a:solidFill>
                  <a:schemeClr val="tx1"/>
                </a:solidFill>
                <a:latin typeface="+mj-lt"/>
                <a:ea typeface="+mj-lt"/>
                <a:cs typeface="+mj-lt"/>
              </a:defRPr>
            </a:lvl3pPr>
            <a:lvl4pPr marL="0" indent="0" algn="ctr">
              <a:lnSpc>
                <a:spcPct val="110000"/>
              </a:lnSpc>
              <a:spcBef>
                <a:spcPts val="0"/>
              </a:spcBef>
              <a:spcAft>
                <a:spcPts val="0"/>
              </a:spcAft>
              <a:buNone/>
              <a:defRPr sz="5940" b="1">
                <a:solidFill>
                  <a:schemeClr val="tx1"/>
                </a:solidFill>
                <a:latin typeface="+mj-lt"/>
                <a:ea typeface="+mj-lt"/>
                <a:cs typeface="+mj-lt"/>
              </a:defRPr>
            </a:lvl4pPr>
            <a:lvl5pPr marL="0" indent="0" algn="ctr">
              <a:lnSpc>
                <a:spcPct val="110000"/>
              </a:lnSpc>
              <a:spcBef>
                <a:spcPts val="0"/>
              </a:spcBef>
              <a:spcAft>
                <a:spcPts val="0"/>
              </a:spcAft>
              <a:buNone/>
              <a:defRPr sz="5940" b="1">
                <a:solidFill>
                  <a:schemeClr val="tx1"/>
                </a:solidFill>
                <a:latin typeface="+mj-lt"/>
                <a:ea typeface="+mj-lt"/>
                <a:cs typeface="+mj-lt"/>
              </a:defRPr>
            </a:lvl5pPr>
            <a:lvl6pPr marL="0" indent="0" algn="ctr">
              <a:lnSpc>
                <a:spcPct val="110000"/>
              </a:lnSpc>
              <a:spcBef>
                <a:spcPts val="0"/>
              </a:spcBef>
              <a:spcAft>
                <a:spcPts val="0"/>
              </a:spcAft>
              <a:buNone/>
              <a:defRPr sz="5940" b="1">
                <a:solidFill>
                  <a:schemeClr val="tx1"/>
                </a:solidFill>
                <a:latin typeface="+mj-lt"/>
                <a:ea typeface="+mj-lt"/>
                <a:cs typeface="+mj-lt"/>
              </a:defRPr>
            </a:lvl6pPr>
            <a:lvl7pPr marL="0" indent="0" algn="ctr">
              <a:lnSpc>
                <a:spcPct val="110000"/>
              </a:lnSpc>
              <a:spcBef>
                <a:spcPts val="0"/>
              </a:spcBef>
              <a:spcAft>
                <a:spcPts val="0"/>
              </a:spcAft>
              <a:buNone/>
              <a:defRPr sz="5940" b="1">
                <a:solidFill>
                  <a:schemeClr val="tx1"/>
                </a:solidFill>
                <a:latin typeface="+mj-lt"/>
                <a:ea typeface="+mj-lt"/>
                <a:cs typeface="+mj-lt"/>
              </a:defRPr>
            </a:lvl7pPr>
            <a:lvl8pPr marL="0" indent="0" algn="ctr">
              <a:lnSpc>
                <a:spcPct val="110000"/>
              </a:lnSpc>
              <a:spcBef>
                <a:spcPts val="0"/>
              </a:spcBef>
              <a:spcAft>
                <a:spcPts val="0"/>
              </a:spcAft>
              <a:buNone/>
              <a:defRPr sz="5940" b="1">
                <a:solidFill>
                  <a:schemeClr val="tx1"/>
                </a:solidFill>
                <a:latin typeface="+mj-lt"/>
                <a:ea typeface="+mj-lt"/>
                <a:cs typeface="+mj-lt"/>
              </a:defRPr>
            </a:lvl8pPr>
            <a:lvl9pPr marL="0" indent="0" algn="ctr">
              <a:lnSpc>
                <a:spcPct val="110000"/>
              </a:lnSpc>
              <a:spcBef>
                <a:spcPts val="0"/>
              </a:spcBef>
              <a:spcAft>
                <a:spcPts val="0"/>
              </a:spcAft>
              <a:buNone/>
              <a:defRPr sz="594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13C75F9-E7C9-424D-AF71-494841070626}"/>
              </a:ext>
            </a:extLst>
          </p:cNvPr>
          <p:cNvSpPr>
            <a:spLocks xmlns:a="http://schemas.openxmlformats.org/drawingml/2006/main" noGrp="1"/>
          </p:cNvSpPr>
          <p:nvPr>
            <p:ph type="subTitle" idx="1"/>
          </p:nvPr>
        </p:nvSpPr>
        <p:spPr>
          <a:xfrm xmlns:a="http://schemas.openxmlformats.org/drawingml/2006/main">
            <a:off x="2263140" y="4714875"/>
            <a:ext cx="1056132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599" b="0">
                <a:solidFill>
                  <a:schemeClr val="tx1"/>
                </a:solidFill>
                <a:latin typeface="+mn-lt"/>
                <a:ea typeface="+mn-lt"/>
                <a:cs typeface="+mn-lt"/>
              </a:defRPr>
            </a:defPPr>
            <a:lvl1pPr marL="0" indent="0" algn="ctr">
              <a:lnSpc>
                <a:spcPct val="110000"/>
              </a:lnSpc>
              <a:spcBef>
                <a:spcPts val="0"/>
              </a:spcBef>
              <a:spcAft>
                <a:spcPts val="0"/>
              </a:spcAft>
              <a:buNone/>
              <a:defRPr sz="2599" b="0">
                <a:solidFill>
                  <a:schemeClr val="tx1"/>
                </a:solidFill>
                <a:latin typeface="+mn-lt"/>
                <a:ea typeface="+mn-lt"/>
                <a:cs typeface="+mn-lt"/>
              </a:defRPr>
            </a:lvl1pPr>
            <a:lvl2pPr marL="0" indent="0" algn="ctr">
              <a:lnSpc>
                <a:spcPct val="110000"/>
              </a:lnSpc>
              <a:spcBef>
                <a:spcPts val="0"/>
              </a:spcBef>
              <a:spcAft>
                <a:spcPts val="0"/>
              </a:spcAft>
              <a:buNone/>
              <a:defRPr sz="2599" b="0">
                <a:solidFill>
                  <a:schemeClr val="tx1"/>
                </a:solidFill>
                <a:latin typeface="+mn-lt"/>
                <a:ea typeface="+mn-lt"/>
                <a:cs typeface="+mn-lt"/>
              </a:defRPr>
            </a:lvl2pPr>
            <a:lvl3pPr marL="0" indent="0" algn="ctr">
              <a:lnSpc>
                <a:spcPct val="110000"/>
              </a:lnSpc>
              <a:spcBef>
                <a:spcPts val="0"/>
              </a:spcBef>
              <a:spcAft>
                <a:spcPts val="0"/>
              </a:spcAft>
              <a:buNone/>
              <a:defRPr sz="2599" b="0">
                <a:solidFill>
                  <a:schemeClr val="tx1"/>
                </a:solidFill>
                <a:latin typeface="+mn-lt"/>
                <a:ea typeface="+mn-lt"/>
                <a:cs typeface="+mn-lt"/>
              </a:defRPr>
            </a:lvl3pPr>
            <a:lvl4pPr marL="0" indent="0" algn="ctr">
              <a:lnSpc>
                <a:spcPct val="110000"/>
              </a:lnSpc>
              <a:spcBef>
                <a:spcPts val="0"/>
              </a:spcBef>
              <a:spcAft>
                <a:spcPts val="0"/>
              </a:spcAft>
              <a:buNone/>
              <a:defRPr sz="2599" b="0">
                <a:solidFill>
                  <a:schemeClr val="tx1"/>
                </a:solidFill>
                <a:latin typeface="+mn-lt"/>
                <a:ea typeface="+mn-lt"/>
                <a:cs typeface="+mn-lt"/>
              </a:defRPr>
            </a:lvl4pPr>
            <a:lvl5pPr marL="0" indent="0" algn="ctr">
              <a:lnSpc>
                <a:spcPct val="110000"/>
              </a:lnSpc>
              <a:spcBef>
                <a:spcPts val="0"/>
              </a:spcBef>
              <a:spcAft>
                <a:spcPts val="0"/>
              </a:spcAft>
              <a:buNone/>
              <a:defRPr sz="2599" b="0">
                <a:solidFill>
                  <a:schemeClr val="tx1"/>
                </a:solidFill>
                <a:latin typeface="+mn-lt"/>
                <a:ea typeface="+mn-lt"/>
                <a:cs typeface="+mn-lt"/>
              </a:defRPr>
            </a:lvl5pPr>
            <a:lvl6pPr marL="0" indent="0" algn="ctr">
              <a:lnSpc>
                <a:spcPct val="110000"/>
              </a:lnSpc>
              <a:spcBef>
                <a:spcPts val="0"/>
              </a:spcBef>
              <a:spcAft>
                <a:spcPts val="0"/>
              </a:spcAft>
              <a:buNone/>
              <a:defRPr sz="2599" b="0">
                <a:solidFill>
                  <a:schemeClr val="tx1"/>
                </a:solidFill>
                <a:latin typeface="+mn-lt"/>
                <a:ea typeface="+mn-lt"/>
                <a:cs typeface="+mn-lt"/>
              </a:defRPr>
            </a:lvl6pPr>
            <a:lvl7pPr marL="0" indent="0" algn="ctr">
              <a:lnSpc>
                <a:spcPct val="110000"/>
              </a:lnSpc>
              <a:spcBef>
                <a:spcPts val="0"/>
              </a:spcBef>
              <a:spcAft>
                <a:spcPts val="0"/>
              </a:spcAft>
              <a:buNone/>
              <a:defRPr sz="2599" b="0">
                <a:solidFill>
                  <a:schemeClr val="tx1"/>
                </a:solidFill>
                <a:latin typeface="+mn-lt"/>
                <a:ea typeface="+mn-lt"/>
                <a:cs typeface="+mn-lt"/>
              </a:defRPr>
            </a:lvl7pPr>
            <a:lvl8pPr marL="0" indent="0" algn="ctr">
              <a:lnSpc>
                <a:spcPct val="110000"/>
              </a:lnSpc>
              <a:spcBef>
                <a:spcPts val="0"/>
              </a:spcBef>
              <a:spcAft>
                <a:spcPts val="0"/>
              </a:spcAft>
              <a:buNone/>
              <a:defRPr sz="2599" b="0">
                <a:solidFill>
                  <a:schemeClr val="tx1"/>
                </a:solidFill>
                <a:latin typeface="+mn-lt"/>
                <a:ea typeface="+mn-lt"/>
                <a:cs typeface="+mn-lt"/>
              </a:defRPr>
            </a:lvl8pPr>
            <a:lvl9pPr marL="0" indent="0" algn="ctr">
              <a:lnSpc>
                <a:spcPct val="110000"/>
              </a:lnSpc>
              <a:spcBef>
                <a:spcPts val="0"/>
              </a:spcBef>
              <a:spcAft>
                <a:spcPts val="0"/>
              </a:spcAft>
              <a:buNone/>
              <a:defRPr sz="2599"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B20DB7A-F8BC-4ACE-8759-7EFDB0D65EB4}"/>
              </a:ext>
            </a:extLst>
          </p:cNvPr>
          <p:cNvSpPr>
            <a:spLocks xmlns:a="http://schemas.openxmlformats.org/drawingml/2006/main" noGrp="1"/>
          </p:cNvSpPr>
          <p:nvPr>
            <p:ph type="title" idx="0"/>
          </p:nvPr>
        </p:nvSpPr>
        <p:spPr>
          <a:xfrm xmlns:a="http://schemas.openxmlformats.org/drawingml/2006/main">
            <a:off x="1508760" y="3571875"/>
            <a:ext cx="1207008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197" b="1">
                <a:solidFill>
                  <a:schemeClr val="tx1"/>
                </a:solidFill>
                <a:latin typeface="+mj-lt"/>
                <a:ea typeface="+mj-lt"/>
                <a:cs typeface="+mj-lt"/>
              </a:defRPr>
            </a:defPPr>
            <a:lvl1pPr marL="0" indent="0" algn="ctr">
              <a:lnSpc>
                <a:spcPct val="110000"/>
              </a:lnSpc>
              <a:spcBef>
                <a:spcPts val="0"/>
              </a:spcBef>
              <a:spcAft>
                <a:spcPts val="0"/>
              </a:spcAft>
              <a:buNone/>
              <a:defRPr sz="5197" b="1">
                <a:solidFill>
                  <a:schemeClr val="tx1"/>
                </a:solidFill>
                <a:latin typeface="+mj-lt"/>
                <a:ea typeface="+mj-lt"/>
                <a:cs typeface="+mj-lt"/>
              </a:defRPr>
            </a:lvl1pPr>
            <a:lvl2pPr marL="0" indent="0" algn="ctr">
              <a:lnSpc>
                <a:spcPct val="110000"/>
              </a:lnSpc>
              <a:spcBef>
                <a:spcPts val="0"/>
              </a:spcBef>
              <a:spcAft>
                <a:spcPts val="0"/>
              </a:spcAft>
              <a:buNone/>
              <a:defRPr sz="5197" b="1">
                <a:solidFill>
                  <a:schemeClr val="tx1"/>
                </a:solidFill>
                <a:latin typeface="+mj-lt"/>
                <a:ea typeface="+mj-lt"/>
                <a:cs typeface="+mj-lt"/>
              </a:defRPr>
            </a:lvl2pPr>
            <a:lvl3pPr marL="0" indent="0" algn="ctr">
              <a:lnSpc>
                <a:spcPct val="110000"/>
              </a:lnSpc>
              <a:spcBef>
                <a:spcPts val="0"/>
              </a:spcBef>
              <a:spcAft>
                <a:spcPts val="0"/>
              </a:spcAft>
              <a:buNone/>
              <a:defRPr sz="5197" b="1">
                <a:solidFill>
                  <a:schemeClr val="tx1"/>
                </a:solidFill>
                <a:latin typeface="+mj-lt"/>
                <a:ea typeface="+mj-lt"/>
                <a:cs typeface="+mj-lt"/>
              </a:defRPr>
            </a:lvl3pPr>
            <a:lvl4pPr marL="0" indent="0" algn="ctr">
              <a:lnSpc>
                <a:spcPct val="110000"/>
              </a:lnSpc>
              <a:spcBef>
                <a:spcPts val="0"/>
              </a:spcBef>
              <a:spcAft>
                <a:spcPts val="0"/>
              </a:spcAft>
              <a:buNone/>
              <a:defRPr sz="5197" b="1">
                <a:solidFill>
                  <a:schemeClr val="tx1"/>
                </a:solidFill>
                <a:latin typeface="+mj-lt"/>
                <a:ea typeface="+mj-lt"/>
                <a:cs typeface="+mj-lt"/>
              </a:defRPr>
            </a:lvl4pPr>
            <a:lvl5pPr marL="0" indent="0" algn="ctr">
              <a:lnSpc>
                <a:spcPct val="110000"/>
              </a:lnSpc>
              <a:spcBef>
                <a:spcPts val="0"/>
              </a:spcBef>
              <a:spcAft>
                <a:spcPts val="0"/>
              </a:spcAft>
              <a:buNone/>
              <a:defRPr sz="5197" b="1">
                <a:solidFill>
                  <a:schemeClr val="tx1"/>
                </a:solidFill>
                <a:latin typeface="+mj-lt"/>
                <a:ea typeface="+mj-lt"/>
                <a:cs typeface="+mj-lt"/>
              </a:defRPr>
            </a:lvl5pPr>
            <a:lvl6pPr marL="0" indent="0" algn="ctr">
              <a:lnSpc>
                <a:spcPct val="110000"/>
              </a:lnSpc>
              <a:spcBef>
                <a:spcPts val="0"/>
              </a:spcBef>
              <a:spcAft>
                <a:spcPts val="0"/>
              </a:spcAft>
              <a:buNone/>
              <a:defRPr sz="5197" b="1">
                <a:solidFill>
                  <a:schemeClr val="tx1"/>
                </a:solidFill>
                <a:latin typeface="+mj-lt"/>
                <a:ea typeface="+mj-lt"/>
                <a:cs typeface="+mj-lt"/>
              </a:defRPr>
            </a:lvl6pPr>
            <a:lvl7pPr marL="0" indent="0" algn="ctr">
              <a:lnSpc>
                <a:spcPct val="110000"/>
              </a:lnSpc>
              <a:spcBef>
                <a:spcPts val="0"/>
              </a:spcBef>
              <a:spcAft>
                <a:spcPts val="0"/>
              </a:spcAft>
              <a:buNone/>
              <a:defRPr sz="5197" b="1">
                <a:solidFill>
                  <a:schemeClr val="tx1"/>
                </a:solidFill>
                <a:latin typeface="+mj-lt"/>
                <a:ea typeface="+mj-lt"/>
                <a:cs typeface="+mj-lt"/>
              </a:defRPr>
            </a:lvl7pPr>
            <a:lvl8pPr marL="0" indent="0" algn="ctr">
              <a:lnSpc>
                <a:spcPct val="110000"/>
              </a:lnSpc>
              <a:spcBef>
                <a:spcPts val="0"/>
              </a:spcBef>
              <a:spcAft>
                <a:spcPts val="0"/>
              </a:spcAft>
              <a:buNone/>
              <a:defRPr sz="5197" b="1">
                <a:solidFill>
                  <a:schemeClr val="tx1"/>
                </a:solidFill>
                <a:latin typeface="+mj-lt"/>
                <a:ea typeface="+mj-lt"/>
                <a:cs typeface="+mj-lt"/>
              </a:defRPr>
            </a:lvl8pPr>
            <a:lvl9pPr marL="0" indent="0" algn="ctr">
              <a:lnSpc>
                <a:spcPct val="110000"/>
              </a:lnSpc>
              <a:spcBef>
                <a:spcPts val="0"/>
              </a:spcBef>
              <a:spcAft>
                <a:spcPts val="0"/>
              </a:spcAft>
              <a:buNone/>
              <a:defRPr sz="5197"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F6AFAB-7D8E-490C-B0A0-AAB5392BEF0F}"/>
              </a:ext>
            </a:extLst>
          </p:cNvPr>
          <p:cNvSpPr>
            <a:spLocks xmlns:a="http://schemas.openxmlformats.org/drawingml/2006/main" noGrp="1"/>
          </p:cNvSpPr>
          <p:nvPr>
            <p:ph type="title" idx="0"/>
          </p:nvPr>
        </p:nvSpPr>
        <p:spPr>
          <a:xfrm xmlns:a="http://schemas.openxmlformats.org/drawingml/2006/main">
            <a:off x="848678" y="666750"/>
            <a:ext cx="13390245"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084" b="1">
                <a:solidFill>
                  <a:schemeClr val="tx1"/>
                </a:solidFill>
                <a:latin typeface="+mj-lt"/>
                <a:ea typeface="+mj-lt"/>
                <a:cs typeface="+mj-lt"/>
              </a:defRPr>
            </a:defPPr>
            <a:lvl1pPr marL="0" indent="0" algn="l">
              <a:lnSpc>
                <a:spcPct val="110000"/>
              </a:lnSpc>
              <a:spcBef>
                <a:spcPts val="0"/>
              </a:spcBef>
              <a:spcAft>
                <a:spcPts val="0"/>
              </a:spcAft>
              <a:buNone/>
              <a:defRPr sz="4084" b="1">
                <a:solidFill>
                  <a:schemeClr val="tx1"/>
                </a:solidFill>
                <a:latin typeface="+mj-lt"/>
                <a:ea typeface="+mj-lt"/>
                <a:cs typeface="+mj-lt"/>
              </a:defRPr>
            </a:lvl1pPr>
            <a:lvl2pPr marL="0" indent="0" algn="l">
              <a:lnSpc>
                <a:spcPct val="110000"/>
              </a:lnSpc>
              <a:spcBef>
                <a:spcPts val="0"/>
              </a:spcBef>
              <a:spcAft>
                <a:spcPts val="0"/>
              </a:spcAft>
              <a:buNone/>
              <a:defRPr sz="4084" b="1">
                <a:solidFill>
                  <a:schemeClr val="tx1"/>
                </a:solidFill>
                <a:latin typeface="+mj-lt"/>
                <a:ea typeface="+mj-lt"/>
                <a:cs typeface="+mj-lt"/>
              </a:defRPr>
            </a:lvl2pPr>
            <a:lvl3pPr marL="0" indent="0" algn="l">
              <a:lnSpc>
                <a:spcPct val="110000"/>
              </a:lnSpc>
              <a:spcBef>
                <a:spcPts val="0"/>
              </a:spcBef>
              <a:spcAft>
                <a:spcPts val="0"/>
              </a:spcAft>
              <a:buNone/>
              <a:defRPr sz="4084" b="1">
                <a:solidFill>
                  <a:schemeClr val="tx1"/>
                </a:solidFill>
                <a:latin typeface="+mj-lt"/>
                <a:ea typeface="+mj-lt"/>
                <a:cs typeface="+mj-lt"/>
              </a:defRPr>
            </a:lvl3pPr>
            <a:lvl4pPr marL="0" indent="0" algn="l">
              <a:lnSpc>
                <a:spcPct val="110000"/>
              </a:lnSpc>
              <a:spcBef>
                <a:spcPts val="0"/>
              </a:spcBef>
              <a:spcAft>
                <a:spcPts val="0"/>
              </a:spcAft>
              <a:buNone/>
              <a:defRPr sz="4084" b="1">
                <a:solidFill>
                  <a:schemeClr val="tx1"/>
                </a:solidFill>
                <a:latin typeface="+mj-lt"/>
                <a:ea typeface="+mj-lt"/>
                <a:cs typeface="+mj-lt"/>
              </a:defRPr>
            </a:lvl4pPr>
            <a:lvl5pPr marL="0" indent="0" algn="l">
              <a:lnSpc>
                <a:spcPct val="110000"/>
              </a:lnSpc>
              <a:spcBef>
                <a:spcPts val="0"/>
              </a:spcBef>
              <a:spcAft>
                <a:spcPts val="0"/>
              </a:spcAft>
              <a:buNone/>
              <a:defRPr sz="4084" b="1">
                <a:solidFill>
                  <a:schemeClr val="tx1"/>
                </a:solidFill>
                <a:latin typeface="+mj-lt"/>
                <a:ea typeface="+mj-lt"/>
                <a:cs typeface="+mj-lt"/>
              </a:defRPr>
            </a:lvl5pPr>
            <a:lvl6pPr marL="0" indent="0" algn="l">
              <a:lnSpc>
                <a:spcPct val="110000"/>
              </a:lnSpc>
              <a:spcBef>
                <a:spcPts val="0"/>
              </a:spcBef>
              <a:spcAft>
                <a:spcPts val="0"/>
              </a:spcAft>
              <a:buNone/>
              <a:defRPr sz="4084" b="1">
                <a:solidFill>
                  <a:schemeClr val="tx1"/>
                </a:solidFill>
                <a:latin typeface="+mj-lt"/>
                <a:ea typeface="+mj-lt"/>
                <a:cs typeface="+mj-lt"/>
              </a:defRPr>
            </a:lvl6pPr>
            <a:lvl7pPr marL="0" indent="0" algn="l">
              <a:lnSpc>
                <a:spcPct val="110000"/>
              </a:lnSpc>
              <a:spcBef>
                <a:spcPts val="0"/>
              </a:spcBef>
              <a:spcAft>
                <a:spcPts val="0"/>
              </a:spcAft>
              <a:buNone/>
              <a:defRPr sz="4084" b="1">
                <a:solidFill>
                  <a:schemeClr val="tx1"/>
                </a:solidFill>
                <a:latin typeface="+mj-lt"/>
                <a:ea typeface="+mj-lt"/>
                <a:cs typeface="+mj-lt"/>
              </a:defRPr>
            </a:lvl7pPr>
            <a:lvl8pPr marL="0" indent="0" algn="l">
              <a:lnSpc>
                <a:spcPct val="110000"/>
              </a:lnSpc>
              <a:spcBef>
                <a:spcPts val="0"/>
              </a:spcBef>
              <a:spcAft>
                <a:spcPts val="0"/>
              </a:spcAft>
              <a:buNone/>
              <a:defRPr sz="4084" b="1">
                <a:solidFill>
                  <a:schemeClr val="tx1"/>
                </a:solidFill>
                <a:latin typeface="+mj-lt"/>
                <a:ea typeface="+mj-lt"/>
                <a:cs typeface="+mj-lt"/>
              </a:defRPr>
            </a:lvl8pPr>
            <a:lvl9pPr marL="0" indent="0" algn="l">
              <a:lnSpc>
                <a:spcPct val="110000"/>
              </a:lnSpc>
              <a:spcBef>
                <a:spcPts val="0"/>
              </a:spcBef>
              <a:spcAft>
                <a:spcPts val="0"/>
              </a:spcAft>
              <a:buNone/>
              <a:defRPr sz="408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0CD6035-1002-4EAD-8223-6E39098E4A11}"/>
              </a:ext>
            </a:extLst>
          </p:cNvPr>
          <p:cNvSpPr>
            <a:spLocks xmlns:a="http://schemas.openxmlformats.org/drawingml/2006/main" noGrp="1"/>
          </p:cNvSpPr>
          <p:nvPr>
            <p:ph type="body" idx="1"/>
          </p:nvPr>
        </p:nvSpPr>
        <p:spPr>
          <a:xfrm xmlns:a="http://schemas.openxmlformats.org/drawingml/2006/main">
            <a:off x="848678" y="2381250"/>
            <a:ext cx="13390245"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0">
                <a:solidFill>
                  <a:schemeClr val="tx1"/>
                </a:solidFill>
                <a:latin typeface="+mn-lt"/>
                <a:ea typeface="+mn-lt"/>
                <a:cs typeface="+mn-lt"/>
              </a:defRPr>
            </a:defPPr>
            <a:lvl1pPr marL="282893" indent="-282892" algn="l">
              <a:lnSpc>
                <a:spcPct val="110000"/>
              </a:lnSpc>
              <a:spcBef>
                <a:spcPts val="0"/>
              </a:spcBef>
              <a:spcAft>
                <a:spcPts val="1485"/>
              </a:spcAft>
              <a:buChar char="•"/>
              <a:defRPr sz="2784" b="0">
                <a:solidFill>
                  <a:schemeClr val="tx1"/>
                </a:solidFill>
                <a:latin typeface="+mn-lt"/>
                <a:ea typeface="+mn-lt"/>
                <a:cs typeface="+mn-lt"/>
              </a:defRPr>
            </a:lvl1pPr>
            <a:lvl2pPr marL="660083" indent="-282892" algn="l">
              <a:lnSpc>
                <a:spcPct val="110000"/>
              </a:lnSpc>
              <a:spcBef>
                <a:spcPts val="0"/>
              </a:spcBef>
              <a:spcAft>
                <a:spcPts val="1485"/>
              </a:spcAft>
              <a:buChar char="•"/>
              <a:defRPr sz="2784" b="0">
                <a:solidFill>
                  <a:schemeClr val="tx1"/>
                </a:solidFill>
                <a:latin typeface="+mn-lt"/>
                <a:ea typeface="+mn-lt"/>
                <a:cs typeface="+mn-lt"/>
              </a:defRPr>
            </a:lvl2pPr>
            <a:lvl3pPr marL="1037273" indent="-282892" algn="l">
              <a:lnSpc>
                <a:spcPct val="110000"/>
              </a:lnSpc>
              <a:spcBef>
                <a:spcPts val="0"/>
              </a:spcBef>
              <a:spcAft>
                <a:spcPts val="1485"/>
              </a:spcAft>
              <a:buChar char="•"/>
              <a:defRPr sz="2784" b="0">
                <a:solidFill>
                  <a:schemeClr val="tx1"/>
                </a:solidFill>
                <a:latin typeface="+mn-lt"/>
                <a:ea typeface="+mn-lt"/>
                <a:cs typeface="+mn-lt"/>
              </a:defRPr>
            </a:lvl3pPr>
            <a:lvl4pPr marL="1414463" indent="-282892" algn="l">
              <a:lnSpc>
                <a:spcPct val="110000"/>
              </a:lnSpc>
              <a:spcBef>
                <a:spcPts val="0"/>
              </a:spcBef>
              <a:spcAft>
                <a:spcPts val="1485"/>
              </a:spcAft>
              <a:buChar char="•"/>
              <a:defRPr sz="2784" b="0">
                <a:solidFill>
                  <a:schemeClr val="tx1"/>
                </a:solidFill>
                <a:latin typeface="+mn-lt"/>
                <a:ea typeface="+mn-lt"/>
                <a:cs typeface="+mn-lt"/>
              </a:defRPr>
            </a:lvl4pPr>
            <a:lvl5pPr marL="1791653" indent="-282892" algn="l">
              <a:lnSpc>
                <a:spcPct val="110000"/>
              </a:lnSpc>
              <a:spcBef>
                <a:spcPts val="0"/>
              </a:spcBef>
              <a:spcAft>
                <a:spcPts val="1485"/>
              </a:spcAft>
              <a:buChar char="•"/>
              <a:defRPr sz="2784" b="0">
                <a:solidFill>
                  <a:schemeClr val="tx1"/>
                </a:solidFill>
                <a:latin typeface="+mn-lt"/>
                <a:ea typeface="+mn-lt"/>
                <a:cs typeface="+mn-lt"/>
              </a:defRPr>
            </a:lvl5pPr>
            <a:lvl6pPr marL="2168843" indent="-282892" algn="l">
              <a:lnSpc>
                <a:spcPct val="110000"/>
              </a:lnSpc>
              <a:spcBef>
                <a:spcPts val="0"/>
              </a:spcBef>
              <a:spcAft>
                <a:spcPts val="1485"/>
              </a:spcAft>
              <a:buChar char="•"/>
              <a:defRPr sz="2784" b="0">
                <a:solidFill>
                  <a:schemeClr val="tx1"/>
                </a:solidFill>
                <a:latin typeface="+mn-lt"/>
                <a:ea typeface="+mn-lt"/>
                <a:cs typeface="+mn-lt"/>
              </a:defRPr>
            </a:lvl6pPr>
            <a:lvl7pPr marL="2546033" indent="-282892" algn="l">
              <a:lnSpc>
                <a:spcPct val="110000"/>
              </a:lnSpc>
              <a:spcBef>
                <a:spcPts val="0"/>
              </a:spcBef>
              <a:spcAft>
                <a:spcPts val="1485"/>
              </a:spcAft>
              <a:buChar char="•"/>
              <a:defRPr sz="2784" b="0">
                <a:solidFill>
                  <a:schemeClr val="tx1"/>
                </a:solidFill>
                <a:latin typeface="+mn-lt"/>
                <a:ea typeface="+mn-lt"/>
                <a:cs typeface="+mn-lt"/>
              </a:defRPr>
            </a:lvl7pPr>
            <a:lvl8pPr marL="2923223" indent="-282892" algn="l">
              <a:lnSpc>
                <a:spcPct val="110000"/>
              </a:lnSpc>
              <a:spcBef>
                <a:spcPts val="0"/>
              </a:spcBef>
              <a:spcAft>
                <a:spcPts val="1485"/>
              </a:spcAft>
              <a:buChar char="•"/>
              <a:defRPr sz="2784" b="0">
                <a:solidFill>
                  <a:schemeClr val="tx1"/>
                </a:solidFill>
                <a:latin typeface="+mn-lt"/>
                <a:ea typeface="+mn-lt"/>
                <a:cs typeface="+mn-lt"/>
              </a:defRPr>
            </a:lvl8pPr>
            <a:lvl9pPr marL="3300413" indent="-282892" algn="l">
              <a:lnSpc>
                <a:spcPct val="110000"/>
              </a:lnSpc>
              <a:spcBef>
                <a:spcPts val="0"/>
              </a:spcBef>
              <a:spcAft>
                <a:spcPts val="1485"/>
              </a:spcAft>
              <a:buChar char="•"/>
              <a:defRPr sz="2784"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5B84CB3-EB8C-492A-9F52-70D186906C22}"/>
              </a:ext>
            </a:extLst>
          </p:cNvPr>
          <p:cNvSpPr>
            <a:spLocks xmlns:a="http://schemas.openxmlformats.org/drawingml/2006/main" noGrp="1"/>
          </p:cNvSpPr>
          <p:nvPr>
            <p:ph type="title" idx="0"/>
          </p:nvPr>
        </p:nvSpPr>
        <p:spPr>
          <a:xfrm xmlns:a="http://schemas.openxmlformats.org/drawingml/2006/main">
            <a:off x="848678" y="666750"/>
            <a:ext cx="13390245"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084" b="1">
                <a:solidFill>
                  <a:schemeClr val="tx1"/>
                </a:solidFill>
                <a:latin typeface="+mj-lt"/>
                <a:ea typeface="+mj-lt"/>
                <a:cs typeface="+mj-lt"/>
              </a:defRPr>
            </a:defPPr>
            <a:lvl1pPr marL="0" indent="0" algn="l">
              <a:lnSpc>
                <a:spcPct val="110000"/>
              </a:lnSpc>
              <a:spcBef>
                <a:spcPts val="0"/>
              </a:spcBef>
              <a:spcAft>
                <a:spcPts val="0"/>
              </a:spcAft>
              <a:buNone/>
              <a:defRPr sz="4084" b="1">
                <a:solidFill>
                  <a:schemeClr val="tx1"/>
                </a:solidFill>
                <a:latin typeface="+mj-lt"/>
                <a:ea typeface="+mj-lt"/>
                <a:cs typeface="+mj-lt"/>
              </a:defRPr>
            </a:lvl1pPr>
            <a:lvl2pPr marL="0" indent="0" algn="l">
              <a:lnSpc>
                <a:spcPct val="110000"/>
              </a:lnSpc>
              <a:spcBef>
                <a:spcPts val="0"/>
              </a:spcBef>
              <a:spcAft>
                <a:spcPts val="0"/>
              </a:spcAft>
              <a:buNone/>
              <a:defRPr sz="4084" b="1">
                <a:solidFill>
                  <a:schemeClr val="tx1"/>
                </a:solidFill>
                <a:latin typeface="+mj-lt"/>
                <a:ea typeface="+mj-lt"/>
                <a:cs typeface="+mj-lt"/>
              </a:defRPr>
            </a:lvl2pPr>
            <a:lvl3pPr marL="0" indent="0" algn="l">
              <a:lnSpc>
                <a:spcPct val="110000"/>
              </a:lnSpc>
              <a:spcBef>
                <a:spcPts val="0"/>
              </a:spcBef>
              <a:spcAft>
                <a:spcPts val="0"/>
              </a:spcAft>
              <a:buNone/>
              <a:defRPr sz="4084" b="1">
                <a:solidFill>
                  <a:schemeClr val="tx1"/>
                </a:solidFill>
                <a:latin typeface="+mj-lt"/>
                <a:ea typeface="+mj-lt"/>
                <a:cs typeface="+mj-lt"/>
              </a:defRPr>
            </a:lvl3pPr>
            <a:lvl4pPr marL="0" indent="0" algn="l">
              <a:lnSpc>
                <a:spcPct val="110000"/>
              </a:lnSpc>
              <a:spcBef>
                <a:spcPts val="0"/>
              </a:spcBef>
              <a:spcAft>
                <a:spcPts val="0"/>
              </a:spcAft>
              <a:buNone/>
              <a:defRPr sz="4084" b="1">
                <a:solidFill>
                  <a:schemeClr val="tx1"/>
                </a:solidFill>
                <a:latin typeface="+mj-lt"/>
                <a:ea typeface="+mj-lt"/>
                <a:cs typeface="+mj-lt"/>
              </a:defRPr>
            </a:lvl4pPr>
            <a:lvl5pPr marL="0" indent="0" algn="l">
              <a:lnSpc>
                <a:spcPct val="110000"/>
              </a:lnSpc>
              <a:spcBef>
                <a:spcPts val="0"/>
              </a:spcBef>
              <a:spcAft>
                <a:spcPts val="0"/>
              </a:spcAft>
              <a:buNone/>
              <a:defRPr sz="4084" b="1">
                <a:solidFill>
                  <a:schemeClr val="tx1"/>
                </a:solidFill>
                <a:latin typeface="+mj-lt"/>
                <a:ea typeface="+mj-lt"/>
                <a:cs typeface="+mj-lt"/>
              </a:defRPr>
            </a:lvl5pPr>
            <a:lvl6pPr marL="0" indent="0" algn="l">
              <a:lnSpc>
                <a:spcPct val="110000"/>
              </a:lnSpc>
              <a:spcBef>
                <a:spcPts val="0"/>
              </a:spcBef>
              <a:spcAft>
                <a:spcPts val="0"/>
              </a:spcAft>
              <a:buNone/>
              <a:defRPr sz="4084" b="1">
                <a:solidFill>
                  <a:schemeClr val="tx1"/>
                </a:solidFill>
                <a:latin typeface="+mj-lt"/>
                <a:ea typeface="+mj-lt"/>
                <a:cs typeface="+mj-lt"/>
              </a:defRPr>
            </a:lvl6pPr>
            <a:lvl7pPr marL="0" indent="0" algn="l">
              <a:lnSpc>
                <a:spcPct val="110000"/>
              </a:lnSpc>
              <a:spcBef>
                <a:spcPts val="0"/>
              </a:spcBef>
              <a:spcAft>
                <a:spcPts val="0"/>
              </a:spcAft>
              <a:buNone/>
              <a:defRPr sz="4084" b="1">
                <a:solidFill>
                  <a:schemeClr val="tx1"/>
                </a:solidFill>
                <a:latin typeface="+mj-lt"/>
                <a:ea typeface="+mj-lt"/>
                <a:cs typeface="+mj-lt"/>
              </a:defRPr>
            </a:lvl7pPr>
            <a:lvl8pPr marL="0" indent="0" algn="l">
              <a:lnSpc>
                <a:spcPct val="110000"/>
              </a:lnSpc>
              <a:spcBef>
                <a:spcPts val="0"/>
              </a:spcBef>
              <a:spcAft>
                <a:spcPts val="0"/>
              </a:spcAft>
              <a:buNone/>
              <a:defRPr sz="4084" b="1">
                <a:solidFill>
                  <a:schemeClr val="tx1"/>
                </a:solidFill>
                <a:latin typeface="+mj-lt"/>
                <a:ea typeface="+mj-lt"/>
                <a:cs typeface="+mj-lt"/>
              </a:defRPr>
            </a:lvl8pPr>
            <a:lvl9pPr marL="0" indent="0" algn="l">
              <a:lnSpc>
                <a:spcPct val="110000"/>
              </a:lnSpc>
              <a:spcBef>
                <a:spcPts val="0"/>
              </a:spcBef>
              <a:spcAft>
                <a:spcPts val="0"/>
              </a:spcAft>
              <a:buNone/>
              <a:defRPr sz="408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192D04-9C50-4D44-B4C4-C8EA4E06404E}"/>
              </a:ext>
            </a:extLst>
          </p:cNvPr>
          <p:cNvSpPr>
            <a:spLocks xmlns:a="http://schemas.openxmlformats.org/drawingml/2006/main" noGrp="1"/>
          </p:cNvSpPr>
          <p:nvPr>
            <p:ph type="body" idx="1"/>
          </p:nvPr>
        </p:nvSpPr>
        <p:spPr>
          <a:xfrm xmlns:a="http://schemas.openxmlformats.org/drawingml/2006/main">
            <a:off x="848678" y="2381250"/>
            <a:ext cx="6223635"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99" b="0">
                <a:solidFill>
                  <a:schemeClr val="tx1"/>
                </a:solidFill>
                <a:latin typeface="+mn-lt"/>
                <a:ea typeface="+mn-lt"/>
                <a:cs typeface="+mn-lt"/>
              </a:defRPr>
            </a:defPPr>
            <a:lvl1pPr marL="282893" indent="-282892" algn="l">
              <a:lnSpc>
                <a:spcPct val="110000"/>
              </a:lnSpc>
              <a:spcBef>
                <a:spcPts val="0"/>
              </a:spcBef>
              <a:spcAft>
                <a:spcPts val="1485"/>
              </a:spcAft>
              <a:buChar char="•"/>
              <a:defRPr sz="2599" b="0">
                <a:solidFill>
                  <a:schemeClr val="tx1"/>
                </a:solidFill>
                <a:latin typeface="+mn-lt"/>
                <a:ea typeface="+mn-lt"/>
                <a:cs typeface="+mn-lt"/>
              </a:defRPr>
            </a:lvl1pPr>
            <a:lvl2pPr marL="660083" indent="-282892" algn="l">
              <a:lnSpc>
                <a:spcPct val="110000"/>
              </a:lnSpc>
              <a:spcBef>
                <a:spcPts val="0"/>
              </a:spcBef>
              <a:spcAft>
                <a:spcPts val="1485"/>
              </a:spcAft>
              <a:buChar char="•"/>
              <a:defRPr sz="2599" b="0">
                <a:solidFill>
                  <a:schemeClr val="tx1"/>
                </a:solidFill>
                <a:latin typeface="+mn-lt"/>
                <a:ea typeface="+mn-lt"/>
                <a:cs typeface="+mn-lt"/>
              </a:defRPr>
            </a:lvl2pPr>
            <a:lvl3pPr marL="1037273" indent="-282892" algn="l">
              <a:lnSpc>
                <a:spcPct val="110000"/>
              </a:lnSpc>
              <a:spcBef>
                <a:spcPts val="0"/>
              </a:spcBef>
              <a:spcAft>
                <a:spcPts val="1485"/>
              </a:spcAft>
              <a:buChar char="•"/>
              <a:defRPr sz="2599" b="0">
                <a:solidFill>
                  <a:schemeClr val="tx1"/>
                </a:solidFill>
                <a:latin typeface="+mn-lt"/>
                <a:ea typeface="+mn-lt"/>
                <a:cs typeface="+mn-lt"/>
              </a:defRPr>
            </a:lvl3pPr>
            <a:lvl4pPr marL="1414463" indent="-282892" algn="l">
              <a:lnSpc>
                <a:spcPct val="110000"/>
              </a:lnSpc>
              <a:spcBef>
                <a:spcPts val="0"/>
              </a:spcBef>
              <a:spcAft>
                <a:spcPts val="1485"/>
              </a:spcAft>
              <a:buChar char="•"/>
              <a:defRPr sz="2599" b="0">
                <a:solidFill>
                  <a:schemeClr val="tx1"/>
                </a:solidFill>
                <a:latin typeface="+mn-lt"/>
                <a:ea typeface="+mn-lt"/>
                <a:cs typeface="+mn-lt"/>
              </a:defRPr>
            </a:lvl4pPr>
            <a:lvl5pPr marL="1791653" indent="-282892" algn="l">
              <a:lnSpc>
                <a:spcPct val="110000"/>
              </a:lnSpc>
              <a:spcBef>
                <a:spcPts val="0"/>
              </a:spcBef>
              <a:spcAft>
                <a:spcPts val="1485"/>
              </a:spcAft>
              <a:buChar char="•"/>
              <a:defRPr sz="2599" b="0">
                <a:solidFill>
                  <a:schemeClr val="tx1"/>
                </a:solidFill>
                <a:latin typeface="+mn-lt"/>
                <a:ea typeface="+mn-lt"/>
                <a:cs typeface="+mn-lt"/>
              </a:defRPr>
            </a:lvl5pPr>
            <a:lvl6pPr marL="2168843" indent="-282892" algn="l">
              <a:lnSpc>
                <a:spcPct val="110000"/>
              </a:lnSpc>
              <a:spcBef>
                <a:spcPts val="0"/>
              </a:spcBef>
              <a:spcAft>
                <a:spcPts val="1485"/>
              </a:spcAft>
              <a:buChar char="•"/>
              <a:defRPr sz="2599" b="0">
                <a:solidFill>
                  <a:schemeClr val="tx1"/>
                </a:solidFill>
                <a:latin typeface="+mn-lt"/>
                <a:ea typeface="+mn-lt"/>
                <a:cs typeface="+mn-lt"/>
              </a:defRPr>
            </a:lvl6pPr>
            <a:lvl7pPr marL="2546033" indent="-282892" algn="l">
              <a:lnSpc>
                <a:spcPct val="110000"/>
              </a:lnSpc>
              <a:spcBef>
                <a:spcPts val="0"/>
              </a:spcBef>
              <a:spcAft>
                <a:spcPts val="1485"/>
              </a:spcAft>
              <a:buChar char="•"/>
              <a:defRPr sz="2599" b="0">
                <a:solidFill>
                  <a:schemeClr val="tx1"/>
                </a:solidFill>
                <a:latin typeface="+mn-lt"/>
                <a:ea typeface="+mn-lt"/>
                <a:cs typeface="+mn-lt"/>
              </a:defRPr>
            </a:lvl7pPr>
            <a:lvl8pPr marL="2923223" indent="-282892" algn="l">
              <a:lnSpc>
                <a:spcPct val="110000"/>
              </a:lnSpc>
              <a:spcBef>
                <a:spcPts val="0"/>
              </a:spcBef>
              <a:spcAft>
                <a:spcPts val="1485"/>
              </a:spcAft>
              <a:buChar char="•"/>
              <a:defRPr sz="2599" b="0">
                <a:solidFill>
                  <a:schemeClr val="tx1"/>
                </a:solidFill>
                <a:latin typeface="+mn-lt"/>
                <a:ea typeface="+mn-lt"/>
                <a:cs typeface="+mn-lt"/>
              </a:defRPr>
            </a:lvl8pPr>
            <a:lvl9pPr marL="3300413" indent="-282892" algn="l">
              <a:lnSpc>
                <a:spcPct val="110000"/>
              </a:lnSpc>
              <a:spcBef>
                <a:spcPts val="0"/>
              </a:spcBef>
              <a:spcAft>
                <a:spcPts val="1485"/>
              </a:spcAft>
              <a:buChar char="•"/>
              <a:defRPr sz="2599"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9746B38-35D9-4E68-A686-769E02183EC2}"/>
              </a:ext>
            </a:extLst>
          </p:cNvPr>
          <p:cNvSpPr>
            <a:spLocks xmlns:a="http://schemas.openxmlformats.org/drawingml/2006/main" noGrp="1"/>
          </p:cNvSpPr>
          <p:nvPr>
            <p:ph type="body" idx="2"/>
          </p:nvPr>
        </p:nvSpPr>
        <p:spPr>
          <a:xfrm xmlns:a="http://schemas.openxmlformats.org/drawingml/2006/main">
            <a:off x="8015288" y="2381250"/>
            <a:ext cx="6223635"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99" b="0">
                <a:solidFill>
                  <a:schemeClr val="tx1"/>
                </a:solidFill>
                <a:latin typeface="+mn-lt"/>
                <a:ea typeface="+mn-lt"/>
                <a:cs typeface="+mn-lt"/>
              </a:defRPr>
            </a:defPPr>
            <a:lvl1pPr marL="282893" indent="-282892" algn="l">
              <a:lnSpc>
                <a:spcPct val="110000"/>
              </a:lnSpc>
              <a:spcBef>
                <a:spcPts val="0"/>
              </a:spcBef>
              <a:spcAft>
                <a:spcPts val="1485"/>
              </a:spcAft>
              <a:buChar char="•"/>
              <a:defRPr sz="2599" b="0">
                <a:solidFill>
                  <a:schemeClr val="tx1"/>
                </a:solidFill>
                <a:latin typeface="+mn-lt"/>
                <a:ea typeface="+mn-lt"/>
                <a:cs typeface="+mn-lt"/>
              </a:defRPr>
            </a:lvl1pPr>
            <a:lvl2pPr marL="660083" indent="-282892" algn="l">
              <a:lnSpc>
                <a:spcPct val="110000"/>
              </a:lnSpc>
              <a:spcBef>
                <a:spcPts val="0"/>
              </a:spcBef>
              <a:spcAft>
                <a:spcPts val="1485"/>
              </a:spcAft>
              <a:buChar char="•"/>
              <a:defRPr sz="2599" b="0">
                <a:solidFill>
                  <a:schemeClr val="tx1"/>
                </a:solidFill>
                <a:latin typeface="+mn-lt"/>
                <a:ea typeface="+mn-lt"/>
                <a:cs typeface="+mn-lt"/>
              </a:defRPr>
            </a:lvl2pPr>
            <a:lvl3pPr marL="1037273" indent="-282892" algn="l">
              <a:lnSpc>
                <a:spcPct val="110000"/>
              </a:lnSpc>
              <a:spcBef>
                <a:spcPts val="0"/>
              </a:spcBef>
              <a:spcAft>
                <a:spcPts val="1485"/>
              </a:spcAft>
              <a:buChar char="•"/>
              <a:defRPr sz="2599" b="0">
                <a:solidFill>
                  <a:schemeClr val="tx1"/>
                </a:solidFill>
                <a:latin typeface="+mn-lt"/>
                <a:ea typeface="+mn-lt"/>
                <a:cs typeface="+mn-lt"/>
              </a:defRPr>
            </a:lvl3pPr>
            <a:lvl4pPr marL="1414463" indent="-282892" algn="l">
              <a:lnSpc>
                <a:spcPct val="110000"/>
              </a:lnSpc>
              <a:spcBef>
                <a:spcPts val="0"/>
              </a:spcBef>
              <a:spcAft>
                <a:spcPts val="1485"/>
              </a:spcAft>
              <a:buChar char="•"/>
              <a:defRPr sz="2599" b="0">
                <a:solidFill>
                  <a:schemeClr val="tx1"/>
                </a:solidFill>
                <a:latin typeface="+mn-lt"/>
                <a:ea typeface="+mn-lt"/>
                <a:cs typeface="+mn-lt"/>
              </a:defRPr>
            </a:lvl4pPr>
            <a:lvl5pPr marL="1791653" indent="-282892" algn="l">
              <a:lnSpc>
                <a:spcPct val="110000"/>
              </a:lnSpc>
              <a:spcBef>
                <a:spcPts val="0"/>
              </a:spcBef>
              <a:spcAft>
                <a:spcPts val="1485"/>
              </a:spcAft>
              <a:buChar char="•"/>
              <a:defRPr sz="2599" b="0">
                <a:solidFill>
                  <a:schemeClr val="tx1"/>
                </a:solidFill>
                <a:latin typeface="+mn-lt"/>
                <a:ea typeface="+mn-lt"/>
                <a:cs typeface="+mn-lt"/>
              </a:defRPr>
            </a:lvl5pPr>
            <a:lvl6pPr marL="2168843" indent="-282892" algn="l">
              <a:lnSpc>
                <a:spcPct val="110000"/>
              </a:lnSpc>
              <a:spcBef>
                <a:spcPts val="0"/>
              </a:spcBef>
              <a:spcAft>
                <a:spcPts val="1485"/>
              </a:spcAft>
              <a:buChar char="•"/>
              <a:defRPr sz="2599" b="0">
                <a:solidFill>
                  <a:schemeClr val="tx1"/>
                </a:solidFill>
                <a:latin typeface="+mn-lt"/>
                <a:ea typeface="+mn-lt"/>
                <a:cs typeface="+mn-lt"/>
              </a:defRPr>
            </a:lvl6pPr>
            <a:lvl7pPr marL="2546033" indent="-282892" algn="l">
              <a:lnSpc>
                <a:spcPct val="110000"/>
              </a:lnSpc>
              <a:spcBef>
                <a:spcPts val="0"/>
              </a:spcBef>
              <a:spcAft>
                <a:spcPts val="1485"/>
              </a:spcAft>
              <a:buChar char="•"/>
              <a:defRPr sz="2599" b="0">
                <a:solidFill>
                  <a:schemeClr val="tx1"/>
                </a:solidFill>
                <a:latin typeface="+mn-lt"/>
                <a:ea typeface="+mn-lt"/>
                <a:cs typeface="+mn-lt"/>
              </a:defRPr>
            </a:lvl7pPr>
            <a:lvl8pPr marL="2923223" indent="-282892" algn="l">
              <a:lnSpc>
                <a:spcPct val="110000"/>
              </a:lnSpc>
              <a:spcBef>
                <a:spcPts val="0"/>
              </a:spcBef>
              <a:spcAft>
                <a:spcPts val="1485"/>
              </a:spcAft>
              <a:buChar char="•"/>
              <a:defRPr sz="2599" b="0">
                <a:solidFill>
                  <a:schemeClr val="tx1"/>
                </a:solidFill>
                <a:latin typeface="+mn-lt"/>
                <a:ea typeface="+mn-lt"/>
                <a:cs typeface="+mn-lt"/>
              </a:defRPr>
            </a:lvl8pPr>
            <a:lvl9pPr marL="3300413" indent="-282892" algn="l">
              <a:lnSpc>
                <a:spcPct val="110000"/>
              </a:lnSpc>
              <a:spcBef>
                <a:spcPts val="0"/>
              </a:spcBef>
              <a:spcAft>
                <a:spcPts val="1485"/>
              </a:spcAft>
              <a:buChar char="•"/>
              <a:defRPr sz="2599"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25E2D1-CA7B-4548-ADD0-61B4D02C8619}"/>
              </a:ext>
            </a:extLst>
          </p:cNvPr>
          <p:cNvSpPr>
            <a:spLocks xmlns:a="http://schemas.openxmlformats.org/drawingml/2006/main" noGrp="1"/>
          </p:cNvSpPr>
          <p:nvPr>
            <p:ph type="title" idx="0"/>
          </p:nvPr>
        </p:nvSpPr>
        <p:spPr>
          <a:xfrm xmlns:a="http://schemas.openxmlformats.org/drawingml/2006/main">
            <a:off x="848678" y="666750"/>
            <a:ext cx="13390245"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084" b="1">
                <a:solidFill>
                  <a:schemeClr val="tx1"/>
                </a:solidFill>
                <a:latin typeface="+mj-lt"/>
                <a:ea typeface="+mj-lt"/>
                <a:cs typeface="+mj-lt"/>
              </a:defRPr>
            </a:defPPr>
            <a:lvl1pPr marL="0" indent="0" algn="l">
              <a:lnSpc>
                <a:spcPct val="110000"/>
              </a:lnSpc>
              <a:spcBef>
                <a:spcPts val="0"/>
              </a:spcBef>
              <a:spcAft>
                <a:spcPts val="0"/>
              </a:spcAft>
              <a:buNone/>
              <a:defRPr sz="4084" b="1">
                <a:solidFill>
                  <a:schemeClr val="tx1"/>
                </a:solidFill>
                <a:latin typeface="+mj-lt"/>
                <a:ea typeface="+mj-lt"/>
                <a:cs typeface="+mj-lt"/>
              </a:defRPr>
            </a:lvl1pPr>
            <a:lvl2pPr marL="0" indent="0" algn="l">
              <a:lnSpc>
                <a:spcPct val="110000"/>
              </a:lnSpc>
              <a:spcBef>
                <a:spcPts val="0"/>
              </a:spcBef>
              <a:spcAft>
                <a:spcPts val="0"/>
              </a:spcAft>
              <a:buNone/>
              <a:defRPr sz="4084" b="1">
                <a:solidFill>
                  <a:schemeClr val="tx1"/>
                </a:solidFill>
                <a:latin typeface="+mj-lt"/>
                <a:ea typeface="+mj-lt"/>
                <a:cs typeface="+mj-lt"/>
              </a:defRPr>
            </a:lvl2pPr>
            <a:lvl3pPr marL="0" indent="0" algn="l">
              <a:lnSpc>
                <a:spcPct val="110000"/>
              </a:lnSpc>
              <a:spcBef>
                <a:spcPts val="0"/>
              </a:spcBef>
              <a:spcAft>
                <a:spcPts val="0"/>
              </a:spcAft>
              <a:buNone/>
              <a:defRPr sz="4084" b="1">
                <a:solidFill>
                  <a:schemeClr val="tx1"/>
                </a:solidFill>
                <a:latin typeface="+mj-lt"/>
                <a:ea typeface="+mj-lt"/>
                <a:cs typeface="+mj-lt"/>
              </a:defRPr>
            </a:lvl3pPr>
            <a:lvl4pPr marL="0" indent="0" algn="l">
              <a:lnSpc>
                <a:spcPct val="110000"/>
              </a:lnSpc>
              <a:spcBef>
                <a:spcPts val="0"/>
              </a:spcBef>
              <a:spcAft>
                <a:spcPts val="0"/>
              </a:spcAft>
              <a:buNone/>
              <a:defRPr sz="4084" b="1">
                <a:solidFill>
                  <a:schemeClr val="tx1"/>
                </a:solidFill>
                <a:latin typeface="+mj-lt"/>
                <a:ea typeface="+mj-lt"/>
                <a:cs typeface="+mj-lt"/>
              </a:defRPr>
            </a:lvl4pPr>
            <a:lvl5pPr marL="0" indent="0" algn="l">
              <a:lnSpc>
                <a:spcPct val="110000"/>
              </a:lnSpc>
              <a:spcBef>
                <a:spcPts val="0"/>
              </a:spcBef>
              <a:spcAft>
                <a:spcPts val="0"/>
              </a:spcAft>
              <a:buNone/>
              <a:defRPr sz="4084" b="1">
                <a:solidFill>
                  <a:schemeClr val="tx1"/>
                </a:solidFill>
                <a:latin typeface="+mj-lt"/>
                <a:ea typeface="+mj-lt"/>
                <a:cs typeface="+mj-lt"/>
              </a:defRPr>
            </a:lvl5pPr>
            <a:lvl6pPr marL="0" indent="0" algn="l">
              <a:lnSpc>
                <a:spcPct val="110000"/>
              </a:lnSpc>
              <a:spcBef>
                <a:spcPts val="0"/>
              </a:spcBef>
              <a:spcAft>
                <a:spcPts val="0"/>
              </a:spcAft>
              <a:buNone/>
              <a:defRPr sz="4084" b="1">
                <a:solidFill>
                  <a:schemeClr val="tx1"/>
                </a:solidFill>
                <a:latin typeface="+mj-lt"/>
                <a:ea typeface="+mj-lt"/>
                <a:cs typeface="+mj-lt"/>
              </a:defRPr>
            </a:lvl6pPr>
            <a:lvl7pPr marL="0" indent="0" algn="l">
              <a:lnSpc>
                <a:spcPct val="110000"/>
              </a:lnSpc>
              <a:spcBef>
                <a:spcPts val="0"/>
              </a:spcBef>
              <a:spcAft>
                <a:spcPts val="0"/>
              </a:spcAft>
              <a:buNone/>
              <a:defRPr sz="4084" b="1">
                <a:solidFill>
                  <a:schemeClr val="tx1"/>
                </a:solidFill>
                <a:latin typeface="+mj-lt"/>
                <a:ea typeface="+mj-lt"/>
                <a:cs typeface="+mj-lt"/>
              </a:defRPr>
            </a:lvl7pPr>
            <a:lvl8pPr marL="0" indent="0" algn="l">
              <a:lnSpc>
                <a:spcPct val="110000"/>
              </a:lnSpc>
              <a:spcBef>
                <a:spcPts val="0"/>
              </a:spcBef>
              <a:spcAft>
                <a:spcPts val="0"/>
              </a:spcAft>
              <a:buNone/>
              <a:defRPr sz="4084" b="1">
                <a:solidFill>
                  <a:schemeClr val="tx1"/>
                </a:solidFill>
                <a:latin typeface="+mj-lt"/>
                <a:ea typeface="+mj-lt"/>
                <a:cs typeface="+mj-lt"/>
              </a:defRPr>
            </a:lvl8pPr>
            <a:lvl9pPr marL="0" indent="0" algn="l">
              <a:lnSpc>
                <a:spcPct val="110000"/>
              </a:lnSpc>
              <a:spcBef>
                <a:spcPts val="0"/>
              </a:spcBef>
              <a:spcAft>
                <a:spcPts val="0"/>
              </a:spcAft>
              <a:buNone/>
              <a:defRPr sz="408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26F372-670C-496D-9B62-6DA1F7BDD4D2}"/>
              </a:ext>
            </a:extLst>
          </p:cNvPr>
          <p:cNvSpPr>
            <a:spLocks xmlns:a="http://schemas.openxmlformats.org/drawingml/2006/main" noGrp="1"/>
          </p:cNvSpPr>
          <p:nvPr>
            <p:ph type="body" idx="1"/>
          </p:nvPr>
        </p:nvSpPr>
        <p:spPr>
          <a:xfrm xmlns:a="http://schemas.openxmlformats.org/drawingml/2006/main">
            <a:off x="848678" y="2381250"/>
            <a:ext cx="6223635"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0">
                <a:solidFill>
                  <a:schemeClr val="tx1"/>
                </a:solidFill>
                <a:latin typeface="+mn-lt"/>
                <a:ea typeface="+mn-lt"/>
                <a:cs typeface="+mn-lt"/>
              </a:defRPr>
            </a:defPPr>
            <a:lvl1pPr marL="282893" indent="-282892" algn="l">
              <a:lnSpc>
                <a:spcPct val="110000"/>
              </a:lnSpc>
              <a:spcBef>
                <a:spcPts val="0"/>
              </a:spcBef>
              <a:spcAft>
                <a:spcPts val="1485"/>
              </a:spcAft>
              <a:buChar char="•"/>
              <a:defRPr sz="2784" b="0">
                <a:solidFill>
                  <a:schemeClr val="tx1"/>
                </a:solidFill>
                <a:latin typeface="+mn-lt"/>
                <a:ea typeface="+mn-lt"/>
                <a:cs typeface="+mn-lt"/>
              </a:defRPr>
            </a:lvl1pPr>
            <a:lvl2pPr marL="660083" indent="-282892" algn="l">
              <a:lnSpc>
                <a:spcPct val="110000"/>
              </a:lnSpc>
              <a:spcBef>
                <a:spcPts val="0"/>
              </a:spcBef>
              <a:spcAft>
                <a:spcPts val="1485"/>
              </a:spcAft>
              <a:buChar char="•"/>
              <a:defRPr sz="2784" b="0">
                <a:solidFill>
                  <a:schemeClr val="tx1"/>
                </a:solidFill>
                <a:latin typeface="+mn-lt"/>
                <a:ea typeface="+mn-lt"/>
                <a:cs typeface="+mn-lt"/>
              </a:defRPr>
            </a:lvl2pPr>
            <a:lvl3pPr marL="1037273" indent="-282892" algn="l">
              <a:lnSpc>
                <a:spcPct val="110000"/>
              </a:lnSpc>
              <a:spcBef>
                <a:spcPts val="0"/>
              </a:spcBef>
              <a:spcAft>
                <a:spcPts val="1485"/>
              </a:spcAft>
              <a:buChar char="•"/>
              <a:defRPr sz="2784" b="0">
                <a:solidFill>
                  <a:schemeClr val="tx1"/>
                </a:solidFill>
                <a:latin typeface="+mn-lt"/>
                <a:ea typeface="+mn-lt"/>
                <a:cs typeface="+mn-lt"/>
              </a:defRPr>
            </a:lvl3pPr>
            <a:lvl4pPr marL="1414463" indent="-282892" algn="l">
              <a:lnSpc>
                <a:spcPct val="110000"/>
              </a:lnSpc>
              <a:spcBef>
                <a:spcPts val="0"/>
              </a:spcBef>
              <a:spcAft>
                <a:spcPts val="1485"/>
              </a:spcAft>
              <a:buChar char="•"/>
              <a:defRPr sz="2784" b="0">
                <a:solidFill>
                  <a:schemeClr val="tx1"/>
                </a:solidFill>
                <a:latin typeface="+mn-lt"/>
                <a:ea typeface="+mn-lt"/>
                <a:cs typeface="+mn-lt"/>
              </a:defRPr>
            </a:lvl4pPr>
            <a:lvl5pPr marL="1791653" indent="-282892" algn="l">
              <a:lnSpc>
                <a:spcPct val="110000"/>
              </a:lnSpc>
              <a:spcBef>
                <a:spcPts val="0"/>
              </a:spcBef>
              <a:spcAft>
                <a:spcPts val="1485"/>
              </a:spcAft>
              <a:buChar char="•"/>
              <a:defRPr sz="2784" b="0">
                <a:solidFill>
                  <a:schemeClr val="tx1"/>
                </a:solidFill>
                <a:latin typeface="+mn-lt"/>
                <a:ea typeface="+mn-lt"/>
                <a:cs typeface="+mn-lt"/>
              </a:defRPr>
            </a:lvl5pPr>
            <a:lvl6pPr marL="2168843" indent="-282892" algn="l">
              <a:lnSpc>
                <a:spcPct val="110000"/>
              </a:lnSpc>
              <a:spcBef>
                <a:spcPts val="0"/>
              </a:spcBef>
              <a:spcAft>
                <a:spcPts val="1485"/>
              </a:spcAft>
              <a:buChar char="•"/>
              <a:defRPr sz="2784" b="0">
                <a:solidFill>
                  <a:schemeClr val="tx1"/>
                </a:solidFill>
                <a:latin typeface="+mn-lt"/>
                <a:ea typeface="+mn-lt"/>
                <a:cs typeface="+mn-lt"/>
              </a:defRPr>
            </a:lvl6pPr>
            <a:lvl7pPr marL="2546033" indent="-282892" algn="l">
              <a:lnSpc>
                <a:spcPct val="110000"/>
              </a:lnSpc>
              <a:spcBef>
                <a:spcPts val="0"/>
              </a:spcBef>
              <a:spcAft>
                <a:spcPts val="1485"/>
              </a:spcAft>
              <a:buChar char="•"/>
              <a:defRPr sz="2784" b="0">
                <a:solidFill>
                  <a:schemeClr val="tx1"/>
                </a:solidFill>
                <a:latin typeface="+mn-lt"/>
                <a:ea typeface="+mn-lt"/>
                <a:cs typeface="+mn-lt"/>
              </a:defRPr>
            </a:lvl7pPr>
            <a:lvl8pPr marL="2923223" indent="-282892" algn="l">
              <a:lnSpc>
                <a:spcPct val="110000"/>
              </a:lnSpc>
              <a:spcBef>
                <a:spcPts val="0"/>
              </a:spcBef>
              <a:spcAft>
                <a:spcPts val="1485"/>
              </a:spcAft>
              <a:buChar char="•"/>
              <a:defRPr sz="2784" b="0">
                <a:solidFill>
                  <a:schemeClr val="tx1"/>
                </a:solidFill>
                <a:latin typeface="+mn-lt"/>
                <a:ea typeface="+mn-lt"/>
                <a:cs typeface="+mn-lt"/>
              </a:defRPr>
            </a:lvl8pPr>
            <a:lvl9pPr marL="3300413" indent="-282892" algn="l">
              <a:lnSpc>
                <a:spcPct val="110000"/>
              </a:lnSpc>
              <a:spcBef>
                <a:spcPts val="0"/>
              </a:spcBef>
              <a:spcAft>
                <a:spcPts val="1485"/>
              </a:spcAft>
              <a:buChar char="•"/>
              <a:defRPr sz="2784"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189e5657154abd" /><Relationship Type="http://schemas.openxmlformats.org/officeDocument/2006/relationships/slideLayout" Target="/ppt/slideLayouts/slideLayout1.xml" Id="R65eaed292f7b438c" /><Relationship Type="http://schemas.openxmlformats.org/officeDocument/2006/relationships/slideLayout" Target="/ppt/slideLayouts/slideLayout2.xml" Id="Re2d78051152b462e" /><Relationship Type="http://schemas.openxmlformats.org/officeDocument/2006/relationships/slideLayout" Target="/ppt/slideLayouts/slideLayout3.xml" Id="R9c212c76b7574862" /><Relationship Type="http://schemas.openxmlformats.org/officeDocument/2006/relationships/slideLayout" Target="/ppt/slideLayouts/slideLayout4.xml" Id="R5beb591cd8d743df" /><Relationship Type="http://schemas.openxmlformats.org/officeDocument/2006/relationships/slideLayout" Target="/ppt/slideLayouts/slideLayout5.xml" Id="R7978dbe07d3140bb" /><Relationship Type="http://schemas.openxmlformats.org/officeDocument/2006/relationships/slideLayout" Target="/ppt/slideLayouts/slideLayout6.xml" Id="R24b601c198a841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eaed292f7b438c"/>
    <p:sldLayoutId xmlns:r="http://schemas.openxmlformats.org/officeDocument/2006/relationships" id="2147483650" r:id="Re2d78051152b462e"/>
    <p:sldLayoutId xmlns:r="http://schemas.openxmlformats.org/officeDocument/2006/relationships" id="2147483651" r:id="R9c212c76b7574862"/>
    <p:sldLayoutId xmlns:r="http://schemas.openxmlformats.org/officeDocument/2006/relationships" id="2147483652" r:id="R5beb591cd8d743df"/>
    <p:sldLayoutId xmlns:r="http://schemas.openxmlformats.org/officeDocument/2006/relationships" id="2147483653" r:id="R7978dbe07d3140bb"/>
    <p:sldLayoutId xmlns:r="http://schemas.openxmlformats.org/officeDocument/2006/relationships" id="2147483654" r:id="R24b601c198a841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7f7bc4cb9644c87" /><Relationship Type="http://schemas.openxmlformats.org/officeDocument/2006/relationships/image" Target="/ppt/media/image.png" Id="Rda8a096e82924352" /><Relationship Type="http://schemas.openxmlformats.org/officeDocument/2006/relationships/image" Target="/ppt/media/image2.png" Id="R13a5d82cb3bb4ece" /><Relationship Type="http://schemas.openxmlformats.org/officeDocument/2006/relationships/image" Target="/ppt/media/image3.png" Id="R252bd97d1ccf4075" /><Relationship Type="http://schemas.openxmlformats.org/officeDocument/2006/relationships/image" Target="/ppt/media/image4.png" Id="R52ff85c5a5ea42f2" /><Relationship Type="http://schemas.openxmlformats.org/officeDocument/2006/relationships/image" Target="/ppt/media/image5.png" Id="R1f80ca198fbe4252" /><Relationship Type="http://schemas.openxmlformats.org/officeDocument/2006/relationships/image" Target="/ppt/media/image6.png" Id="R5cb689394bc84ea2" /><Relationship Type="http://schemas.openxmlformats.org/officeDocument/2006/relationships/image" Target="/ppt/media/image7.png" Id="R152987df4fca4cf1" /><Relationship Type="http://schemas.openxmlformats.org/officeDocument/2006/relationships/image" Target="/ppt/media/image8.png" Id="Rbfb0fceb95094865" /><Relationship Type="http://schemas.openxmlformats.org/officeDocument/2006/relationships/image" Target="/ppt/media/image9.png" Id="R5090f46e811c4d7c" /><Relationship Type="http://schemas.openxmlformats.org/officeDocument/2006/relationships/image" Target="/ppt/media/image10.png" Id="R5da0a1982a874ee6" /><Relationship Type="http://schemas.openxmlformats.org/officeDocument/2006/relationships/image" Target="/ppt/media/image11.png" Id="R138702dc9729420a" /><Relationship Type="http://schemas.openxmlformats.org/officeDocument/2006/relationships/image" Target="/ppt/media/image12.png" Id="Ra8cdb20e9a0741ae" /><Relationship Type="http://schemas.openxmlformats.org/officeDocument/2006/relationships/image" Target="/ppt/media/image13.png" Id="R55f425a6224c46fb" /><Relationship Type="http://schemas.openxmlformats.org/officeDocument/2006/relationships/image" Target="/ppt/media/image14.png" Id="R566947a50c744f86" /><Relationship Type="http://schemas.openxmlformats.org/officeDocument/2006/relationships/image" Target="/ppt/media/image15.png" Id="Rf20c076c387947da" /><Relationship Type="http://schemas.openxmlformats.org/officeDocument/2006/relationships/image" Target="/ppt/media/image16.png" Id="R294151c0654d4b5b" /><Relationship Type="http://schemas.openxmlformats.org/officeDocument/2006/relationships/notesSlide" Target="/ppt/notesSlides/notesSlide1.xml" Id="R2cf0da4750ed4f6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6" name="">
            <a:extLst xmlns:a="http://schemas.openxmlformats.org/drawingml/2006/main">
              <a:ext uri="{FF2B5EF4-FFF2-40B4-BE49-F238E27FC236}">
                <a16:creationId xmlns:a16="http://schemas.microsoft.com/office/drawing/2014/main" id="{3573D65B-CEE4-4B83-81AF-25825CA9EF9C}"/>
              </a:ext>
            </a:extLst>
          </p:cNvPr>
          <p:cNvPicPr>
            <a:picLocks xmlns:a="http://schemas.openxmlformats.org/drawingml/2006/main" noChangeAspect="1"/>
          </p:cNvPicPr>
          <p:nvPr/>
        </p:nvPicPr>
        <p:blipFill>
          <a:blip xmlns:r="http://schemas.openxmlformats.org/officeDocument/2006/relationships" xmlns:a="http://schemas.openxmlformats.org/drawingml/2006/main" r:embed="Rda8a096e82924352"/>
          <a:stretch xmlns:a="http://schemas.openxmlformats.org/drawingml/2006/main"/>
        </p:blipFill>
        <p:spPr>
          <a:xfrm xmlns:a="http://schemas.openxmlformats.org/drawingml/2006/main">
            <a:off x="754380" y="437974"/>
            <a:ext cx="13141300" cy="155007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B3F3A24D-EDE4-464F-A484-D45D786843E8}"/>
              </a:ext>
            </a:extLst>
          </p:cNvPr>
          <p:cNvPicPr>
            <a:picLocks xmlns:a="http://schemas.openxmlformats.org/drawingml/2006/main" noChangeAspect="1"/>
          </p:cNvPicPr>
          <p:nvPr/>
        </p:nvPicPr>
        <p:blipFill>
          <a:blip xmlns:r="http://schemas.openxmlformats.org/officeDocument/2006/relationships" xmlns:a="http://schemas.openxmlformats.org/drawingml/2006/main" r:embed="R13a5d82cb3bb4ece"/>
          <a:stretch xmlns:a="http://schemas.openxmlformats.org/drawingml/2006/main"/>
        </p:blipFill>
        <p:spPr>
          <a:xfrm xmlns:a="http://schemas.openxmlformats.org/drawingml/2006/main">
            <a:off x="754380" y="3309781"/>
            <a:ext cx="2595067" cy="69278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DAB97B6E-9903-4A86-8255-CE2ADB5DEB30}"/>
              </a:ext>
            </a:extLst>
          </p:cNvPr>
          <p:cNvPicPr>
            <a:picLocks xmlns:a="http://schemas.openxmlformats.org/drawingml/2006/main" noChangeAspect="1"/>
          </p:cNvPicPr>
          <p:nvPr/>
        </p:nvPicPr>
        <p:blipFill>
          <a:blip xmlns:r="http://schemas.openxmlformats.org/officeDocument/2006/relationships" xmlns:a="http://schemas.openxmlformats.org/drawingml/2006/main" r:embed="R252bd97d1ccf4075"/>
          <a:stretch xmlns:a="http://schemas.openxmlformats.org/drawingml/2006/main"/>
        </p:blipFill>
        <p:spPr>
          <a:xfrm xmlns:a="http://schemas.openxmlformats.org/drawingml/2006/main">
            <a:off x="3681431" y="3103245"/>
            <a:ext cx="180939" cy="900112"/>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6618F5A0-80A4-45EE-B00D-37F0327760BA}"/>
              </a:ext>
            </a:extLst>
          </p:cNvPr>
          <p:cNvPicPr>
            <a:picLocks xmlns:a="http://schemas.openxmlformats.org/drawingml/2006/main" noChangeAspect="1"/>
          </p:cNvPicPr>
          <p:nvPr/>
        </p:nvPicPr>
        <p:blipFill>
          <a:blip xmlns:r="http://schemas.openxmlformats.org/officeDocument/2006/relationships" xmlns:a="http://schemas.openxmlformats.org/drawingml/2006/main" r:embed="R52ff85c5a5ea42f2"/>
          <a:stretch xmlns:a="http://schemas.openxmlformats.org/drawingml/2006/main"/>
        </p:blipFill>
        <p:spPr>
          <a:xfrm xmlns:a="http://schemas.openxmlformats.org/drawingml/2006/main">
            <a:off x="754380" y="4278474"/>
            <a:ext cx="2595067" cy="69278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17694472-5411-495A-A09C-D334CE31F05B}"/>
              </a:ext>
            </a:extLst>
          </p:cNvPr>
          <p:cNvPicPr>
            <a:picLocks xmlns:a="http://schemas.openxmlformats.org/drawingml/2006/main" noChangeAspect="1"/>
          </p:cNvPicPr>
          <p:nvPr/>
        </p:nvPicPr>
        <p:blipFill>
          <a:blip xmlns:r="http://schemas.openxmlformats.org/officeDocument/2006/relationships" xmlns:a="http://schemas.openxmlformats.org/drawingml/2006/main" r:embed="R1f80ca198fbe4252"/>
          <a:stretch xmlns:a="http://schemas.openxmlformats.org/drawingml/2006/main"/>
        </p:blipFill>
        <p:spPr>
          <a:xfrm xmlns:a="http://schemas.openxmlformats.org/drawingml/2006/main">
            <a:off x="3681431" y="4071938"/>
            <a:ext cx="180939" cy="900112"/>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E94349AE-E2BB-427C-BC79-BB00635B99D4}"/>
              </a:ext>
            </a:extLst>
          </p:cNvPr>
          <p:cNvPicPr>
            <a:picLocks xmlns:a="http://schemas.openxmlformats.org/drawingml/2006/main" noChangeAspect="1"/>
          </p:cNvPicPr>
          <p:nvPr/>
        </p:nvPicPr>
        <p:blipFill>
          <a:blip xmlns:r="http://schemas.openxmlformats.org/officeDocument/2006/relationships" xmlns:a="http://schemas.openxmlformats.org/drawingml/2006/main" r:embed="R5cb689394bc84ea2"/>
          <a:stretch xmlns:a="http://schemas.openxmlformats.org/drawingml/2006/main"/>
        </p:blipFill>
        <p:spPr>
          <a:xfrm xmlns:a="http://schemas.openxmlformats.org/drawingml/2006/main">
            <a:off x="754380" y="5247166"/>
            <a:ext cx="2595067" cy="69278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C8B462D4-B0A4-4E5F-80BE-30EE329C6BAB}"/>
              </a:ext>
            </a:extLst>
          </p:cNvPr>
          <p:cNvPicPr>
            <a:picLocks xmlns:a="http://schemas.openxmlformats.org/drawingml/2006/main" noChangeAspect="1"/>
          </p:cNvPicPr>
          <p:nvPr/>
        </p:nvPicPr>
        <p:blipFill>
          <a:blip xmlns:r="http://schemas.openxmlformats.org/officeDocument/2006/relationships" xmlns:a="http://schemas.openxmlformats.org/drawingml/2006/main" r:embed="R152987df4fca4cf1"/>
          <a:stretch xmlns:a="http://schemas.openxmlformats.org/drawingml/2006/main"/>
        </p:blipFill>
        <p:spPr>
          <a:xfrm xmlns:a="http://schemas.openxmlformats.org/drawingml/2006/main">
            <a:off x="3681431" y="5040630"/>
            <a:ext cx="180939" cy="900112"/>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A7B7305-4B05-48D3-9C10-237E35477848}"/>
              </a:ext>
            </a:extLst>
          </p:cNvPr>
          <p:cNvPicPr>
            <a:picLocks xmlns:a="http://schemas.openxmlformats.org/drawingml/2006/main" noChangeAspect="1"/>
          </p:cNvPicPr>
          <p:nvPr/>
        </p:nvPicPr>
        <p:blipFill>
          <a:blip xmlns:r="http://schemas.openxmlformats.org/officeDocument/2006/relationships" xmlns:a="http://schemas.openxmlformats.org/drawingml/2006/main" r:embed="Rbfb0fceb95094865"/>
          <a:stretch xmlns:a="http://schemas.openxmlformats.org/drawingml/2006/main"/>
        </p:blipFill>
        <p:spPr>
          <a:xfrm xmlns:a="http://schemas.openxmlformats.org/drawingml/2006/main">
            <a:off x="754380" y="6215859"/>
            <a:ext cx="2595067" cy="69278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657E5B7D-BE36-4189-B58D-25949A96C20D}"/>
              </a:ext>
            </a:extLst>
          </p:cNvPr>
          <p:cNvPicPr>
            <a:picLocks xmlns:a="http://schemas.openxmlformats.org/drawingml/2006/main" noChangeAspect="1"/>
          </p:cNvPicPr>
          <p:nvPr/>
        </p:nvPicPr>
        <p:blipFill>
          <a:blip xmlns:r="http://schemas.openxmlformats.org/officeDocument/2006/relationships" xmlns:a="http://schemas.openxmlformats.org/drawingml/2006/main" r:embed="R5090f46e811c4d7c"/>
          <a:stretch xmlns:a="http://schemas.openxmlformats.org/drawingml/2006/main"/>
        </p:blipFill>
        <p:spPr>
          <a:xfrm xmlns:a="http://schemas.openxmlformats.org/drawingml/2006/main">
            <a:off x="3681431" y="6009323"/>
            <a:ext cx="180939" cy="900112"/>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F5E7FC64-4F5C-43C8-8852-D2B692F055A3}"/>
              </a:ext>
            </a:extLst>
          </p:cNvPr>
          <p:cNvPicPr>
            <a:picLocks xmlns:a="http://schemas.openxmlformats.org/drawingml/2006/main" noChangeAspect="1"/>
          </p:cNvPicPr>
          <p:nvPr/>
        </p:nvPicPr>
        <p:blipFill>
          <a:blip xmlns:r="http://schemas.openxmlformats.org/officeDocument/2006/relationships" xmlns:a="http://schemas.openxmlformats.org/drawingml/2006/main" r:embed="R5da0a1982a874ee6"/>
          <a:stretch xmlns:a="http://schemas.openxmlformats.org/drawingml/2006/main"/>
        </p:blipFill>
        <p:spPr>
          <a:xfrm xmlns:a="http://schemas.openxmlformats.org/drawingml/2006/main">
            <a:off x="754380" y="7184551"/>
            <a:ext cx="2595067" cy="69278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8534B7D5-5A77-4310-A89D-5BD626E8BDD4}"/>
              </a:ext>
            </a:extLst>
          </p:cNvPr>
          <p:cNvPicPr>
            <a:picLocks xmlns:a="http://schemas.openxmlformats.org/drawingml/2006/main" noChangeAspect="1"/>
          </p:cNvPicPr>
          <p:nvPr/>
        </p:nvPicPr>
        <p:blipFill>
          <a:blip xmlns:r="http://schemas.openxmlformats.org/officeDocument/2006/relationships" xmlns:a="http://schemas.openxmlformats.org/drawingml/2006/main" r:embed="R138702dc9729420a"/>
          <a:stretch xmlns:a="http://schemas.openxmlformats.org/drawingml/2006/main"/>
        </p:blipFill>
        <p:spPr>
          <a:xfrm xmlns:a="http://schemas.openxmlformats.org/drawingml/2006/main">
            <a:off x="3681431" y="6978015"/>
            <a:ext cx="180939" cy="900112"/>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204A1A52-51DA-4374-BB65-536BFDA88CBF}"/>
              </a:ext>
            </a:extLst>
          </p:cNvPr>
          <p:cNvPicPr>
            <a:picLocks xmlns:a="http://schemas.openxmlformats.org/drawingml/2006/main" noChangeAspect="1"/>
          </p:cNvPicPr>
          <p:nvPr/>
        </p:nvPicPr>
        <p:blipFill>
          <a:blip xmlns:r="http://schemas.openxmlformats.org/officeDocument/2006/relationships" xmlns:a="http://schemas.openxmlformats.org/drawingml/2006/main" r:embed="Ra8cdb20e9a0741ae"/>
          <a:stretch xmlns:a="http://schemas.openxmlformats.org/drawingml/2006/main"/>
        </p:blipFill>
        <p:spPr>
          <a:xfrm xmlns:a="http://schemas.openxmlformats.org/drawingml/2006/main">
            <a:off x="4904156" y="3103245"/>
            <a:ext cx="1748790" cy="1885950"/>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E9391FCF-F232-4BBA-B915-B4C30991A481}"/>
              </a:ext>
            </a:extLst>
          </p:cNvPr>
          <p:cNvPicPr>
            <a:picLocks xmlns:a="http://schemas.openxmlformats.org/drawingml/2006/main" noChangeAspect="1"/>
          </p:cNvPicPr>
          <p:nvPr/>
        </p:nvPicPr>
        <p:blipFill>
          <a:blip xmlns:r="http://schemas.openxmlformats.org/officeDocument/2006/relationships" xmlns:a="http://schemas.openxmlformats.org/drawingml/2006/main" r:embed="R55f425a6224c46fb"/>
          <a:stretch xmlns:a="http://schemas.openxmlformats.org/drawingml/2006/main"/>
        </p:blipFill>
        <p:spPr>
          <a:xfrm xmlns:a="http://schemas.openxmlformats.org/drawingml/2006/main">
            <a:off x="6880631" y="3103245"/>
            <a:ext cx="1748790" cy="188595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334E9CF3-71AF-4058-992D-795BCA63D0B9}"/>
              </a:ext>
            </a:extLst>
          </p:cNvPr>
          <p:cNvPicPr>
            <a:picLocks xmlns:a="http://schemas.openxmlformats.org/drawingml/2006/main" noChangeAspect="1"/>
          </p:cNvPicPr>
          <p:nvPr/>
        </p:nvPicPr>
        <p:blipFill>
          <a:blip xmlns:r="http://schemas.openxmlformats.org/officeDocument/2006/relationships" xmlns:a="http://schemas.openxmlformats.org/drawingml/2006/main" r:embed="R566947a50c744f86"/>
          <a:stretch xmlns:a="http://schemas.openxmlformats.org/drawingml/2006/main"/>
        </p:blipFill>
        <p:spPr>
          <a:xfrm xmlns:a="http://schemas.openxmlformats.org/drawingml/2006/main">
            <a:off x="8857107" y="3103245"/>
            <a:ext cx="1748790" cy="18859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B9965091-8BED-45FB-BBC2-18D895B39262}"/>
              </a:ext>
            </a:extLst>
          </p:cNvPr>
          <p:cNvPicPr>
            <a:picLocks xmlns:a="http://schemas.openxmlformats.org/drawingml/2006/main" noChangeAspect="1"/>
          </p:cNvPicPr>
          <p:nvPr/>
        </p:nvPicPr>
        <p:blipFill>
          <a:blip xmlns:r="http://schemas.openxmlformats.org/officeDocument/2006/relationships" xmlns:a="http://schemas.openxmlformats.org/drawingml/2006/main" r:embed="Rf20c076c387947da"/>
          <a:stretch xmlns:a="http://schemas.openxmlformats.org/drawingml/2006/main"/>
        </p:blipFill>
        <p:spPr>
          <a:xfrm xmlns:a="http://schemas.openxmlformats.org/drawingml/2006/main">
            <a:off x="10833583" y="3103245"/>
            <a:ext cx="1748790" cy="1885950"/>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83E476AA-F8D6-4CE0-B0EC-C0150BCC0281}"/>
              </a:ext>
            </a:extLst>
          </p:cNvPr>
          <p:cNvPicPr>
            <a:picLocks xmlns:a="http://schemas.openxmlformats.org/drawingml/2006/main" noChangeAspect="1"/>
          </p:cNvPicPr>
          <p:nvPr/>
        </p:nvPicPr>
        <p:blipFill>
          <a:blip xmlns:r="http://schemas.openxmlformats.org/officeDocument/2006/relationships" xmlns:a="http://schemas.openxmlformats.org/drawingml/2006/main" r:embed="R294151c0654d4b5b"/>
          <a:stretch xmlns:a="http://schemas.openxmlformats.org/drawingml/2006/main"/>
        </p:blipFill>
        <p:spPr>
          <a:xfrm xmlns:a="http://schemas.openxmlformats.org/drawingml/2006/main">
            <a:off x="12810058" y="3103245"/>
            <a:ext cx="1748790" cy="1885950"/>
          </a:xfrm>
          <a:prstGeom xmlns:a="http://schemas.openxmlformats.org/drawingml/2006/main" prst="rect">
            <a:avLst/>
          </a:prstGeom>
        </p:spPr>
      </p:pic>
      <p:sp>
        <p:nvSpPr>
          <p:cNvPr id="17" name="path-0">
            <a:extLst xmlns:a="http://schemas.openxmlformats.org/drawingml/2006/main">
              <a:ext uri="{FF2B5EF4-FFF2-40B4-BE49-F238E27FC236}">
                <a16:creationId xmlns:a16="http://schemas.microsoft.com/office/drawing/2014/main" id="{797BAFED-7600-431C-AC10-C38F23BB5A87}"/>
              </a:ext>
            </a:extLst>
          </p:cNvPr>
          <p:cNvSpPr>
            <a:spLocks xmlns:a="http://schemas.openxmlformats.org/drawingml/2006/main" noGrp="1"/>
          </p:cNvSpPr>
          <p:nvPr/>
        </p:nvSpPr>
        <p:spPr>
          <a:xfrm xmlns:a="http://schemas.openxmlformats.org/drawingml/2006/main">
            <a:off x="4498944" y="437198"/>
            <a:ext cx="494565" cy="1551623"/>
          </a:xfrm>
          <a:custGeom xmlns:a="http://schemas.openxmlformats.org/drawingml/2006/main">
            <a:pathLst>
              <a:path w="494565" h="1551623">
                <a:moveTo>
                  <a:pt x="0" y="1551623"/>
                </a:moveTo>
                <a:lnTo>
                  <a:pt x="494565" y="1551623"/>
                </a:lnTo>
                <a:lnTo>
                  <a:pt x="494565" y="0"/>
                </a:lnTo>
                <a:lnTo>
                  <a:pt x="0" y="0"/>
                </a:lnTo>
                <a:lnTo>
                  <a:pt x="0" y="1551623"/>
                </a:lnTo>
                <a:close/>
              </a:path>
            </a:pathLst>
          </a:custGeom>
          <a:noFill xmlns:a="http://schemas.openxmlformats.org/drawingml/2006/main"/>
          <a:ln xmlns:a="http://schemas.openxmlformats.org/drawingml/2006/main" w="38100">
            <a:solidFill>
              <a:srgbClr val="FFFFFF"/>
            </a:solidFill>
            <a:prstDash val="solid"/>
          </a:ln>
        </p:spPr>
      </p:sp>
      <p:sp>
        <p:nvSpPr>
          <p:cNvPr id="18" name="path-1">
            <a:extLst xmlns:a="http://schemas.openxmlformats.org/drawingml/2006/main">
              <a:ext uri="{FF2B5EF4-FFF2-40B4-BE49-F238E27FC236}">
                <a16:creationId xmlns:a16="http://schemas.microsoft.com/office/drawing/2014/main" id="{EC795CC3-7904-4E4E-A40C-FFA35A28BBBA}"/>
              </a:ext>
            </a:extLst>
          </p:cNvPr>
          <p:cNvSpPr>
            <a:spLocks xmlns:a="http://schemas.openxmlformats.org/drawingml/2006/main" noGrp="1"/>
          </p:cNvSpPr>
          <p:nvPr/>
        </p:nvSpPr>
        <p:spPr>
          <a:xfrm xmlns:a="http://schemas.openxmlformats.org/drawingml/2006/main">
            <a:off x="4498944" y="437198"/>
            <a:ext cx="494565" cy="1551623"/>
          </a:xfrm>
          <a:custGeom xmlns:a="http://schemas.openxmlformats.org/drawingml/2006/main">
            <a:pathLst>
              <a:path w="494565" h="1551623">
                <a:moveTo>
                  <a:pt x="0" y="1551623"/>
                </a:moveTo>
                <a:lnTo>
                  <a:pt x="494565" y="1551623"/>
                </a:lnTo>
                <a:lnTo>
                  <a:pt x="494565" y="0"/>
                </a:lnTo>
                <a:lnTo>
                  <a:pt x="0" y="0"/>
                </a:lnTo>
                <a:lnTo>
                  <a:pt x="0" y="1551623"/>
                </a:lnTo>
                <a:close/>
              </a:path>
            </a:pathLst>
          </a:custGeom>
          <a:noFill xmlns:a="http://schemas.openxmlformats.org/drawingml/2006/main"/>
          <a:ln xmlns:a="http://schemas.openxmlformats.org/drawingml/2006/main" w="20955">
            <a:solidFill>
              <a:srgbClr val="B57800"/>
            </a:solidFill>
            <a:prstDash val="solid"/>
          </a:ln>
        </p:spPr>
      </p:sp>
      <p:sp>
        <p:nvSpPr>
          <p:cNvPr id="19" name="marker-2">
            <a:extLst xmlns:a="http://schemas.openxmlformats.org/drawingml/2006/main">
              <a:ext uri="{FF2B5EF4-FFF2-40B4-BE49-F238E27FC236}">
                <a16:creationId xmlns:a16="http://schemas.microsoft.com/office/drawing/2014/main" id="{43F448D9-8EEB-4B8E-94B0-4CAEE7C2D151}"/>
              </a:ext>
            </a:extLst>
          </p:cNvPr>
          <p:cNvSpPr>
            <a:spLocks xmlns:a="http://schemas.openxmlformats.org/drawingml/2006/main" noGrp="1"/>
          </p:cNvSpPr>
          <p:nvPr/>
        </p:nvSpPr>
        <p:spPr>
          <a:xfrm xmlns:a="http://schemas.openxmlformats.org/drawingml/2006/main">
            <a:off x="763212" y="1988820"/>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0" name="native-text-002">
            <a:extLst xmlns:a="http://schemas.openxmlformats.org/drawingml/2006/main">
              <a:ext uri="{FF2B5EF4-FFF2-40B4-BE49-F238E27FC236}">
                <a16:creationId xmlns:a16="http://schemas.microsoft.com/office/drawing/2014/main" id="{D622E51A-5848-4005-97DD-E964A4E61084}"/>
              </a:ext>
            </a:extLst>
          </p:cNvPr>
          <p:cNvSpPr>
            <a:spLocks xmlns:a="http://schemas.openxmlformats.org/drawingml/2006/main" noGrp="1"/>
          </p:cNvSpPr>
          <p:nvPr/>
        </p:nvSpPr>
        <p:spPr>
          <a:xfrm xmlns:a="http://schemas.openxmlformats.org/drawingml/2006/main" rot="0">
            <a:off x="666819" y="2017395"/>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0</a:t>
            </a:r>
          </a:p>
        </p:txBody>
      </p:sp>
      <p:sp>
        <p:nvSpPr>
          <p:cNvPr id="21" name="marker-4">
            <a:extLst xmlns:a="http://schemas.openxmlformats.org/drawingml/2006/main">
              <a:ext uri="{FF2B5EF4-FFF2-40B4-BE49-F238E27FC236}">
                <a16:creationId xmlns:a16="http://schemas.microsoft.com/office/drawing/2014/main" id="{046A6410-7B03-4EEE-B664-A8BE0810B3B6}"/>
              </a:ext>
            </a:extLst>
          </p:cNvPr>
          <p:cNvSpPr>
            <a:spLocks xmlns:a="http://schemas.openxmlformats.org/drawingml/2006/main" noGrp="1"/>
          </p:cNvSpPr>
          <p:nvPr/>
        </p:nvSpPr>
        <p:spPr>
          <a:xfrm xmlns:a="http://schemas.openxmlformats.org/drawingml/2006/main">
            <a:off x="3412667" y="1988820"/>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2" name="native-text-003">
            <a:extLst xmlns:a="http://schemas.openxmlformats.org/drawingml/2006/main">
              <a:ext uri="{FF2B5EF4-FFF2-40B4-BE49-F238E27FC236}">
                <a16:creationId xmlns:a16="http://schemas.microsoft.com/office/drawing/2014/main" id="{3C43C18C-8DAB-4287-83CF-67E499D7CF7F}"/>
              </a:ext>
            </a:extLst>
          </p:cNvPr>
          <p:cNvSpPr>
            <a:spLocks xmlns:a="http://schemas.openxmlformats.org/drawingml/2006/main" noGrp="1"/>
          </p:cNvSpPr>
          <p:nvPr/>
        </p:nvSpPr>
        <p:spPr>
          <a:xfrm xmlns:a="http://schemas.openxmlformats.org/drawingml/2006/main" rot="0">
            <a:off x="3200545" y="2017395"/>
            <a:ext cx="424244"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150</a:t>
            </a:r>
          </a:p>
        </p:txBody>
      </p:sp>
      <p:sp>
        <p:nvSpPr>
          <p:cNvPr id="23" name="marker-6">
            <a:extLst xmlns:a="http://schemas.openxmlformats.org/drawingml/2006/main">
              <a:ext uri="{FF2B5EF4-FFF2-40B4-BE49-F238E27FC236}">
                <a16:creationId xmlns:a16="http://schemas.microsoft.com/office/drawing/2014/main" id="{21235CA1-5AC2-42EE-A3B3-3722A87CC7C1}"/>
              </a:ext>
            </a:extLst>
          </p:cNvPr>
          <p:cNvSpPr>
            <a:spLocks xmlns:a="http://schemas.openxmlformats.org/drawingml/2006/main" noGrp="1"/>
          </p:cNvSpPr>
          <p:nvPr/>
        </p:nvSpPr>
        <p:spPr>
          <a:xfrm xmlns:a="http://schemas.openxmlformats.org/drawingml/2006/main">
            <a:off x="6062123" y="1988820"/>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4" name="native-text-004">
            <a:extLst xmlns:a="http://schemas.openxmlformats.org/drawingml/2006/main">
              <a:ext uri="{FF2B5EF4-FFF2-40B4-BE49-F238E27FC236}">
                <a16:creationId xmlns:a16="http://schemas.microsoft.com/office/drawing/2014/main" id="{9D68B032-8CF6-475A-82C6-D5B19FB64A0B}"/>
              </a:ext>
            </a:extLst>
          </p:cNvPr>
          <p:cNvSpPr>
            <a:spLocks xmlns:a="http://schemas.openxmlformats.org/drawingml/2006/main" noGrp="1"/>
          </p:cNvSpPr>
          <p:nvPr/>
        </p:nvSpPr>
        <p:spPr>
          <a:xfrm xmlns:a="http://schemas.openxmlformats.org/drawingml/2006/main" rot="0">
            <a:off x="5849144" y="2017395"/>
            <a:ext cx="425958"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300</a:t>
            </a:r>
          </a:p>
        </p:txBody>
      </p:sp>
      <p:sp>
        <p:nvSpPr>
          <p:cNvPr id="25" name="marker-8">
            <a:extLst xmlns:a="http://schemas.openxmlformats.org/drawingml/2006/main">
              <a:ext uri="{FF2B5EF4-FFF2-40B4-BE49-F238E27FC236}">
                <a16:creationId xmlns:a16="http://schemas.microsoft.com/office/drawing/2014/main" id="{053B5E43-E9C4-47F6-9E0B-07A6DC90A0D2}"/>
              </a:ext>
            </a:extLst>
          </p:cNvPr>
          <p:cNvSpPr>
            <a:spLocks xmlns:a="http://schemas.openxmlformats.org/drawingml/2006/main" noGrp="1"/>
          </p:cNvSpPr>
          <p:nvPr/>
        </p:nvSpPr>
        <p:spPr>
          <a:xfrm xmlns:a="http://schemas.openxmlformats.org/drawingml/2006/main">
            <a:off x="8711578" y="1988820"/>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6" name="native-text-005">
            <a:extLst xmlns:a="http://schemas.openxmlformats.org/drawingml/2006/main">
              <a:ext uri="{FF2B5EF4-FFF2-40B4-BE49-F238E27FC236}">
                <a16:creationId xmlns:a16="http://schemas.microsoft.com/office/drawing/2014/main" id="{FA39F3E7-16A7-48A9-8DB6-DC993E416A2A}"/>
              </a:ext>
            </a:extLst>
          </p:cNvPr>
          <p:cNvSpPr>
            <a:spLocks xmlns:a="http://schemas.openxmlformats.org/drawingml/2006/main" noGrp="1"/>
          </p:cNvSpPr>
          <p:nvPr/>
        </p:nvSpPr>
        <p:spPr>
          <a:xfrm xmlns:a="http://schemas.openxmlformats.org/drawingml/2006/main" rot="0">
            <a:off x="8499028" y="2017395"/>
            <a:ext cx="425101"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450</a:t>
            </a:r>
          </a:p>
        </p:txBody>
      </p:sp>
      <p:sp>
        <p:nvSpPr>
          <p:cNvPr id="27" name="marker-10">
            <a:extLst xmlns:a="http://schemas.openxmlformats.org/drawingml/2006/main">
              <a:ext uri="{FF2B5EF4-FFF2-40B4-BE49-F238E27FC236}">
                <a16:creationId xmlns:a16="http://schemas.microsoft.com/office/drawing/2014/main" id="{9949207A-6458-4560-9C72-1A4DC08424B8}"/>
              </a:ext>
            </a:extLst>
          </p:cNvPr>
          <p:cNvSpPr>
            <a:spLocks xmlns:a="http://schemas.openxmlformats.org/drawingml/2006/main" noGrp="1"/>
          </p:cNvSpPr>
          <p:nvPr/>
        </p:nvSpPr>
        <p:spPr>
          <a:xfrm xmlns:a="http://schemas.openxmlformats.org/drawingml/2006/main">
            <a:off x="11361034" y="1988820"/>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8" name="native-text-006">
            <a:extLst xmlns:a="http://schemas.openxmlformats.org/drawingml/2006/main">
              <a:ext uri="{FF2B5EF4-FFF2-40B4-BE49-F238E27FC236}">
                <a16:creationId xmlns:a16="http://schemas.microsoft.com/office/drawing/2014/main" id="{FE0110C6-EA04-40CC-A685-9214E583208C}"/>
              </a:ext>
            </a:extLst>
          </p:cNvPr>
          <p:cNvSpPr>
            <a:spLocks xmlns:a="http://schemas.openxmlformats.org/drawingml/2006/main" noGrp="1"/>
          </p:cNvSpPr>
          <p:nvPr/>
        </p:nvSpPr>
        <p:spPr>
          <a:xfrm xmlns:a="http://schemas.openxmlformats.org/drawingml/2006/main" rot="0">
            <a:off x="11148055" y="2017395"/>
            <a:ext cx="425958"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600</a:t>
            </a:r>
          </a:p>
        </p:txBody>
      </p:sp>
      <p:sp>
        <p:nvSpPr>
          <p:cNvPr id="29" name="marker-12">
            <a:extLst xmlns:a="http://schemas.openxmlformats.org/drawingml/2006/main">
              <a:ext uri="{FF2B5EF4-FFF2-40B4-BE49-F238E27FC236}">
                <a16:creationId xmlns:a16="http://schemas.microsoft.com/office/drawing/2014/main" id="{9BD46E5B-43CD-4024-B0B2-F60D84986A1A}"/>
              </a:ext>
            </a:extLst>
          </p:cNvPr>
          <p:cNvSpPr>
            <a:spLocks xmlns:a="http://schemas.openxmlformats.org/drawingml/2006/main" noGrp="1"/>
          </p:cNvSpPr>
          <p:nvPr/>
        </p:nvSpPr>
        <p:spPr>
          <a:xfrm xmlns:a="http://schemas.openxmlformats.org/drawingml/2006/main">
            <a:off x="13886848" y="1988820"/>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0" name="native-text-007">
            <a:extLst xmlns:a="http://schemas.openxmlformats.org/drawingml/2006/main">
              <a:ext uri="{FF2B5EF4-FFF2-40B4-BE49-F238E27FC236}">
                <a16:creationId xmlns:a16="http://schemas.microsoft.com/office/drawing/2014/main" id="{3D1BC6CE-DD05-4C78-8B0F-209D06FDCF6D}"/>
              </a:ext>
            </a:extLst>
          </p:cNvPr>
          <p:cNvSpPr>
            <a:spLocks xmlns:a="http://schemas.openxmlformats.org/drawingml/2006/main" noGrp="1"/>
          </p:cNvSpPr>
          <p:nvPr/>
        </p:nvSpPr>
        <p:spPr>
          <a:xfrm xmlns:a="http://schemas.openxmlformats.org/drawingml/2006/main" rot="0">
            <a:off x="13673869" y="2017395"/>
            <a:ext cx="425958"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743</a:t>
            </a:r>
          </a:p>
        </p:txBody>
      </p:sp>
      <p:sp>
        <p:nvSpPr>
          <p:cNvPr id="31" name="marker-14">
            <a:extLst xmlns:a="http://schemas.openxmlformats.org/drawingml/2006/main">
              <a:ext uri="{FF2B5EF4-FFF2-40B4-BE49-F238E27FC236}">
                <a16:creationId xmlns:a16="http://schemas.microsoft.com/office/drawing/2014/main" id="{C836ED91-381F-4CDD-A351-7FA30B660E33}"/>
              </a:ext>
            </a:extLst>
          </p:cNvPr>
          <p:cNvSpPr>
            <a:spLocks xmlns:a="http://schemas.openxmlformats.org/drawingml/2006/main" noGrp="1"/>
          </p:cNvSpPr>
          <p:nvPr/>
        </p:nvSpPr>
        <p:spPr>
          <a:xfrm xmlns:a="http://schemas.openxmlformats.org/drawingml/2006/main">
            <a:off x="725805" y="1988820"/>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2" name="native-text-009">
            <a:extLst xmlns:a="http://schemas.openxmlformats.org/drawingml/2006/main">
              <a:ext uri="{FF2B5EF4-FFF2-40B4-BE49-F238E27FC236}">
                <a16:creationId xmlns:a16="http://schemas.microsoft.com/office/drawing/2014/main" id="{9CA44807-689A-4FFE-8529-52E857E95395}"/>
              </a:ext>
            </a:extLst>
          </p:cNvPr>
          <p:cNvSpPr>
            <a:spLocks xmlns:a="http://schemas.openxmlformats.org/drawingml/2006/main" noGrp="1"/>
          </p:cNvSpPr>
          <p:nvPr/>
        </p:nvSpPr>
        <p:spPr>
          <a:xfrm xmlns:a="http://schemas.openxmlformats.org/drawingml/2006/main" rot="0">
            <a:off x="358140" y="1871853"/>
            <a:ext cx="367665"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0.0</a:t>
            </a:r>
          </a:p>
        </p:txBody>
      </p:sp>
      <p:sp>
        <p:nvSpPr>
          <p:cNvPr id="33" name="marker-16">
            <a:extLst xmlns:a="http://schemas.openxmlformats.org/drawingml/2006/main">
              <a:ext uri="{FF2B5EF4-FFF2-40B4-BE49-F238E27FC236}">
                <a16:creationId xmlns:a16="http://schemas.microsoft.com/office/drawing/2014/main" id="{395F7880-3B77-4055-A6D7-F6473D4925B7}"/>
              </a:ext>
            </a:extLst>
          </p:cNvPr>
          <p:cNvSpPr>
            <a:spLocks xmlns:a="http://schemas.openxmlformats.org/drawingml/2006/main" noGrp="1"/>
          </p:cNvSpPr>
          <p:nvPr/>
        </p:nvSpPr>
        <p:spPr>
          <a:xfrm xmlns:a="http://schemas.openxmlformats.org/drawingml/2006/main">
            <a:off x="725805" y="1213009"/>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4" name="native-text-010">
            <a:extLst xmlns:a="http://schemas.openxmlformats.org/drawingml/2006/main">
              <a:ext uri="{FF2B5EF4-FFF2-40B4-BE49-F238E27FC236}">
                <a16:creationId xmlns:a16="http://schemas.microsoft.com/office/drawing/2014/main" id="{2105E30C-863C-4DE7-AB09-FCC06D97E161}"/>
              </a:ext>
            </a:extLst>
          </p:cNvPr>
          <p:cNvSpPr>
            <a:spLocks xmlns:a="http://schemas.openxmlformats.org/drawingml/2006/main" noGrp="1"/>
          </p:cNvSpPr>
          <p:nvPr/>
        </p:nvSpPr>
        <p:spPr>
          <a:xfrm xmlns:a="http://schemas.openxmlformats.org/drawingml/2006/main" rot="0">
            <a:off x="358997" y="1096042"/>
            <a:ext cx="366808"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0.5</a:t>
            </a:r>
          </a:p>
        </p:txBody>
      </p:sp>
      <p:sp>
        <p:nvSpPr>
          <p:cNvPr id="35" name="marker-18">
            <a:extLst xmlns:a="http://schemas.openxmlformats.org/drawingml/2006/main">
              <a:ext uri="{FF2B5EF4-FFF2-40B4-BE49-F238E27FC236}">
                <a16:creationId xmlns:a16="http://schemas.microsoft.com/office/drawing/2014/main" id="{29EE53E5-9D1B-4E37-80F4-0074C235D52A}"/>
              </a:ext>
            </a:extLst>
          </p:cNvPr>
          <p:cNvSpPr>
            <a:spLocks xmlns:a="http://schemas.openxmlformats.org/drawingml/2006/main" noGrp="1"/>
          </p:cNvSpPr>
          <p:nvPr/>
        </p:nvSpPr>
        <p:spPr>
          <a:xfrm xmlns:a="http://schemas.openxmlformats.org/drawingml/2006/main">
            <a:off x="725805" y="437198"/>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6" name="native-text-011">
            <a:extLst xmlns:a="http://schemas.openxmlformats.org/drawingml/2006/main">
              <a:ext uri="{FF2B5EF4-FFF2-40B4-BE49-F238E27FC236}">
                <a16:creationId xmlns:a16="http://schemas.microsoft.com/office/drawing/2014/main" id="{C75DBD35-A61F-400C-A28B-F6FF9B787710}"/>
              </a:ext>
            </a:extLst>
          </p:cNvPr>
          <p:cNvSpPr>
            <a:spLocks xmlns:a="http://schemas.openxmlformats.org/drawingml/2006/main" noGrp="1"/>
          </p:cNvSpPr>
          <p:nvPr/>
        </p:nvSpPr>
        <p:spPr>
          <a:xfrm xmlns:a="http://schemas.openxmlformats.org/drawingml/2006/main" rot="0">
            <a:off x="358997" y="320231"/>
            <a:ext cx="366808"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1.0</a:t>
            </a:r>
          </a:p>
        </p:txBody>
      </p:sp>
      <p:sp>
        <p:nvSpPr>
          <p:cNvPr id="37" name="native-text-008">
            <a:extLst xmlns:a="http://schemas.openxmlformats.org/drawingml/2006/main">
              <a:ext uri="{FF2B5EF4-FFF2-40B4-BE49-F238E27FC236}">
                <a16:creationId xmlns:a16="http://schemas.microsoft.com/office/drawing/2014/main" id="{0B1EB286-E4F3-4258-A4A3-92159EB62641}"/>
              </a:ext>
            </a:extLst>
          </p:cNvPr>
          <p:cNvSpPr>
            <a:spLocks xmlns:a="http://schemas.openxmlformats.org/drawingml/2006/main" noGrp="1"/>
          </p:cNvSpPr>
          <p:nvPr/>
        </p:nvSpPr>
        <p:spPr>
          <a:xfrm xmlns:a="http://schemas.openxmlformats.org/drawingml/2006/main" rot="-5400000">
            <a:off x="-552640" y="1072039"/>
            <a:ext cx="1615821"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Mapped position</a:t>
            </a:r>
          </a:p>
        </p:txBody>
      </p:sp>
      <p:sp>
        <p:nvSpPr>
          <p:cNvPr id="38" name="path-21">
            <a:extLst xmlns:a="http://schemas.openxmlformats.org/drawingml/2006/main">
              <a:ext uri="{FF2B5EF4-FFF2-40B4-BE49-F238E27FC236}">
                <a16:creationId xmlns:a16="http://schemas.microsoft.com/office/drawing/2014/main" id="{BA71974A-CA9A-408E-9852-A6680DD4BCCC}"/>
              </a:ext>
            </a:extLst>
          </p:cNvPr>
          <p:cNvSpPr>
            <a:spLocks xmlns:a="http://schemas.openxmlformats.org/drawingml/2006/main" noGrp="1"/>
          </p:cNvSpPr>
          <p:nvPr/>
        </p:nvSpPr>
        <p:spPr>
          <a:xfrm xmlns:a="http://schemas.openxmlformats.org/drawingml/2006/main">
            <a:off x="754380" y="437198"/>
            <a:ext cx="10" cy="1551623"/>
          </a:xfrm>
          <a:custGeom xmlns:a="http://schemas.openxmlformats.org/drawingml/2006/main">
            <a:pathLst>
              <a:path w="10" h="1551623">
                <a:moveTo>
                  <a:pt x="0" y="1551623"/>
                </a:moveTo>
                <a:lnTo>
                  <a:pt x="0" y="0"/>
                </a:lnTo>
              </a:path>
            </a:pathLst>
          </a:custGeom>
          <a:noFill xmlns:a="http://schemas.openxmlformats.org/drawingml/2006/main"/>
          <a:ln xmlns:a="http://schemas.openxmlformats.org/drawingml/2006/main" w="7620">
            <a:solidFill>
              <a:srgbClr val="68727A"/>
            </a:solidFill>
            <a:prstDash val="solid"/>
          </a:ln>
        </p:spPr>
      </p:sp>
      <p:sp>
        <p:nvSpPr>
          <p:cNvPr id="39" name="path-22">
            <a:extLst xmlns:a="http://schemas.openxmlformats.org/drawingml/2006/main">
              <a:ext uri="{FF2B5EF4-FFF2-40B4-BE49-F238E27FC236}">
                <a16:creationId xmlns:a16="http://schemas.microsoft.com/office/drawing/2014/main" id="{B3625440-B348-45B6-A2FD-9224D996F72F}"/>
              </a:ext>
            </a:extLst>
          </p:cNvPr>
          <p:cNvSpPr>
            <a:spLocks xmlns:a="http://schemas.openxmlformats.org/drawingml/2006/main" noGrp="1"/>
          </p:cNvSpPr>
          <p:nvPr/>
        </p:nvSpPr>
        <p:spPr>
          <a:xfrm xmlns:a="http://schemas.openxmlformats.org/drawingml/2006/main">
            <a:off x="754380" y="1988820"/>
            <a:ext cx="13141300" cy="10"/>
          </a:xfrm>
          <a:custGeom xmlns:a="http://schemas.openxmlformats.org/drawingml/2006/main">
            <a:pathLst>
              <a:path w="13141300" h="10">
                <a:moveTo>
                  <a:pt x="0" y="0"/>
                </a:moveTo>
                <a:lnTo>
                  <a:pt x="13141300" y="0"/>
                </a:lnTo>
              </a:path>
            </a:pathLst>
          </a:custGeom>
          <a:noFill xmlns:a="http://schemas.openxmlformats.org/drawingml/2006/main"/>
          <a:ln xmlns:a="http://schemas.openxmlformats.org/drawingml/2006/main" w="7620">
            <a:solidFill>
              <a:srgbClr val="68727A"/>
            </a:solidFill>
            <a:prstDash val="solid"/>
          </a:ln>
        </p:spPr>
      </p:sp>
      <p:sp>
        <p:nvSpPr>
          <p:cNvPr id="40" name="path-23">
            <a:extLst xmlns:a="http://schemas.openxmlformats.org/drawingml/2006/main">
              <a:ext uri="{FF2B5EF4-FFF2-40B4-BE49-F238E27FC236}">
                <a16:creationId xmlns:a16="http://schemas.microsoft.com/office/drawing/2014/main" id="{CD44E477-D74C-43C4-A6D5-9D7B2D1246EA}"/>
              </a:ext>
            </a:extLst>
          </p:cNvPr>
          <p:cNvSpPr>
            <a:spLocks xmlns:a="http://schemas.openxmlformats.org/drawingml/2006/main" noGrp="1"/>
          </p:cNvSpPr>
          <p:nvPr/>
        </p:nvSpPr>
        <p:spPr>
          <a:xfrm xmlns:a="http://schemas.openxmlformats.org/drawingml/2006/main">
            <a:off x="5012539" y="1772996"/>
            <a:ext cx="1011687" cy="29083"/>
          </a:xfrm>
          <a:custGeom xmlns:a="http://schemas.openxmlformats.org/drawingml/2006/main">
            <a:pathLst>
              <a:path w="1011687" h="29083">
                <a:moveTo>
                  <a:pt x="1011687" y="0"/>
                </a:moveTo>
                <a:quadBezTo>
                  <a:pt x="505843" y="14541"/>
                  <a:pt x="0" y="29083"/>
                </a:quadBezTo>
              </a:path>
            </a:pathLst>
          </a:custGeom>
          <a:noFill xmlns:a="http://schemas.openxmlformats.org/drawingml/2006/main"/>
          <a:ln xmlns:a="http://schemas.openxmlformats.org/drawingml/2006/main" w="15240">
            <a:solidFill>
              <a:srgbClr val="B57800"/>
            </a:solidFill>
            <a:prstDash val="solid"/>
          </a:ln>
        </p:spPr>
      </p:sp>
      <p:sp>
        <p:nvSpPr>
          <p:cNvPr id="41" name="text-background-24">
            <a:extLst xmlns:a="http://schemas.openxmlformats.org/drawingml/2006/main">
              <a:ext uri="{FF2B5EF4-FFF2-40B4-BE49-F238E27FC236}">
                <a16:creationId xmlns:a16="http://schemas.microsoft.com/office/drawing/2014/main" id="{329170AD-3E32-40DF-8AD7-C282C4FB1A22}"/>
              </a:ext>
            </a:extLst>
          </p:cNvPr>
          <p:cNvSpPr>
            <a:spLocks xmlns:a="http://schemas.openxmlformats.org/drawingml/2006/main" noGrp="1"/>
          </p:cNvSpPr>
          <p:nvPr/>
        </p:nvSpPr>
        <p:spPr>
          <a:xfrm xmlns:a="http://schemas.openxmlformats.org/drawingml/2006/main">
            <a:off x="6043263" y="1626032"/>
            <a:ext cx="1610773" cy="243459"/>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42" name="native-text-001">
            <a:extLst xmlns:a="http://schemas.openxmlformats.org/drawingml/2006/main">
              <a:ext uri="{FF2B5EF4-FFF2-40B4-BE49-F238E27FC236}">
                <a16:creationId xmlns:a16="http://schemas.microsoft.com/office/drawing/2014/main" id="{AF0677FE-7C05-44F1-A35D-44ABB6A67B2D}"/>
              </a:ext>
            </a:extLst>
          </p:cNvPr>
          <p:cNvSpPr>
            <a:spLocks xmlns:a="http://schemas.openxmlformats.org/drawingml/2006/main" noGrp="1"/>
          </p:cNvSpPr>
          <p:nvPr/>
        </p:nvSpPr>
        <p:spPr>
          <a:xfrm xmlns:a="http://schemas.openxmlformats.org/drawingml/2006/main" rot="0">
            <a:off x="6024023" y="1606791"/>
            <a:ext cx="1649254"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B57800"/>
                </a:solidFill>
                <a:latin typeface="Helvetica"/>
                <a:ea typeface="Helvetica"/>
                <a:cs typeface="Helvetica"/>
              </a:defRPr>
            </a:defPPr>
            <a:lvl1pPr algn="ctr">
              <a:buNone/>
              <a:defRPr sz="1650" b="0">
                <a:solidFill>
                  <a:srgbClr val="B57800"/>
                </a:solidFill>
                <a:latin typeface="Helvetica"/>
                <a:ea typeface="Helvetica"/>
                <a:cs typeface="Helvetica"/>
              </a:defRPr>
            </a:lvl1pPr>
            <a:lvl2pPr algn="ctr">
              <a:buNone/>
              <a:defRPr sz="1650" b="0">
                <a:solidFill>
                  <a:srgbClr val="B57800"/>
                </a:solidFill>
                <a:latin typeface="Helvetica"/>
                <a:ea typeface="Helvetica"/>
                <a:cs typeface="Helvetica"/>
              </a:defRPr>
            </a:lvl2pPr>
            <a:lvl3pPr algn="ctr">
              <a:buNone/>
              <a:defRPr sz="1650" b="0">
                <a:solidFill>
                  <a:srgbClr val="B57800"/>
                </a:solidFill>
                <a:latin typeface="Helvetica"/>
                <a:ea typeface="Helvetica"/>
                <a:cs typeface="Helvetica"/>
              </a:defRPr>
            </a:lvl3pPr>
            <a:lvl4pPr algn="ctr">
              <a:buNone/>
              <a:defRPr sz="1650" b="0">
                <a:solidFill>
                  <a:srgbClr val="B57800"/>
                </a:solidFill>
                <a:latin typeface="Helvetica"/>
                <a:ea typeface="Helvetica"/>
                <a:cs typeface="Helvetica"/>
              </a:defRPr>
            </a:lvl4pPr>
            <a:lvl5pPr algn="ctr">
              <a:buNone/>
              <a:defRPr sz="1650" b="0">
                <a:solidFill>
                  <a:srgbClr val="B57800"/>
                </a:solidFill>
                <a:latin typeface="Helvetica"/>
                <a:ea typeface="Helvetica"/>
                <a:cs typeface="Helvetica"/>
              </a:defRPr>
            </a:lvl5pPr>
            <a:lvl6pPr algn="ctr">
              <a:buNone/>
              <a:defRPr sz="1650" b="0">
                <a:solidFill>
                  <a:srgbClr val="B57800"/>
                </a:solidFill>
                <a:latin typeface="Helvetica"/>
                <a:ea typeface="Helvetica"/>
                <a:cs typeface="Helvetica"/>
              </a:defRPr>
            </a:lvl6pPr>
            <a:lvl7pPr algn="ctr">
              <a:buNone/>
              <a:defRPr sz="1650" b="0">
                <a:solidFill>
                  <a:srgbClr val="B57800"/>
                </a:solidFill>
                <a:latin typeface="Helvetica"/>
                <a:ea typeface="Helvetica"/>
                <a:cs typeface="Helvetica"/>
              </a:defRPr>
            </a:lvl7pPr>
            <a:lvl8pPr algn="ctr">
              <a:buNone/>
              <a:defRPr sz="1650" b="0">
                <a:solidFill>
                  <a:srgbClr val="B57800"/>
                </a:solidFill>
                <a:latin typeface="Helvetica"/>
                <a:ea typeface="Helvetica"/>
                <a:cs typeface="Helvetica"/>
              </a:defRPr>
            </a:lvl8pPr>
            <a:lvl9pPr algn="ctr">
              <a:buNone/>
              <a:defRPr sz="1650" b="0">
                <a:solidFill>
                  <a:srgbClr val="B57800"/>
                </a:solidFill>
                <a:latin typeface="Helvetica"/>
                <a:ea typeface="Helvetica"/>
                <a:cs typeface="Helvetica"/>
              </a:defRPr>
            </a:lvl9pPr>
          </a:lstStyle>
          <a:p xmlns:a="http://schemas.openxmlformats.org/drawingml/2006/main">
            <a:pPr algn="ctr">
              <a:buNone/>
              <a:defRPr sz="1650" b="0">
                <a:solidFill>
                  <a:srgbClr val="B57800"/>
                </a:solidFill>
                <a:latin typeface="Helvetica"/>
                <a:ea typeface="Helvetica"/>
                <a:cs typeface="Helvetica"/>
              </a:defRPr>
            </a:pPr>
            <a:r>
              <a:rPr sz="1650" b="0">
                <a:solidFill>
                  <a:srgbClr val="B57800"/>
                </a:solidFill>
                <a:latin typeface="Helvetica"/>
                <a:ea typeface="Helvetica"/>
                <a:cs typeface="Helvetica"/>
              </a:rPr>
              <a:t>Selected window</a:t>
            </a:r>
          </a:p>
        </p:txBody>
      </p:sp>
      <p:sp>
        <p:nvSpPr>
          <p:cNvPr id="43" name="marker-25">
            <a:extLst xmlns:a="http://schemas.openxmlformats.org/drawingml/2006/main">
              <a:ext uri="{FF2B5EF4-FFF2-40B4-BE49-F238E27FC236}">
                <a16:creationId xmlns:a16="http://schemas.microsoft.com/office/drawing/2014/main" id="{1198757F-960C-4761-9AF2-81E62A2ADE6A}"/>
              </a:ext>
            </a:extLst>
          </p:cNvPr>
          <p:cNvSpPr>
            <a:spLocks xmlns:a="http://schemas.openxmlformats.org/drawingml/2006/main" noGrp="1"/>
          </p:cNvSpPr>
          <p:nvPr/>
        </p:nvSpPr>
        <p:spPr>
          <a:xfrm xmlns:a="http://schemas.openxmlformats.org/drawingml/2006/main">
            <a:off x="4903113" y="915546"/>
            <a:ext cx="57150" cy="57150"/>
          </a:xfrm>
          <a:custGeom xmlns:a="http://schemas.openxmlformats.org/drawingml/2006/main">
            <a:pathLst>
              <a:path w="57150" h="57150">
                <a:moveTo>
                  <a:pt x="28575" y="57150"/>
                </a:moveTo>
                <a:cubicBezTo>
                  <a:pt x="36153" y="57150"/>
                  <a:pt x="43422" y="54139"/>
                  <a:pt x="48781" y="48781"/>
                </a:cubicBezTo>
                <a:cubicBezTo>
                  <a:pt x="54139" y="43422"/>
                  <a:pt x="57150" y="36153"/>
                  <a:pt x="57150" y="28575"/>
                </a:cubicBezTo>
                <a:cubicBezTo>
                  <a:pt x="57150" y="20997"/>
                  <a:pt x="54139" y="13728"/>
                  <a:pt x="48781" y="8369"/>
                </a:cubicBezTo>
                <a:cubicBezTo>
                  <a:pt x="43422" y="3011"/>
                  <a:pt x="36153" y="0"/>
                  <a:pt x="28575" y="0"/>
                </a:cubicBezTo>
                <a:cubicBezTo>
                  <a:pt x="20997" y="0"/>
                  <a:pt x="13728" y="3011"/>
                  <a:pt x="8369" y="8369"/>
                </a:cubicBezTo>
                <a:cubicBezTo>
                  <a:pt x="3011" y="13728"/>
                  <a:pt x="0" y="20997"/>
                  <a:pt x="0" y="28575"/>
                </a:cubicBezTo>
                <a:cubicBezTo>
                  <a:pt x="0" y="36153"/>
                  <a:pt x="3011" y="43422"/>
                  <a:pt x="8369" y="48781"/>
                </a:cubicBezTo>
                <a:cubicBezTo>
                  <a:pt x="13728" y="54139"/>
                  <a:pt x="20997" y="57150"/>
                  <a:pt x="28575" y="57150"/>
                </a:cubicBezTo>
                <a:close/>
              </a:path>
            </a:pathLst>
          </a:custGeom>
          <a:solidFill xmlns:a="http://schemas.openxmlformats.org/drawingml/2006/main">
            <a:srgbClr val="007858"/>
          </a:solidFill>
          <a:ln xmlns:a="http://schemas.openxmlformats.org/drawingml/2006/main" w="9525">
            <a:solidFill>
              <a:srgbClr val="FFFFFF"/>
            </a:solidFill>
            <a:prstDash val="solid"/>
          </a:ln>
        </p:spPr>
      </p:sp>
      <p:sp>
        <p:nvSpPr>
          <p:cNvPr id="44" name="marker-26">
            <a:extLst xmlns:a="http://schemas.openxmlformats.org/drawingml/2006/main">
              <a:ext uri="{FF2B5EF4-FFF2-40B4-BE49-F238E27FC236}">
                <a16:creationId xmlns:a16="http://schemas.microsoft.com/office/drawing/2014/main" id="{640EA5DA-080C-4926-AA51-B29E017E809A}"/>
              </a:ext>
            </a:extLst>
          </p:cNvPr>
          <p:cNvSpPr>
            <a:spLocks xmlns:a="http://schemas.openxmlformats.org/drawingml/2006/main" noGrp="1"/>
          </p:cNvSpPr>
          <p:nvPr/>
        </p:nvSpPr>
        <p:spPr>
          <a:xfrm xmlns:a="http://schemas.openxmlformats.org/drawingml/2006/main">
            <a:off x="4903113" y="771600"/>
            <a:ext cx="57150" cy="57150"/>
          </a:xfrm>
          <a:custGeom xmlns:a="http://schemas.openxmlformats.org/drawingml/2006/main">
            <a:pathLst>
              <a:path w="57150" h="57150">
                <a:moveTo>
                  <a:pt x="28575" y="57150"/>
                </a:moveTo>
                <a:cubicBezTo>
                  <a:pt x="36153" y="57150"/>
                  <a:pt x="43422" y="54139"/>
                  <a:pt x="48781" y="48781"/>
                </a:cubicBezTo>
                <a:cubicBezTo>
                  <a:pt x="54139" y="43422"/>
                  <a:pt x="57150" y="36153"/>
                  <a:pt x="57150" y="28575"/>
                </a:cubicBezTo>
                <a:cubicBezTo>
                  <a:pt x="57150" y="20997"/>
                  <a:pt x="54139" y="13728"/>
                  <a:pt x="48781" y="8369"/>
                </a:cubicBezTo>
                <a:cubicBezTo>
                  <a:pt x="43422" y="3011"/>
                  <a:pt x="36153" y="0"/>
                  <a:pt x="28575" y="0"/>
                </a:cubicBezTo>
                <a:cubicBezTo>
                  <a:pt x="20997" y="0"/>
                  <a:pt x="13728" y="3011"/>
                  <a:pt x="8369" y="8369"/>
                </a:cubicBezTo>
                <a:cubicBezTo>
                  <a:pt x="3011" y="13728"/>
                  <a:pt x="0" y="20997"/>
                  <a:pt x="0" y="28575"/>
                </a:cubicBezTo>
                <a:cubicBezTo>
                  <a:pt x="0" y="36153"/>
                  <a:pt x="3011" y="43422"/>
                  <a:pt x="8369" y="48781"/>
                </a:cubicBezTo>
                <a:cubicBezTo>
                  <a:pt x="13728" y="54139"/>
                  <a:pt x="20997" y="57150"/>
                  <a:pt x="28575" y="57150"/>
                </a:cubicBezTo>
                <a:close/>
              </a:path>
            </a:pathLst>
          </a:custGeom>
          <a:solidFill xmlns:a="http://schemas.openxmlformats.org/drawingml/2006/main">
            <a:srgbClr val="A02C87"/>
          </a:solidFill>
          <a:ln xmlns:a="http://schemas.openxmlformats.org/drawingml/2006/main" w="9525">
            <a:solidFill>
              <a:srgbClr val="FFFFFF"/>
            </a:solidFill>
            <a:prstDash val="solid"/>
          </a:ln>
        </p:spPr>
      </p:sp>
      <p:sp>
        <p:nvSpPr>
          <p:cNvPr id="45" name="path-27">
            <a:extLst xmlns:a="http://schemas.openxmlformats.org/drawingml/2006/main">
              <a:ext uri="{FF2B5EF4-FFF2-40B4-BE49-F238E27FC236}">
                <a16:creationId xmlns:a16="http://schemas.microsoft.com/office/drawing/2014/main" id="{B57A68E6-617B-4CB9-97CE-F960491820D2}"/>
              </a:ext>
            </a:extLst>
          </p:cNvPr>
          <p:cNvSpPr>
            <a:spLocks xmlns:a="http://schemas.openxmlformats.org/drawingml/2006/main" noGrp="1"/>
          </p:cNvSpPr>
          <p:nvPr/>
        </p:nvSpPr>
        <p:spPr>
          <a:xfrm xmlns:a="http://schemas.openxmlformats.org/drawingml/2006/main">
            <a:off x="14167256" y="1914933"/>
            <a:ext cx="135788" cy="73887"/>
          </a:xfrm>
          <a:custGeom xmlns:a="http://schemas.openxmlformats.org/drawingml/2006/main">
            <a:pathLst>
              <a:path w="135788" h="73887">
                <a:moveTo>
                  <a:pt x="0" y="0"/>
                </a:moveTo>
                <a:lnTo>
                  <a:pt x="67894" y="73887"/>
                </a:lnTo>
                <a:lnTo>
                  <a:pt x="135788" y="0"/>
                </a:lnTo>
              </a:path>
            </a:pathLst>
          </a:custGeom>
          <a:solidFill xmlns:a="http://schemas.openxmlformats.org/drawingml/2006/main">
            <a:srgbClr val="053061"/>
          </a:solidFill>
          <a:ln xmlns:a="http://schemas.openxmlformats.org/drawingml/2006/main" w="0">
            <a:noFill/>
            <a:prstDash val="solid"/>
          </a:ln>
        </p:spPr>
      </p:sp>
      <p:sp>
        <p:nvSpPr>
          <p:cNvPr id="46" name="native-pressure-anomaly-colorbar">
            <a:extLst xmlns:a="http://schemas.openxmlformats.org/drawingml/2006/main">
              <a:ext uri="{FF2B5EF4-FFF2-40B4-BE49-F238E27FC236}">
                <a16:creationId xmlns:a16="http://schemas.microsoft.com/office/drawing/2014/main" id="{DB25733B-9212-4E18-86C6-53692ADF064C}"/>
              </a:ext>
            </a:extLst>
          </p:cNvPr>
          <p:cNvSpPr>
            <a:spLocks xmlns:a="http://schemas.openxmlformats.org/drawingml/2006/main" noGrp="1"/>
          </p:cNvSpPr>
          <p:nvPr/>
        </p:nvSpPr>
        <p:spPr>
          <a:xfrm xmlns:a="http://schemas.openxmlformats.org/drawingml/2006/main">
            <a:off x="14168628" y="438912"/>
            <a:ext cx="137160" cy="1474470"/>
          </a:xfrm>
          <a:prstGeom xmlns:a="http://schemas.openxmlformats.org/drawingml/2006/main" prst="rect">
            <a:avLst/>
          </a:prstGeom>
          <a:gradFill xmlns:a="http://schemas.openxmlformats.org/drawingml/2006/main">
            <a:gsLst>
              <a:gs pos="0">
                <a:srgbClr val="67001F"/>
              </a:gs>
              <a:gs pos="2000">
                <a:srgbClr val="760521"/>
              </a:gs>
              <a:gs pos="4000">
                <a:srgbClr val="870A24"/>
              </a:gs>
              <a:gs pos="6000">
                <a:srgbClr val="960F27"/>
              </a:gs>
              <a:gs pos="8000">
                <a:srgbClr val="A51429"/>
              </a:gs>
              <a:gs pos="10000">
                <a:srgbClr val="B1182B"/>
              </a:gs>
              <a:gs pos="12000">
                <a:srgbClr val="BA2832"/>
              </a:gs>
              <a:gs pos="14000">
                <a:srgbClr val="C13639"/>
              </a:gs>
              <a:gs pos="16000">
                <a:srgbClr val="C84440"/>
              </a:gs>
              <a:gs pos="18000">
                <a:srgbClr val="D05548"/>
              </a:gs>
              <a:gs pos="20000">
                <a:srgbClr val="D6604D"/>
              </a:gs>
              <a:gs pos="22000">
                <a:srgbClr val="DC6E57"/>
              </a:gs>
              <a:gs pos="24000">
                <a:srgbClr val="E27B62"/>
              </a:gs>
              <a:gs pos="26000">
                <a:srgbClr val="E98B6E"/>
              </a:gs>
              <a:gs pos="28000">
                <a:srgbClr val="EF9979"/>
              </a:gs>
              <a:gs pos="30000">
                <a:srgbClr val="F3A481"/>
              </a:gs>
              <a:gs pos="32000">
                <a:srgbClr val="F6AF8E"/>
              </a:gs>
              <a:gs pos="34000">
                <a:srgbClr val="F8BB9E"/>
              </a:gs>
              <a:gs pos="36000">
                <a:srgbClr val="F9C6AC"/>
              </a:gs>
              <a:gs pos="38000">
                <a:srgbClr val="FBD0B9"/>
              </a:gs>
              <a:gs pos="40000">
                <a:srgbClr val="FDDCC9"/>
              </a:gs>
              <a:gs pos="42000">
                <a:srgbClr val="FCE0D0"/>
              </a:gs>
              <a:gs pos="44000">
                <a:srgbClr val="FBE6DA"/>
              </a:gs>
              <a:gs pos="46000">
                <a:srgbClr val="F9EBE3"/>
              </a:gs>
              <a:gs pos="48000">
                <a:srgbClr val="F8F2EF"/>
              </a:gs>
              <a:gs pos="50000">
                <a:srgbClr val="F6F7F7"/>
              </a:gs>
              <a:gs pos="52000">
                <a:srgbClr val="F0F4F6"/>
              </a:gs>
              <a:gs pos="54000">
                <a:srgbClr val="E7F0F4"/>
              </a:gs>
              <a:gs pos="56000">
                <a:srgbClr val="E0ECF3"/>
              </a:gs>
              <a:gs pos="58000">
                <a:srgbClr val="D8E9F1"/>
              </a:gs>
              <a:gs pos="60000">
                <a:srgbClr val="D2E6F0"/>
              </a:gs>
              <a:gs pos="62000">
                <a:srgbClr val="C5DFEC"/>
              </a:gs>
              <a:gs pos="64000">
                <a:srgbClr val="B8D8E9"/>
              </a:gs>
              <a:gs pos="66000">
                <a:srgbClr val="ACD2E5"/>
              </a:gs>
              <a:gs pos="68000">
                <a:srgbClr val="9DCBE1"/>
              </a:gs>
              <a:gs pos="70000">
                <a:srgbClr val="90C4DD"/>
              </a:gs>
              <a:gs pos="72000">
                <a:srgbClr val="84BCD9"/>
              </a:gs>
              <a:gs pos="74000">
                <a:srgbClr val="75B2D4"/>
              </a:gs>
              <a:gs pos="76000">
                <a:srgbClr val="62A7CE"/>
              </a:gs>
              <a:gs pos="78000">
                <a:srgbClr val="529DC8"/>
              </a:gs>
              <a:gs pos="80000">
                <a:srgbClr val="4393C3"/>
              </a:gs>
              <a:gs pos="82000">
                <a:srgbClr val="3E8CBF"/>
              </a:gs>
              <a:gs pos="84000">
                <a:srgbClr val="3681BA"/>
              </a:gs>
              <a:gs pos="86000">
                <a:srgbClr val="2F79B5"/>
              </a:gs>
              <a:gs pos="88000">
                <a:srgbClr val="2870B1"/>
              </a:gs>
              <a:gs pos="90000">
                <a:srgbClr val="2065AB"/>
              </a:gs>
              <a:gs pos="92000">
                <a:srgbClr val="1C5C9F"/>
              </a:gs>
              <a:gs pos="94000">
                <a:srgbClr val="175290"/>
              </a:gs>
              <a:gs pos="96000">
                <a:srgbClr val="114781"/>
              </a:gs>
              <a:gs pos="98000">
                <a:srgbClr val="0A3B70"/>
              </a:gs>
              <a:gs pos="100000">
                <a:srgbClr val="053061"/>
              </a:gs>
            </a:gsLst>
            <a:lin ang="5400000"/>
          </a:gradFill>
          <a:ln xmlns:a="http://schemas.openxmlformats.org/drawingml/2006/main" w="0">
            <a:noFill/>
          </a:ln>
        </p:spPr>
      </p:sp>
      <p:sp>
        <p:nvSpPr>
          <p:cNvPr id="47" name="marker-29">
            <a:extLst xmlns:a="http://schemas.openxmlformats.org/drawingml/2006/main">
              <a:ext uri="{FF2B5EF4-FFF2-40B4-BE49-F238E27FC236}">
                <a16:creationId xmlns:a16="http://schemas.microsoft.com/office/drawing/2014/main" id="{BA2EE399-07CE-4A22-B483-A0AE7DD41F59}"/>
              </a:ext>
            </a:extLst>
          </p:cNvPr>
          <p:cNvSpPr>
            <a:spLocks xmlns:a="http://schemas.openxmlformats.org/drawingml/2006/main" noGrp="1"/>
          </p:cNvSpPr>
          <p:nvPr/>
        </p:nvSpPr>
        <p:spPr>
          <a:xfrm xmlns:a="http://schemas.openxmlformats.org/drawingml/2006/main">
            <a:off x="14303045" y="1914933"/>
            <a:ext cx="33338" cy="10"/>
          </a:xfrm>
          <a:custGeom xmlns:a="http://schemas.openxmlformats.org/drawingml/2006/main">
            <a:pathLst>
              <a:path w="33338" h="10">
                <a:moveTo>
                  <a:pt x="0" y="0"/>
                </a:moveTo>
                <a:lnTo>
                  <a:pt x="33338"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8" name="native-text-013">
            <a:extLst xmlns:a="http://schemas.openxmlformats.org/drawingml/2006/main">
              <a:ext uri="{FF2B5EF4-FFF2-40B4-BE49-F238E27FC236}">
                <a16:creationId xmlns:a16="http://schemas.microsoft.com/office/drawing/2014/main" id="{B5FB9667-7026-4465-BA8C-7CC3411A9D9C}"/>
              </a:ext>
            </a:extLst>
          </p:cNvPr>
          <p:cNvSpPr>
            <a:spLocks xmlns:a="http://schemas.openxmlformats.org/drawingml/2006/main" noGrp="1"/>
          </p:cNvSpPr>
          <p:nvPr/>
        </p:nvSpPr>
        <p:spPr>
          <a:xfrm xmlns:a="http://schemas.openxmlformats.org/drawingml/2006/main" rot="0">
            <a:off x="14331620" y="1797966"/>
            <a:ext cx="431102"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−35</a:t>
            </a:r>
          </a:p>
        </p:txBody>
      </p:sp>
      <p:sp>
        <p:nvSpPr>
          <p:cNvPr id="49" name="marker-31">
            <a:extLst xmlns:a="http://schemas.openxmlformats.org/drawingml/2006/main">
              <a:ext uri="{FF2B5EF4-FFF2-40B4-BE49-F238E27FC236}">
                <a16:creationId xmlns:a16="http://schemas.microsoft.com/office/drawing/2014/main" id="{9F7E0C2A-5ECA-467A-8DDF-CBDC3E436840}"/>
              </a:ext>
            </a:extLst>
          </p:cNvPr>
          <p:cNvSpPr>
            <a:spLocks xmlns:a="http://schemas.openxmlformats.org/drawingml/2006/main" noGrp="1"/>
          </p:cNvSpPr>
          <p:nvPr/>
        </p:nvSpPr>
        <p:spPr>
          <a:xfrm xmlns:a="http://schemas.openxmlformats.org/drawingml/2006/main">
            <a:off x="14303045" y="1176065"/>
            <a:ext cx="33338" cy="10"/>
          </a:xfrm>
          <a:custGeom xmlns:a="http://schemas.openxmlformats.org/drawingml/2006/main">
            <a:pathLst>
              <a:path w="33338" h="10">
                <a:moveTo>
                  <a:pt x="0" y="0"/>
                </a:moveTo>
                <a:lnTo>
                  <a:pt x="33338"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50" name="native-text-014">
            <a:extLst xmlns:a="http://schemas.openxmlformats.org/drawingml/2006/main">
              <a:ext uri="{FF2B5EF4-FFF2-40B4-BE49-F238E27FC236}">
                <a16:creationId xmlns:a16="http://schemas.microsoft.com/office/drawing/2014/main" id="{D27A382E-971A-4D9F-BAEB-0666827A842B}"/>
              </a:ext>
            </a:extLst>
          </p:cNvPr>
          <p:cNvSpPr>
            <a:spLocks xmlns:a="http://schemas.openxmlformats.org/drawingml/2006/main" noGrp="1"/>
          </p:cNvSpPr>
          <p:nvPr/>
        </p:nvSpPr>
        <p:spPr>
          <a:xfrm xmlns:a="http://schemas.openxmlformats.org/drawingml/2006/main" rot="0">
            <a:off x="14331620" y="1059098"/>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0</a:t>
            </a:r>
          </a:p>
        </p:txBody>
      </p:sp>
      <p:sp>
        <p:nvSpPr>
          <p:cNvPr id="51" name="marker-33">
            <a:extLst xmlns:a="http://schemas.openxmlformats.org/drawingml/2006/main">
              <a:ext uri="{FF2B5EF4-FFF2-40B4-BE49-F238E27FC236}">
                <a16:creationId xmlns:a16="http://schemas.microsoft.com/office/drawing/2014/main" id="{A151117F-FB7D-4824-BBC9-7C40FB068AFA}"/>
              </a:ext>
            </a:extLst>
          </p:cNvPr>
          <p:cNvSpPr>
            <a:spLocks xmlns:a="http://schemas.openxmlformats.org/drawingml/2006/main" noGrp="1"/>
          </p:cNvSpPr>
          <p:nvPr/>
        </p:nvSpPr>
        <p:spPr>
          <a:xfrm xmlns:a="http://schemas.openxmlformats.org/drawingml/2006/main">
            <a:off x="14303045" y="437198"/>
            <a:ext cx="33338" cy="10"/>
          </a:xfrm>
          <a:custGeom xmlns:a="http://schemas.openxmlformats.org/drawingml/2006/main">
            <a:pathLst>
              <a:path w="33338" h="10">
                <a:moveTo>
                  <a:pt x="0" y="0"/>
                </a:moveTo>
                <a:lnTo>
                  <a:pt x="33338"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52" name="native-text-015">
            <a:extLst xmlns:a="http://schemas.openxmlformats.org/drawingml/2006/main">
              <a:ext uri="{FF2B5EF4-FFF2-40B4-BE49-F238E27FC236}">
                <a16:creationId xmlns:a16="http://schemas.microsoft.com/office/drawing/2014/main" id="{7EE49E29-EC5D-4723-86ED-BAACC5B1D517}"/>
              </a:ext>
            </a:extLst>
          </p:cNvPr>
          <p:cNvSpPr>
            <a:spLocks xmlns:a="http://schemas.openxmlformats.org/drawingml/2006/main" noGrp="1"/>
          </p:cNvSpPr>
          <p:nvPr/>
        </p:nvSpPr>
        <p:spPr>
          <a:xfrm xmlns:a="http://schemas.openxmlformats.org/drawingml/2006/main" rot="0">
            <a:off x="14331620" y="320231"/>
            <a:ext cx="308515"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35</a:t>
            </a:r>
          </a:p>
        </p:txBody>
      </p:sp>
      <p:sp>
        <p:nvSpPr>
          <p:cNvPr id="53" name="native-text-012">
            <a:extLst xmlns:a="http://schemas.openxmlformats.org/drawingml/2006/main">
              <a:ext uri="{FF2B5EF4-FFF2-40B4-BE49-F238E27FC236}">
                <a16:creationId xmlns:a16="http://schemas.microsoft.com/office/drawing/2014/main" id="{08131D15-854C-43C8-8795-BA23010EA4E0}"/>
              </a:ext>
            </a:extLst>
          </p:cNvPr>
          <p:cNvSpPr>
            <a:spLocks xmlns:a="http://schemas.openxmlformats.org/drawingml/2006/main" noGrp="1"/>
          </p:cNvSpPr>
          <p:nvPr/>
        </p:nvSpPr>
        <p:spPr>
          <a:xfrm xmlns:a="http://schemas.openxmlformats.org/drawingml/2006/main" rot="-5400000">
            <a:off x="13971051" y="1033381"/>
            <a:ext cx="1868710" cy="2853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SLP anomaly [hPa]</a:t>
            </a:r>
          </a:p>
        </p:txBody>
      </p:sp>
      <p:sp>
        <p:nvSpPr>
          <p:cNvPr id="54" name="path-36">
            <a:extLst xmlns:a="http://schemas.openxmlformats.org/drawingml/2006/main">
              <a:ext uri="{FF2B5EF4-FFF2-40B4-BE49-F238E27FC236}">
                <a16:creationId xmlns:a16="http://schemas.microsoft.com/office/drawing/2014/main" id="{399DB564-DFFD-4AF8-800E-8231A2DDBAC7}"/>
              </a:ext>
            </a:extLst>
          </p:cNvPr>
          <p:cNvSpPr>
            <a:spLocks xmlns:a="http://schemas.openxmlformats.org/drawingml/2006/main" noGrp="1"/>
          </p:cNvSpPr>
          <p:nvPr/>
        </p:nvSpPr>
        <p:spPr>
          <a:xfrm xmlns:a="http://schemas.openxmlformats.org/drawingml/2006/main">
            <a:off x="14167256" y="437198"/>
            <a:ext cx="135788" cy="1551623"/>
          </a:xfrm>
          <a:custGeom xmlns:a="http://schemas.openxmlformats.org/drawingml/2006/main">
            <a:pathLst>
              <a:path w="135788" h="1551623">
                <a:moveTo>
                  <a:pt x="0" y="1477736"/>
                </a:moveTo>
                <a:lnTo>
                  <a:pt x="67894" y="1551623"/>
                </a:lnTo>
                <a:lnTo>
                  <a:pt x="135788" y="1477736"/>
                </a:lnTo>
                <a:lnTo>
                  <a:pt x="135788" y="0"/>
                </a:lnTo>
                <a:lnTo>
                  <a:pt x="67894" y="0"/>
                </a:lnTo>
                <a:lnTo>
                  <a:pt x="0" y="0"/>
                </a:lnTo>
                <a:lnTo>
                  <a:pt x="0" y="1477736"/>
                </a:lnTo>
                <a:close/>
              </a:path>
            </a:pathLst>
          </a:custGeom>
          <a:noFill xmlns:a="http://schemas.openxmlformats.org/drawingml/2006/main"/>
          <a:ln xmlns:a="http://schemas.openxmlformats.org/drawingml/2006/main" w="7620">
            <a:solidFill>
              <a:srgbClr val="68727A"/>
            </a:solidFill>
            <a:prstDash val="solid"/>
          </a:ln>
        </p:spPr>
      </p:sp>
      <p:sp>
        <p:nvSpPr>
          <p:cNvPr id="55" name="path-37">
            <a:extLst xmlns:a="http://schemas.openxmlformats.org/drawingml/2006/main">
              <a:ext uri="{FF2B5EF4-FFF2-40B4-BE49-F238E27FC236}">
                <a16:creationId xmlns:a16="http://schemas.microsoft.com/office/drawing/2014/main" id="{2F479562-1655-4AAF-9887-2D9E8EA9D04A}"/>
              </a:ext>
            </a:extLst>
          </p:cNvPr>
          <p:cNvSpPr>
            <a:spLocks xmlns:a="http://schemas.openxmlformats.org/drawingml/2006/main" noGrp="1"/>
          </p:cNvSpPr>
          <p:nvPr/>
        </p:nvSpPr>
        <p:spPr>
          <a:xfrm xmlns:a="http://schemas.openxmlformats.org/drawingml/2006/main">
            <a:off x="984500" y="3946428"/>
            <a:ext cx="2309673" cy="10"/>
          </a:xfrm>
          <a:custGeom xmlns:a="http://schemas.openxmlformats.org/drawingml/2006/main">
            <a:pathLst>
              <a:path w="2309673" h="10">
                <a:moveTo>
                  <a:pt x="0" y="0"/>
                </a:moveTo>
                <a:quadBezTo>
                  <a:pt x="1161226" y="0"/>
                  <a:pt x="2309673" y="0"/>
                </a:quadBezTo>
              </a:path>
            </a:pathLst>
          </a:custGeom>
          <a:noFill xmlns:a="http://schemas.openxmlformats.org/drawingml/2006/main"/>
          <a:ln xmlns:a="http://schemas.openxmlformats.org/drawingml/2006/main" w="11430">
            <a:solidFill>
              <a:srgbClr val="647480"/>
            </a:solidFill>
            <a:prstDash val="solid"/>
          </a:ln>
        </p:spPr>
      </p:sp>
      <p:sp>
        <p:nvSpPr>
          <p:cNvPr id="56" name="path-38">
            <a:extLst xmlns:a="http://schemas.openxmlformats.org/drawingml/2006/main">
              <a:ext uri="{FF2B5EF4-FFF2-40B4-BE49-F238E27FC236}">
                <a16:creationId xmlns:a16="http://schemas.microsoft.com/office/drawing/2014/main" id="{B44AD61D-3760-4FAB-9817-690985AD0F9D}"/>
              </a:ext>
            </a:extLst>
          </p:cNvPr>
          <p:cNvSpPr>
            <a:spLocks xmlns:a="http://schemas.openxmlformats.org/drawingml/2006/main" noGrp="1"/>
          </p:cNvSpPr>
          <p:nvPr/>
        </p:nvSpPr>
        <p:spPr>
          <a:xfrm xmlns:a="http://schemas.openxmlformats.org/drawingml/2006/main">
            <a:off x="3210353" y="3904518"/>
            <a:ext cx="83820" cy="83820"/>
          </a:xfrm>
          <a:custGeom xmlns:a="http://schemas.openxmlformats.org/drawingml/2006/main">
            <a:pathLst>
              <a:path w="83820" h="83820">
                <a:moveTo>
                  <a:pt x="0" y="0"/>
                </a:moveTo>
                <a:lnTo>
                  <a:pt x="83820" y="41910"/>
                </a:lnTo>
                <a:lnTo>
                  <a:pt x="0" y="83820"/>
                </a:lnTo>
              </a:path>
            </a:pathLst>
          </a:custGeom>
          <a:noFill xmlns:a="http://schemas.openxmlformats.org/drawingml/2006/main"/>
          <a:ln xmlns:a="http://schemas.openxmlformats.org/drawingml/2006/main" w="11430">
            <a:solidFill>
              <a:srgbClr val="647480"/>
            </a:solidFill>
            <a:prstDash val="solid"/>
          </a:ln>
        </p:spPr>
      </p:sp>
      <p:sp>
        <p:nvSpPr>
          <p:cNvPr id="57" name="native-text-016">
            <a:extLst xmlns:a="http://schemas.openxmlformats.org/drawingml/2006/main">
              <a:ext uri="{FF2B5EF4-FFF2-40B4-BE49-F238E27FC236}">
                <a16:creationId xmlns:a16="http://schemas.microsoft.com/office/drawing/2014/main" id="{C774F661-A662-43D4-B4C1-1A68BA431539}"/>
              </a:ext>
            </a:extLst>
          </p:cNvPr>
          <p:cNvSpPr>
            <a:spLocks xmlns:a="http://schemas.openxmlformats.org/drawingml/2006/main" noGrp="1"/>
          </p:cNvSpPr>
          <p:nvPr/>
        </p:nvSpPr>
        <p:spPr>
          <a:xfrm xmlns:a="http://schemas.openxmlformats.org/drawingml/2006/main" rot="0">
            <a:off x="763184" y="3805458"/>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q</a:t>
            </a:r>
          </a:p>
        </p:txBody>
      </p:sp>
      <p:sp>
        <p:nvSpPr>
          <p:cNvPr id="58" name="path-40">
            <a:extLst xmlns:a="http://schemas.openxmlformats.org/drawingml/2006/main">
              <a:ext uri="{FF2B5EF4-FFF2-40B4-BE49-F238E27FC236}">
                <a16:creationId xmlns:a16="http://schemas.microsoft.com/office/drawing/2014/main" id="{E6DEE16F-DB5B-4FD0-AF78-DBD335E6036A}"/>
              </a:ext>
            </a:extLst>
          </p:cNvPr>
          <p:cNvSpPr>
            <a:spLocks xmlns:a="http://schemas.openxmlformats.org/drawingml/2006/main" noGrp="1"/>
          </p:cNvSpPr>
          <p:nvPr/>
        </p:nvSpPr>
        <p:spPr>
          <a:xfrm xmlns:a="http://schemas.openxmlformats.org/drawingml/2006/main">
            <a:off x="2013040" y="3495694"/>
            <a:ext cx="10" cy="450734"/>
          </a:xfrm>
          <a:custGeom xmlns:a="http://schemas.openxmlformats.org/drawingml/2006/main">
            <a:pathLst>
              <a:path w="10" h="450734">
                <a:moveTo>
                  <a:pt x="0" y="0"/>
                </a:moveTo>
                <a:lnTo>
                  <a:pt x="0" y="450734"/>
                </a:lnTo>
              </a:path>
            </a:pathLst>
          </a:custGeom>
          <a:noFill xmlns:a="http://schemas.openxmlformats.org/drawingml/2006/main"/>
          <a:ln xmlns:a="http://schemas.openxmlformats.org/drawingml/2006/main" w="10478">
            <a:solidFill>
              <a:srgbClr val="007858">
                <a:alpha val="85000"/>
              </a:srgbClr>
            </a:solidFill>
            <a:prstDash val="dash"/>
          </a:ln>
        </p:spPr>
      </p:sp>
      <p:sp>
        <p:nvSpPr>
          <p:cNvPr id="59" name="path-41">
            <a:extLst xmlns:a="http://schemas.openxmlformats.org/drawingml/2006/main">
              <a:ext uri="{FF2B5EF4-FFF2-40B4-BE49-F238E27FC236}">
                <a16:creationId xmlns:a16="http://schemas.microsoft.com/office/drawing/2014/main" id="{DB92D305-ADE1-46DC-8CDD-D3858998C32A}"/>
              </a:ext>
            </a:extLst>
          </p:cNvPr>
          <p:cNvSpPr>
            <a:spLocks xmlns:a="http://schemas.openxmlformats.org/drawingml/2006/main" noGrp="1"/>
          </p:cNvSpPr>
          <p:nvPr/>
        </p:nvSpPr>
        <p:spPr>
          <a:xfrm xmlns:a="http://schemas.openxmlformats.org/drawingml/2006/main">
            <a:off x="2362866" y="3408757"/>
            <a:ext cx="10" cy="537671"/>
          </a:xfrm>
          <a:custGeom xmlns:a="http://schemas.openxmlformats.org/drawingml/2006/main">
            <a:pathLst>
              <a:path w="10" h="537671">
                <a:moveTo>
                  <a:pt x="0" y="0"/>
                </a:moveTo>
                <a:lnTo>
                  <a:pt x="0" y="537671"/>
                </a:lnTo>
              </a:path>
            </a:pathLst>
          </a:custGeom>
          <a:noFill xmlns:a="http://schemas.openxmlformats.org/drawingml/2006/main"/>
          <a:ln xmlns:a="http://schemas.openxmlformats.org/drawingml/2006/main" w="10478">
            <a:solidFill>
              <a:srgbClr val="A02C87">
                <a:alpha val="85000"/>
              </a:srgbClr>
            </a:solidFill>
            <a:prstDash val="dash"/>
          </a:ln>
        </p:spPr>
      </p:sp>
      <p:sp>
        <p:nvSpPr>
          <p:cNvPr id="60" name="marker-42">
            <a:extLst xmlns:a="http://schemas.openxmlformats.org/drawingml/2006/main">
              <a:ext uri="{FF2B5EF4-FFF2-40B4-BE49-F238E27FC236}">
                <a16:creationId xmlns:a16="http://schemas.microsoft.com/office/drawing/2014/main" id="{700E5F07-C8F0-443D-9F51-7CC9D1F882AA}"/>
              </a:ext>
            </a:extLst>
          </p:cNvPr>
          <p:cNvSpPr>
            <a:spLocks xmlns:a="http://schemas.openxmlformats.org/drawingml/2006/main" noGrp="1"/>
          </p:cNvSpPr>
          <p:nvPr/>
        </p:nvSpPr>
        <p:spPr>
          <a:xfrm xmlns:a="http://schemas.openxmlformats.org/drawingml/2006/main">
            <a:off x="1979702" y="3462356"/>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007858"/>
          </a:solidFill>
          <a:ln xmlns:a="http://schemas.openxmlformats.org/drawingml/2006/main" w="11430">
            <a:solidFill>
              <a:srgbClr val="FFFFFF"/>
            </a:solidFill>
            <a:prstDash val="solid"/>
          </a:ln>
        </p:spPr>
      </p:sp>
      <p:sp>
        <p:nvSpPr>
          <p:cNvPr id="61" name="marker-43">
            <a:extLst xmlns:a="http://schemas.openxmlformats.org/drawingml/2006/main">
              <a:ext uri="{FF2B5EF4-FFF2-40B4-BE49-F238E27FC236}">
                <a16:creationId xmlns:a16="http://schemas.microsoft.com/office/drawing/2014/main" id="{BCFEDC3F-11D2-46F8-8F10-90B148ACFF94}"/>
              </a:ext>
            </a:extLst>
          </p:cNvPr>
          <p:cNvSpPr>
            <a:spLocks xmlns:a="http://schemas.openxmlformats.org/drawingml/2006/main" noGrp="1"/>
          </p:cNvSpPr>
          <p:nvPr/>
        </p:nvSpPr>
        <p:spPr>
          <a:xfrm xmlns:a="http://schemas.openxmlformats.org/drawingml/2006/main">
            <a:off x="2329528" y="3375420"/>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A02C87"/>
          </a:solidFill>
          <a:ln xmlns:a="http://schemas.openxmlformats.org/drawingml/2006/main" w="11430">
            <a:solidFill>
              <a:srgbClr val="FFFFFF"/>
            </a:solidFill>
            <a:prstDash val="solid"/>
          </a:ln>
        </p:spPr>
      </p:sp>
      <p:sp>
        <p:nvSpPr>
          <p:cNvPr id="62" name="native-text-017">
            <a:extLst xmlns:a="http://schemas.openxmlformats.org/drawingml/2006/main">
              <a:ext uri="{FF2B5EF4-FFF2-40B4-BE49-F238E27FC236}">
                <a16:creationId xmlns:a16="http://schemas.microsoft.com/office/drawing/2014/main" id="{F9352BE6-34A8-4F06-89E9-77EF03A1F49F}"/>
              </a:ext>
            </a:extLst>
          </p:cNvPr>
          <p:cNvSpPr>
            <a:spLocks xmlns:a="http://schemas.openxmlformats.org/drawingml/2006/main" noGrp="1"/>
          </p:cNvSpPr>
          <p:nvPr/>
        </p:nvSpPr>
        <p:spPr>
          <a:xfrm xmlns:a="http://schemas.openxmlformats.org/drawingml/2006/main" rot="0">
            <a:off x="1717765" y="3223660"/>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A11</a:t>
            </a:r>
          </a:p>
        </p:txBody>
      </p:sp>
      <p:sp>
        <p:nvSpPr>
          <p:cNvPr id="63" name="marker-45">
            <a:extLst xmlns:a="http://schemas.openxmlformats.org/drawingml/2006/main">
              <a:ext uri="{FF2B5EF4-FFF2-40B4-BE49-F238E27FC236}">
                <a16:creationId xmlns:a16="http://schemas.microsoft.com/office/drawing/2014/main" id="{2783EC19-EAC3-4D8B-9F02-ED6998BA39C4}"/>
              </a:ext>
            </a:extLst>
          </p:cNvPr>
          <p:cNvSpPr>
            <a:spLocks xmlns:a="http://schemas.openxmlformats.org/drawingml/2006/main" noGrp="1"/>
          </p:cNvSpPr>
          <p:nvPr/>
        </p:nvSpPr>
        <p:spPr>
          <a:xfrm xmlns:a="http://schemas.openxmlformats.org/drawingml/2006/main">
            <a:off x="1979364" y="3912752"/>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64" name="native-text-018">
            <a:extLst xmlns:a="http://schemas.openxmlformats.org/drawingml/2006/main">
              <a:ext uri="{FF2B5EF4-FFF2-40B4-BE49-F238E27FC236}">
                <a16:creationId xmlns:a16="http://schemas.microsoft.com/office/drawing/2014/main" id="{452B34F3-7ED0-4ED0-8B4A-8248C917CB1F}"/>
              </a:ext>
            </a:extLst>
          </p:cNvPr>
          <p:cNvSpPr>
            <a:spLocks xmlns:a="http://schemas.openxmlformats.org/drawingml/2006/main" noGrp="1"/>
          </p:cNvSpPr>
          <p:nvPr/>
        </p:nvSpPr>
        <p:spPr>
          <a:xfrm xmlns:a="http://schemas.openxmlformats.org/drawingml/2006/main" rot="0">
            <a:off x="2391441" y="3384373"/>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B11</a:t>
            </a:r>
          </a:p>
        </p:txBody>
      </p:sp>
      <p:sp>
        <p:nvSpPr>
          <p:cNvPr id="65" name="marker-47">
            <a:extLst xmlns:a="http://schemas.openxmlformats.org/drawingml/2006/main">
              <a:ext uri="{FF2B5EF4-FFF2-40B4-BE49-F238E27FC236}">
                <a16:creationId xmlns:a16="http://schemas.microsoft.com/office/drawing/2014/main" id="{58FCF877-FB3D-4696-A02D-F759B339B2E1}"/>
              </a:ext>
            </a:extLst>
          </p:cNvPr>
          <p:cNvSpPr>
            <a:spLocks xmlns:a="http://schemas.openxmlformats.org/drawingml/2006/main" noGrp="1"/>
          </p:cNvSpPr>
          <p:nvPr/>
        </p:nvSpPr>
        <p:spPr>
          <a:xfrm xmlns:a="http://schemas.openxmlformats.org/drawingml/2006/main">
            <a:off x="2329190" y="3912752"/>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66" name="path-48">
            <a:extLst xmlns:a="http://schemas.openxmlformats.org/drawingml/2006/main">
              <a:ext uri="{FF2B5EF4-FFF2-40B4-BE49-F238E27FC236}">
                <a16:creationId xmlns:a16="http://schemas.microsoft.com/office/drawing/2014/main" id="{0FF62A82-6632-4AFF-87F6-B52480038CDC}"/>
              </a:ext>
            </a:extLst>
          </p:cNvPr>
          <p:cNvSpPr>
            <a:spLocks xmlns:a="http://schemas.openxmlformats.org/drawingml/2006/main" noGrp="1"/>
          </p:cNvSpPr>
          <p:nvPr/>
        </p:nvSpPr>
        <p:spPr>
          <a:xfrm xmlns:a="http://schemas.openxmlformats.org/drawingml/2006/main">
            <a:off x="2013040" y="3884516"/>
            <a:ext cx="61913" cy="61913"/>
          </a:xfrm>
          <a:custGeom xmlns:a="http://schemas.openxmlformats.org/drawingml/2006/main">
            <a:pathLst>
              <a:path w="61913" h="61913">
                <a:moveTo>
                  <a:pt x="61913" y="61913"/>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67" name="path-49">
            <a:extLst xmlns:a="http://schemas.openxmlformats.org/drawingml/2006/main">
              <a:ext uri="{FF2B5EF4-FFF2-40B4-BE49-F238E27FC236}">
                <a16:creationId xmlns:a16="http://schemas.microsoft.com/office/drawing/2014/main" id="{B6F608DE-55C1-428D-B752-3DDA69702E70}"/>
              </a:ext>
            </a:extLst>
          </p:cNvPr>
          <p:cNvSpPr>
            <a:spLocks xmlns:a="http://schemas.openxmlformats.org/drawingml/2006/main" noGrp="1"/>
          </p:cNvSpPr>
          <p:nvPr/>
        </p:nvSpPr>
        <p:spPr>
          <a:xfrm xmlns:a="http://schemas.openxmlformats.org/drawingml/2006/main">
            <a:off x="2362866" y="3884516"/>
            <a:ext cx="61913" cy="61913"/>
          </a:xfrm>
          <a:custGeom xmlns:a="http://schemas.openxmlformats.org/drawingml/2006/main">
            <a:pathLst>
              <a:path w="61913" h="61913">
                <a:moveTo>
                  <a:pt x="61913" y="61913"/>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68" name="marker-50">
            <a:extLst xmlns:a="http://schemas.openxmlformats.org/drawingml/2006/main">
              <a:ext uri="{FF2B5EF4-FFF2-40B4-BE49-F238E27FC236}">
                <a16:creationId xmlns:a16="http://schemas.microsoft.com/office/drawing/2014/main" id="{42134803-8A0E-4CA4-8F79-40C37A949718}"/>
              </a:ext>
            </a:extLst>
          </p:cNvPr>
          <p:cNvSpPr>
            <a:spLocks xmlns:a="http://schemas.openxmlformats.org/drawingml/2006/main" noGrp="1"/>
          </p:cNvSpPr>
          <p:nvPr/>
        </p:nvSpPr>
        <p:spPr>
          <a:xfrm xmlns:a="http://schemas.openxmlformats.org/drawingml/2006/main">
            <a:off x="3662324" y="3890843"/>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69" name="native-text-021">
            <a:extLst xmlns:a="http://schemas.openxmlformats.org/drawingml/2006/main">
              <a:ext uri="{FF2B5EF4-FFF2-40B4-BE49-F238E27FC236}">
                <a16:creationId xmlns:a16="http://schemas.microsoft.com/office/drawing/2014/main" id="{E3779093-2AB1-4621-9570-05C9279AD605}"/>
              </a:ext>
            </a:extLst>
          </p:cNvPr>
          <p:cNvSpPr>
            <a:spLocks xmlns:a="http://schemas.openxmlformats.org/drawingml/2006/main" noGrp="1"/>
          </p:cNvSpPr>
          <p:nvPr/>
        </p:nvSpPr>
        <p:spPr>
          <a:xfrm xmlns:a="http://schemas.openxmlformats.org/drawingml/2006/main" rot="0">
            <a:off x="3315424" y="3797879"/>
            <a:ext cx="365951"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0.45</a:t>
            </a:r>
          </a:p>
        </p:txBody>
      </p:sp>
      <p:sp>
        <p:nvSpPr>
          <p:cNvPr id="70" name="marker-52">
            <a:extLst xmlns:a="http://schemas.openxmlformats.org/drawingml/2006/main">
              <a:ext uri="{FF2B5EF4-FFF2-40B4-BE49-F238E27FC236}">
                <a16:creationId xmlns:a16="http://schemas.microsoft.com/office/drawing/2014/main" id="{B7FF965E-6613-44B2-B52B-3C5FC5BC1BE9}"/>
              </a:ext>
            </a:extLst>
          </p:cNvPr>
          <p:cNvSpPr>
            <a:spLocks xmlns:a="http://schemas.openxmlformats.org/drawingml/2006/main" noGrp="1"/>
          </p:cNvSpPr>
          <p:nvPr/>
        </p:nvSpPr>
        <p:spPr>
          <a:xfrm xmlns:a="http://schemas.openxmlformats.org/drawingml/2006/main">
            <a:off x="3662324" y="3553301"/>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71" name="native-text-022">
            <a:extLst xmlns:a="http://schemas.openxmlformats.org/drawingml/2006/main">
              <a:ext uri="{FF2B5EF4-FFF2-40B4-BE49-F238E27FC236}">
                <a16:creationId xmlns:a16="http://schemas.microsoft.com/office/drawing/2014/main" id="{F0F073D2-6824-4375-B158-D1D284FA8E84}"/>
              </a:ext>
            </a:extLst>
          </p:cNvPr>
          <p:cNvSpPr>
            <a:spLocks xmlns:a="http://schemas.openxmlformats.org/drawingml/2006/main" noGrp="1"/>
          </p:cNvSpPr>
          <p:nvPr/>
        </p:nvSpPr>
        <p:spPr>
          <a:xfrm xmlns:a="http://schemas.openxmlformats.org/drawingml/2006/main" rot="0">
            <a:off x="3314567" y="3460337"/>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0.60</a:t>
            </a:r>
          </a:p>
        </p:txBody>
      </p:sp>
      <p:sp>
        <p:nvSpPr>
          <p:cNvPr id="72" name="marker-54">
            <a:extLst xmlns:a="http://schemas.openxmlformats.org/drawingml/2006/main">
              <a:ext uri="{FF2B5EF4-FFF2-40B4-BE49-F238E27FC236}">
                <a16:creationId xmlns:a16="http://schemas.microsoft.com/office/drawing/2014/main" id="{3E68AA09-3595-4D98-9614-BE6B048FF5C7}"/>
              </a:ext>
            </a:extLst>
          </p:cNvPr>
          <p:cNvSpPr>
            <a:spLocks xmlns:a="http://schemas.openxmlformats.org/drawingml/2006/main" noGrp="1"/>
          </p:cNvSpPr>
          <p:nvPr/>
        </p:nvSpPr>
        <p:spPr>
          <a:xfrm xmlns:a="http://schemas.openxmlformats.org/drawingml/2006/main">
            <a:off x="3662324" y="3215759"/>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73" name="native-text-023">
            <a:extLst xmlns:a="http://schemas.openxmlformats.org/drawingml/2006/main">
              <a:ext uri="{FF2B5EF4-FFF2-40B4-BE49-F238E27FC236}">
                <a16:creationId xmlns:a16="http://schemas.microsoft.com/office/drawing/2014/main" id="{90B9DABC-A387-482C-AE6A-821F5AF63765}"/>
              </a:ext>
            </a:extLst>
          </p:cNvPr>
          <p:cNvSpPr>
            <a:spLocks xmlns:a="http://schemas.openxmlformats.org/drawingml/2006/main" noGrp="1"/>
          </p:cNvSpPr>
          <p:nvPr/>
        </p:nvSpPr>
        <p:spPr>
          <a:xfrm xmlns:a="http://schemas.openxmlformats.org/drawingml/2006/main" rot="0">
            <a:off x="3314567" y="3122795"/>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0.75</a:t>
            </a:r>
          </a:p>
        </p:txBody>
      </p:sp>
      <p:sp>
        <p:nvSpPr>
          <p:cNvPr id="74" name="path-56">
            <a:extLst xmlns:a="http://schemas.openxmlformats.org/drawingml/2006/main">
              <a:ext uri="{FF2B5EF4-FFF2-40B4-BE49-F238E27FC236}">
                <a16:creationId xmlns:a16="http://schemas.microsoft.com/office/drawing/2014/main" id="{5AD07A91-094F-4374-A821-A0CCEC13CE5D}"/>
              </a:ext>
            </a:extLst>
          </p:cNvPr>
          <p:cNvSpPr>
            <a:spLocks xmlns:a="http://schemas.openxmlformats.org/drawingml/2006/main" noGrp="1"/>
          </p:cNvSpPr>
          <p:nvPr/>
        </p:nvSpPr>
        <p:spPr>
          <a:xfrm xmlns:a="http://schemas.openxmlformats.org/drawingml/2006/main">
            <a:off x="3681374" y="3103245"/>
            <a:ext cx="10" cy="900113"/>
          </a:xfrm>
          <a:custGeom xmlns:a="http://schemas.openxmlformats.org/drawingml/2006/main">
            <a:pathLst>
              <a:path w="10" h="900113">
                <a:moveTo>
                  <a:pt x="0" y="900113"/>
                </a:moveTo>
                <a:lnTo>
                  <a:pt x="0" y="0"/>
                </a:lnTo>
              </a:path>
            </a:pathLst>
          </a:custGeom>
          <a:noFill xmlns:a="http://schemas.openxmlformats.org/drawingml/2006/main"/>
          <a:ln xmlns:a="http://schemas.openxmlformats.org/drawingml/2006/main" w="7620">
            <a:solidFill>
              <a:srgbClr val="68727A"/>
            </a:solidFill>
            <a:prstDash val="solid"/>
          </a:ln>
        </p:spPr>
      </p:sp>
      <p:sp>
        <p:nvSpPr>
          <p:cNvPr id="75" name="path-57">
            <a:extLst xmlns:a="http://schemas.openxmlformats.org/drawingml/2006/main">
              <a:ext uri="{FF2B5EF4-FFF2-40B4-BE49-F238E27FC236}">
                <a16:creationId xmlns:a16="http://schemas.microsoft.com/office/drawing/2014/main" id="{D1679341-61EC-442F-A2AE-CCCE80D15A0C}"/>
              </a:ext>
            </a:extLst>
          </p:cNvPr>
          <p:cNvSpPr>
            <a:spLocks xmlns:a="http://schemas.openxmlformats.org/drawingml/2006/main" noGrp="1"/>
          </p:cNvSpPr>
          <p:nvPr/>
        </p:nvSpPr>
        <p:spPr>
          <a:xfrm xmlns:a="http://schemas.openxmlformats.org/drawingml/2006/main">
            <a:off x="3681374" y="4003358"/>
            <a:ext cx="181051" cy="10"/>
          </a:xfrm>
          <a:custGeom xmlns:a="http://schemas.openxmlformats.org/drawingml/2006/main">
            <a:pathLst>
              <a:path w="181051" h="10">
                <a:moveTo>
                  <a:pt x="0" y="0"/>
                </a:moveTo>
                <a:lnTo>
                  <a:pt x="181051" y="0"/>
                </a:lnTo>
              </a:path>
            </a:pathLst>
          </a:custGeom>
          <a:noFill xmlns:a="http://schemas.openxmlformats.org/drawingml/2006/main"/>
          <a:ln xmlns:a="http://schemas.openxmlformats.org/drawingml/2006/main" w="7620">
            <a:solidFill>
              <a:srgbClr val="68727A"/>
            </a:solidFill>
            <a:prstDash val="solid"/>
          </a:ln>
        </p:spPr>
      </p:sp>
      <p:sp>
        <p:nvSpPr>
          <p:cNvPr id="76" name="path-58">
            <a:extLst xmlns:a="http://schemas.openxmlformats.org/drawingml/2006/main">
              <a:ext uri="{FF2B5EF4-FFF2-40B4-BE49-F238E27FC236}">
                <a16:creationId xmlns:a16="http://schemas.microsoft.com/office/drawing/2014/main" id="{410A6178-A068-4D48-B2DA-603CEC3808EA}"/>
              </a:ext>
            </a:extLst>
          </p:cNvPr>
          <p:cNvSpPr>
            <a:spLocks xmlns:a="http://schemas.openxmlformats.org/drawingml/2006/main" noGrp="1"/>
          </p:cNvSpPr>
          <p:nvPr/>
        </p:nvSpPr>
        <p:spPr>
          <a:xfrm xmlns:a="http://schemas.openxmlformats.org/drawingml/2006/main">
            <a:off x="3771900" y="3841618"/>
            <a:ext cx="10" cy="63194"/>
          </a:xfrm>
          <a:custGeom xmlns:a="http://schemas.openxmlformats.org/drawingml/2006/main">
            <a:pathLst>
              <a:path w="10" h="63194">
                <a:moveTo>
                  <a:pt x="0" y="0"/>
                </a:moveTo>
                <a:lnTo>
                  <a:pt x="0" y="63194"/>
                </a:lnTo>
              </a:path>
            </a:pathLst>
          </a:custGeom>
          <a:noFill xmlns:a="http://schemas.openxmlformats.org/drawingml/2006/main"/>
          <a:ln xmlns:a="http://schemas.openxmlformats.org/drawingml/2006/main" w="33338">
            <a:solidFill>
              <a:srgbClr val="FFFFFF"/>
            </a:solidFill>
            <a:prstDash val="solid"/>
          </a:ln>
        </p:spPr>
      </p:sp>
      <p:sp>
        <p:nvSpPr>
          <p:cNvPr id="77" name="path-59">
            <a:extLst xmlns:a="http://schemas.openxmlformats.org/drawingml/2006/main">
              <a:ext uri="{FF2B5EF4-FFF2-40B4-BE49-F238E27FC236}">
                <a16:creationId xmlns:a16="http://schemas.microsoft.com/office/drawing/2014/main" id="{5833470A-571A-481C-A166-E9546AE8A9C2}"/>
              </a:ext>
            </a:extLst>
          </p:cNvPr>
          <p:cNvSpPr>
            <a:spLocks xmlns:a="http://schemas.openxmlformats.org/drawingml/2006/main" noGrp="1"/>
          </p:cNvSpPr>
          <p:nvPr/>
        </p:nvSpPr>
        <p:spPr>
          <a:xfrm xmlns:a="http://schemas.openxmlformats.org/drawingml/2006/main">
            <a:off x="3771900" y="3841618"/>
            <a:ext cx="10" cy="63194"/>
          </a:xfrm>
          <a:custGeom xmlns:a="http://schemas.openxmlformats.org/drawingml/2006/main">
            <a:pathLst>
              <a:path w="10" h="63194">
                <a:moveTo>
                  <a:pt x="0" y="0"/>
                </a:moveTo>
                <a:lnTo>
                  <a:pt x="0" y="63194"/>
                </a:lnTo>
              </a:path>
            </a:pathLst>
          </a:custGeom>
          <a:noFill xmlns:a="http://schemas.openxmlformats.org/drawingml/2006/main"/>
          <a:ln xmlns:a="http://schemas.openxmlformats.org/drawingml/2006/main" w="19050">
            <a:solidFill>
              <a:srgbClr val="007858"/>
            </a:solidFill>
            <a:prstDash val="solid"/>
          </a:ln>
        </p:spPr>
      </p:sp>
      <p:sp>
        <p:nvSpPr>
          <p:cNvPr id="78" name="path-60">
            <a:extLst xmlns:a="http://schemas.openxmlformats.org/drawingml/2006/main">
              <a:ext uri="{FF2B5EF4-FFF2-40B4-BE49-F238E27FC236}">
                <a16:creationId xmlns:a16="http://schemas.microsoft.com/office/drawing/2014/main" id="{215BB677-6AA6-4CEA-AEED-11066566DC71}"/>
              </a:ext>
            </a:extLst>
          </p:cNvPr>
          <p:cNvSpPr>
            <a:spLocks xmlns:a="http://schemas.openxmlformats.org/drawingml/2006/main" noGrp="1"/>
          </p:cNvSpPr>
          <p:nvPr/>
        </p:nvSpPr>
        <p:spPr>
          <a:xfrm xmlns:a="http://schemas.openxmlformats.org/drawingml/2006/main">
            <a:off x="3771900" y="3508134"/>
            <a:ext cx="10" cy="63194"/>
          </a:xfrm>
          <a:custGeom xmlns:a="http://schemas.openxmlformats.org/drawingml/2006/main">
            <a:pathLst>
              <a:path w="10" h="63194">
                <a:moveTo>
                  <a:pt x="0" y="0"/>
                </a:moveTo>
                <a:lnTo>
                  <a:pt x="0" y="63194"/>
                </a:lnTo>
              </a:path>
            </a:pathLst>
          </a:custGeom>
          <a:noFill xmlns:a="http://schemas.openxmlformats.org/drawingml/2006/main"/>
          <a:ln xmlns:a="http://schemas.openxmlformats.org/drawingml/2006/main" w="33338">
            <a:solidFill>
              <a:srgbClr val="FFFFFF"/>
            </a:solidFill>
            <a:prstDash val="solid"/>
          </a:ln>
        </p:spPr>
      </p:sp>
      <p:sp>
        <p:nvSpPr>
          <p:cNvPr id="79" name="path-61">
            <a:extLst xmlns:a="http://schemas.openxmlformats.org/drawingml/2006/main">
              <a:ext uri="{FF2B5EF4-FFF2-40B4-BE49-F238E27FC236}">
                <a16:creationId xmlns:a16="http://schemas.microsoft.com/office/drawing/2014/main" id="{84674273-BF08-4AA8-81DC-71B4F70F8A7A}"/>
              </a:ext>
            </a:extLst>
          </p:cNvPr>
          <p:cNvSpPr>
            <a:spLocks xmlns:a="http://schemas.openxmlformats.org/drawingml/2006/main" noGrp="1"/>
          </p:cNvSpPr>
          <p:nvPr/>
        </p:nvSpPr>
        <p:spPr>
          <a:xfrm xmlns:a="http://schemas.openxmlformats.org/drawingml/2006/main">
            <a:off x="3771900" y="3508134"/>
            <a:ext cx="10" cy="63194"/>
          </a:xfrm>
          <a:custGeom xmlns:a="http://schemas.openxmlformats.org/drawingml/2006/main">
            <a:pathLst>
              <a:path w="10" h="63194">
                <a:moveTo>
                  <a:pt x="0" y="0"/>
                </a:moveTo>
                <a:lnTo>
                  <a:pt x="0" y="63194"/>
                </a:lnTo>
              </a:path>
            </a:pathLst>
          </a:custGeom>
          <a:noFill xmlns:a="http://schemas.openxmlformats.org/drawingml/2006/main"/>
          <a:ln xmlns:a="http://schemas.openxmlformats.org/drawingml/2006/main" w="19050">
            <a:solidFill>
              <a:srgbClr val="A02C87"/>
            </a:solidFill>
            <a:prstDash val="solid"/>
          </a:ln>
        </p:spPr>
      </p:sp>
      <p:sp>
        <p:nvSpPr>
          <p:cNvPr id="80" name="marker-62">
            <a:extLst xmlns:a="http://schemas.openxmlformats.org/drawingml/2006/main">
              <a:ext uri="{FF2B5EF4-FFF2-40B4-BE49-F238E27FC236}">
                <a16:creationId xmlns:a16="http://schemas.microsoft.com/office/drawing/2014/main" id="{B4A900A6-D1A3-433B-AF19-6D609B551B25}"/>
              </a:ext>
            </a:extLst>
          </p:cNvPr>
          <p:cNvSpPr>
            <a:spLocks xmlns:a="http://schemas.openxmlformats.org/drawingml/2006/main" noGrp="1"/>
          </p:cNvSpPr>
          <p:nvPr/>
        </p:nvSpPr>
        <p:spPr>
          <a:xfrm xmlns:a="http://schemas.openxmlformats.org/drawingml/2006/main">
            <a:off x="3744959" y="3877872"/>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81" name="marker-63">
            <a:extLst xmlns:a="http://schemas.openxmlformats.org/drawingml/2006/main">
              <a:ext uri="{FF2B5EF4-FFF2-40B4-BE49-F238E27FC236}">
                <a16:creationId xmlns:a16="http://schemas.microsoft.com/office/drawing/2014/main" id="{6B549FFE-202C-43CD-B038-4DE0B9AAC8A5}"/>
              </a:ext>
            </a:extLst>
          </p:cNvPr>
          <p:cNvSpPr>
            <a:spLocks xmlns:a="http://schemas.openxmlformats.org/drawingml/2006/main" noGrp="1"/>
          </p:cNvSpPr>
          <p:nvPr/>
        </p:nvSpPr>
        <p:spPr>
          <a:xfrm xmlns:a="http://schemas.openxmlformats.org/drawingml/2006/main">
            <a:off x="3744959" y="3544387"/>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82" name="marker-64">
            <a:extLst xmlns:a="http://schemas.openxmlformats.org/drawingml/2006/main">
              <a:ext uri="{FF2B5EF4-FFF2-40B4-BE49-F238E27FC236}">
                <a16:creationId xmlns:a16="http://schemas.microsoft.com/office/drawing/2014/main" id="{55454C43-1ABD-484A-978D-063303A785E3}"/>
              </a:ext>
            </a:extLst>
          </p:cNvPr>
          <p:cNvSpPr>
            <a:spLocks xmlns:a="http://schemas.openxmlformats.org/drawingml/2006/main" noGrp="1"/>
          </p:cNvSpPr>
          <p:nvPr/>
        </p:nvSpPr>
        <p:spPr>
          <a:xfrm xmlns:a="http://schemas.openxmlformats.org/drawingml/2006/main">
            <a:off x="3749040" y="381875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9525">
            <a:solidFill>
              <a:srgbClr val="FFFFFF"/>
            </a:solidFill>
            <a:prstDash val="solid"/>
          </a:ln>
        </p:spPr>
      </p:sp>
      <p:sp>
        <p:nvSpPr>
          <p:cNvPr id="83" name="marker-65">
            <a:extLst xmlns:a="http://schemas.openxmlformats.org/drawingml/2006/main">
              <a:ext uri="{FF2B5EF4-FFF2-40B4-BE49-F238E27FC236}">
                <a16:creationId xmlns:a16="http://schemas.microsoft.com/office/drawing/2014/main" id="{B842468D-C162-4162-914C-3297B815DB4A}"/>
              </a:ext>
            </a:extLst>
          </p:cNvPr>
          <p:cNvSpPr>
            <a:spLocks xmlns:a="http://schemas.openxmlformats.org/drawingml/2006/main" noGrp="1"/>
          </p:cNvSpPr>
          <p:nvPr/>
        </p:nvSpPr>
        <p:spPr>
          <a:xfrm xmlns:a="http://schemas.openxmlformats.org/drawingml/2006/main">
            <a:off x="3749040" y="348527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9525">
            <a:solidFill>
              <a:srgbClr val="FFFFFF"/>
            </a:solidFill>
            <a:prstDash val="solid"/>
          </a:ln>
        </p:spPr>
      </p:sp>
      <p:sp>
        <p:nvSpPr>
          <p:cNvPr id="84" name="native-text-019">
            <a:extLst xmlns:a="http://schemas.openxmlformats.org/drawingml/2006/main">
              <a:ext uri="{FF2B5EF4-FFF2-40B4-BE49-F238E27FC236}">
                <a16:creationId xmlns:a16="http://schemas.microsoft.com/office/drawing/2014/main" id="{FCBC39B9-5673-4384-A4EF-060F229F7C95}"/>
              </a:ext>
            </a:extLst>
          </p:cNvPr>
          <p:cNvSpPr>
            <a:spLocks xmlns:a="http://schemas.openxmlformats.org/drawingml/2006/main" noGrp="1"/>
          </p:cNvSpPr>
          <p:nvPr/>
        </p:nvSpPr>
        <p:spPr>
          <a:xfrm xmlns:a="http://schemas.openxmlformats.org/drawingml/2006/main" rot="0">
            <a:off x="3848100" y="3817234"/>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7858"/>
                </a:solidFill>
                <a:latin typeface="Helvetica"/>
                <a:ea typeface="Helvetica"/>
                <a:cs typeface="Helvetica"/>
              </a:defRPr>
            </a:defPPr>
            <a:lvl1pPr algn="ctr">
              <a:buNone/>
              <a:defRPr sz="1650" b="0">
                <a:solidFill>
                  <a:srgbClr val="007858"/>
                </a:solidFill>
                <a:latin typeface="Helvetica"/>
                <a:ea typeface="Helvetica"/>
                <a:cs typeface="Helvetica"/>
              </a:defRPr>
            </a:lvl1pPr>
            <a:lvl2pPr algn="ctr">
              <a:buNone/>
              <a:defRPr sz="1650" b="0">
                <a:solidFill>
                  <a:srgbClr val="007858"/>
                </a:solidFill>
                <a:latin typeface="Helvetica"/>
                <a:ea typeface="Helvetica"/>
                <a:cs typeface="Helvetica"/>
              </a:defRPr>
            </a:lvl2pPr>
            <a:lvl3pPr algn="ctr">
              <a:buNone/>
              <a:defRPr sz="1650" b="0">
                <a:solidFill>
                  <a:srgbClr val="007858"/>
                </a:solidFill>
                <a:latin typeface="Helvetica"/>
                <a:ea typeface="Helvetica"/>
                <a:cs typeface="Helvetica"/>
              </a:defRPr>
            </a:lvl3pPr>
            <a:lvl4pPr algn="ctr">
              <a:buNone/>
              <a:defRPr sz="1650" b="0">
                <a:solidFill>
                  <a:srgbClr val="007858"/>
                </a:solidFill>
                <a:latin typeface="Helvetica"/>
                <a:ea typeface="Helvetica"/>
                <a:cs typeface="Helvetica"/>
              </a:defRPr>
            </a:lvl4pPr>
            <a:lvl5pPr algn="ctr">
              <a:buNone/>
              <a:defRPr sz="1650" b="0">
                <a:solidFill>
                  <a:srgbClr val="007858"/>
                </a:solidFill>
                <a:latin typeface="Helvetica"/>
                <a:ea typeface="Helvetica"/>
                <a:cs typeface="Helvetica"/>
              </a:defRPr>
            </a:lvl5pPr>
            <a:lvl6pPr algn="ctr">
              <a:buNone/>
              <a:defRPr sz="1650" b="0">
                <a:solidFill>
                  <a:srgbClr val="007858"/>
                </a:solidFill>
                <a:latin typeface="Helvetica"/>
                <a:ea typeface="Helvetica"/>
                <a:cs typeface="Helvetica"/>
              </a:defRPr>
            </a:lvl6pPr>
            <a:lvl7pPr algn="ctr">
              <a:buNone/>
              <a:defRPr sz="1650" b="0">
                <a:solidFill>
                  <a:srgbClr val="007858"/>
                </a:solidFill>
                <a:latin typeface="Helvetica"/>
                <a:ea typeface="Helvetica"/>
                <a:cs typeface="Helvetica"/>
              </a:defRPr>
            </a:lvl7pPr>
            <a:lvl8pPr algn="ctr">
              <a:buNone/>
              <a:defRPr sz="1650" b="0">
                <a:solidFill>
                  <a:srgbClr val="007858"/>
                </a:solidFill>
                <a:latin typeface="Helvetica"/>
                <a:ea typeface="Helvetica"/>
                <a:cs typeface="Helvetica"/>
              </a:defRPr>
            </a:lvl8pPr>
            <a:lvl9pPr algn="ctr">
              <a:buNone/>
              <a:defRPr sz="1650" b="0">
                <a:solidFill>
                  <a:srgbClr val="007858"/>
                </a:solidFill>
                <a:latin typeface="Helvetica"/>
                <a:ea typeface="Helvetica"/>
                <a:cs typeface="Helvetica"/>
              </a:defRPr>
            </a:lvl9pPr>
          </a:lstStyle>
          <a:p xmlns:a="http://schemas.openxmlformats.org/drawingml/2006/main">
            <a:pPr algn="ctr">
              <a:buNone/>
              <a:defRPr sz="1650" b="0">
                <a:solidFill>
                  <a:srgbClr val="007858"/>
                </a:solidFill>
                <a:latin typeface="Helvetica"/>
                <a:ea typeface="Helvetica"/>
                <a:cs typeface="Helvetica"/>
              </a:defRPr>
            </a:pPr>
            <a:r>
              <a:rPr sz="1650" b="0">
                <a:solidFill>
                  <a:srgbClr val="007858"/>
                </a:solidFill>
                <a:latin typeface="Helvetica"/>
                <a:ea typeface="Helvetica"/>
                <a:cs typeface="Helvetica"/>
              </a:rPr>
              <a:t>A11</a:t>
            </a:r>
          </a:p>
        </p:txBody>
      </p:sp>
      <p:sp>
        <p:nvSpPr>
          <p:cNvPr id="85" name="native-text-020">
            <a:extLst xmlns:a="http://schemas.openxmlformats.org/drawingml/2006/main">
              <a:ext uri="{FF2B5EF4-FFF2-40B4-BE49-F238E27FC236}">
                <a16:creationId xmlns:a16="http://schemas.microsoft.com/office/drawing/2014/main" id="{6C5F6642-1AA5-4439-8AB5-E5AAD5C5D02B}"/>
              </a:ext>
            </a:extLst>
          </p:cNvPr>
          <p:cNvSpPr>
            <a:spLocks xmlns:a="http://schemas.openxmlformats.org/drawingml/2006/main" noGrp="1"/>
          </p:cNvSpPr>
          <p:nvPr/>
        </p:nvSpPr>
        <p:spPr>
          <a:xfrm xmlns:a="http://schemas.openxmlformats.org/drawingml/2006/main" rot="0">
            <a:off x="3848100" y="3236100"/>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A02C87"/>
                </a:solidFill>
                <a:latin typeface="Helvetica"/>
                <a:ea typeface="Helvetica"/>
                <a:cs typeface="Helvetica"/>
              </a:defRPr>
            </a:defPPr>
            <a:lvl1pPr algn="ctr">
              <a:buNone/>
              <a:defRPr sz="1650" b="0">
                <a:solidFill>
                  <a:srgbClr val="A02C87"/>
                </a:solidFill>
                <a:latin typeface="Helvetica"/>
                <a:ea typeface="Helvetica"/>
                <a:cs typeface="Helvetica"/>
              </a:defRPr>
            </a:lvl1pPr>
            <a:lvl2pPr algn="ctr">
              <a:buNone/>
              <a:defRPr sz="1650" b="0">
                <a:solidFill>
                  <a:srgbClr val="A02C87"/>
                </a:solidFill>
                <a:latin typeface="Helvetica"/>
                <a:ea typeface="Helvetica"/>
                <a:cs typeface="Helvetica"/>
              </a:defRPr>
            </a:lvl2pPr>
            <a:lvl3pPr algn="ctr">
              <a:buNone/>
              <a:defRPr sz="1650" b="0">
                <a:solidFill>
                  <a:srgbClr val="A02C87"/>
                </a:solidFill>
                <a:latin typeface="Helvetica"/>
                <a:ea typeface="Helvetica"/>
                <a:cs typeface="Helvetica"/>
              </a:defRPr>
            </a:lvl3pPr>
            <a:lvl4pPr algn="ctr">
              <a:buNone/>
              <a:defRPr sz="1650" b="0">
                <a:solidFill>
                  <a:srgbClr val="A02C87"/>
                </a:solidFill>
                <a:latin typeface="Helvetica"/>
                <a:ea typeface="Helvetica"/>
                <a:cs typeface="Helvetica"/>
              </a:defRPr>
            </a:lvl4pPr>
            <a:lvl5pPr algn="ctr">
              <a:buNone/>
              <a:defRPr sz="1650" b="0">
                <a:solidFill>
                  <a:srgbClr val="A02C87"/>
                </a:solidFill>
                <a:latin typeface="Helvetica"/>
                <a:ea typeface="Helvetica"/>
                <a:cs typeface="Helvetica"/>
              </a:defRPr>
            </a:lvl5pPr>
            <a:lvl6pPr algn="ctr">
              <a:buNone/>
              <a:defRPr sz="1650" b="0">
                <a:solidFill>
                  <a:srgbClr val="A02C87"/>
                </a:solidFill>
                <a:latin typeface="Helvetica"/>
                <a:ea typeface="Helvetica"/>
                <a:cs typeface="Helvetica"/>
              </a:defRPr>
            </a:lvl6pPr>
            <a:lvl7pPr algn="ctr">
              <a:buNone/>
              <a:defRPr sz="1650" b="0">
                <a:solidFill>
                  <a:srgbClr val="A02C87"/>
                </a:solidFill>
                <a:latin typeface="Helvetica"/>
                <a:ea typeface="Helvetica"/>
                <a:cs typeface="Helvetica"/>
              </a:defRPr>
            </a:lvl7pPr>
            <a:lvl8pPr algn="ctr">
              <a:buNone/>
              <a:defRPr sz="1650" b="0">
                <a:solidFill>
                  <a:srgbClr val="A02C87"/>
                </a:solidFill>
                <a:latin typeface="Helvetica"/>
                <a:ea typeface="Helvetica"/>
                <a:cs typeface="Helvetica"/>
              </a:defRPr>
            </a:lvl8pPr>
            <a:lvl9pPr algn="ctr">
              <a:buNone/>
              <a:defRPr sz="1650" b="0">
                <a:solidFill>
                  <a:srgbClr val="A02C87"/>
                </a:solidFill>
                <a:latin typeface="Helvetica"/>
                <a:ea typeface="Helvetica"/>
                <a:cs typeface="Helvetica"/>
              </a:defRPr>
            </a:lvl9pPr>
          </a:lstStyle>
          <a:p xmlns:a="http://schemas.openxmlformats.org/drawingml/2006/main">
            <a:pPr algn="ctr">
              <a:buNone/>
              <a:defRPr sz="1650" b="0">
                <a:solidFill>
                  <a:srgbClr val="A02C87"/>
                </a:solidFill>
                <a:latin typeface="Helvetica"/>
                <a:ea typeface="Helvetica"/>
                <a:cs typeface="Helvetica"/>
              </a:defRPr>
            </a:pPr>
            <a:r>
              <a:rPr sz="1650" b="0">
                <a:solidFill>
                  <a:srgbClr val="A02C87"/>
                </a:solidFill>
                <a:latin typeface="Helvetica"/>
                <a:ea typeface="Helvetica"/>
                <a:cs typeface="Helvetica"/>
              </a:rPr>
              <a:t>B11</a:t>
            </a:r>
          </a:p>
        </p:txBody>
      </p:sp>
      <p:sp>
        <p:nvSpPr>
          <p:cNvPr id="86" name="path-68">
            <a:extLst xmlns:a="http://schemas.openxmlformats.org/drawingml/2006/main">
              <a:ext uri="{FF2B5EF4-FFF2-40B4-BE49-F238E27FC236}">
                <a16:creationId xmlns:a16="http://schemas.microsoft.com/office/drawing/2014/main" id="{C004CB5F-11DA-4290-B20C-CE4DC48FCE37}"/>
              </a:ext>
            </a:extLst>
          </p:cNvPr>
          <p:cNvSpPr>
            <a:spLocks xmlns:a="http://schemas.openxmlformats.org/drawingml/2006/main" noGrp="1"/>
          </p:cNvSpPr>
          <p:nvPr/>
        </p:nvSpPr>
        <p:spPr>
          <a:xfrm xmlns:a="http://schemas.openxmlformats.org/drawingml/2006/main">
            <a:off x="984500" y="4915121"/>
            <a:ext cx="2309673" cy="10"/>
          </a:xfrm>
          <a:custGeom xmlns:a="http://schemas.openxmlformats.org/drawingml/2006/main">
            <a:pathLst>
              <a:path w="2309673" h="10">
                <a:moveTo>
                  <a:pt x="0" y="0"/>
                </a:moveTo>
                <a:quadBezTo>
                  <a:pt x="1161226" y="0"/>
                  <a:pt x="2309673" y="0"/>
                </a:quadBezTo>
              </a:path>
            </a:pathLst>
          </a:custGeom>
          <a:noFill xmlns:a="http://schemas.openxmlformats.org/drawingml/2006/main"/>
          <a:ln xmlns:a="http://schemas.openxmlformats.org/drawingml/2006/main" w="11430">
            <a:solidFill>
              <a:srgbClr val="647480"/>
            </a:solidFill>
            <a:prstDash val="solid"/>
          </a:ln>
        </p:spPr>
      </p:sp>
      <p:sp>
        <p:nvSpPr>
          <p:cNvPr id="87" name="path-69">
            <a:extLst xmlns:a="http://schemas.openxmlformats.org/drawingml/2006/main">
              <a:ext uri="{FF2B5EF4-FFF2-40B4-BE49-F238E27FC236}">
                <a16:creationId xmlns:a16="http://schemas.microsoft.com/office/drawing/2014/main" id="{9F5CF756-E286-4626-B542-9C80FF77DFC1}"/>
              </a:ext>
            </a:extLst>
          </p:cNvPr>
          <p:cNvSpPr>
            <a:spLocks xmlns:a="http://schemas.openxmlformats.org/drawingml/2006/main" noGrp="1"/>
          </p:cNvSpPr>
          <p:nvPr/>
        </p:nvSpPr>
        <p:spPr>
          <a:xfrm xmlns:a="http://schemas.openxmlformats.org/drawingml/2006/main">
            <a:off x="3210353" y="4873211"/>
            <a:ext cx="83820" cy="83820"/>
          </a:xfrm>
          <a:custGeom xmlns:a="http://schemas.openxmlformats.org/drawingml/2006/main">
            <a:pathLst>
              <a:path w="83820" h="83820">
                <a:moveTo>
                  <a:pt x="0" y="0"/>
                </a:moveTo>
                <a:lnTo>
                  <a:pt x="83820" y="41910"/>
                </a:lnTo>
                <a:lnTo>
                  <a:pt x="0" y="83820"/>
                </a:lnTo>
              </a:path>
            </a:pathLst>
          </a:custGeom>
          <a:noFill xmlns:a="http://schemas.openxmlformats.org/drawingml/2006/main"/>
          <a:ln xmlns:a="http://schemas.openxmlformats.org/drawingml/2006/main" w="11430">
            <a:solidFill>
              <a:srgbClr val="647480"/>
            </a:solidFill>
            <a:prstDash val="solid"/>
          </a:ln>
        </p:spPr>
      </p:sp>
      <p:sp>
        <p:nvSpPr>
          <p:cNvPr id="88" name="native-text-024">
            <a:extLst xmlns:a="http://schemas.openxmlformats.org/drawingml/2006/main">
              <a:ext uri="{FF2B5EF4-FFF2-40B4-BE49-F238E27FC236}">
                <a16:creationId xmlns:a16="http://schemas.microsoft.com/office/drawing/2014/main" id="{489FE5E7-7CCD-468B-90E1-FE88216CC798}"/>
              </a:ext>
            </a:extLst>
          </p:cNvPr>
          <p:cNvSpPr>
            <a:spLocks xmlns:a="http://schemas.openxmlformats.org/drawingml/2006/main" noGrp="1"/>
          </p:cNvSpPr>
          <p:nvPr/>
        </p:nvSpPr>
        <p:spPr>
          <a:xfrm xmlns:a="http://schemas.openxmlformats.org/drawingml/2006/main" rot="0">
            <a:off x="763184" y="4774151"/>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q</a:t>
            </a:r>
          </a:p>
        </p:txBody>
      </p:sp>
      <p:sp>
        <p:nvSpPr>
          <p:cNvPr id="89" name="path-71">
            <a:extLst xmlns:a="http://schemas.openxmlformats.org/drawingml/2006/main">
              <a:ext uri="{FF2B5EF4-FFF2-40B4-BE49-F238E27FC236}">
                <a16:creationId xmlns:a16="http://schemas.microsoft.com/office/drawing/2014/main" id="{7F122359-B38C-4661-9FD0-97A91880AF57}"/>
              </a:ext>
            </a:extLst>
          </p:cNvPr>
          <p:cNvSpPr>
            <a:spLocks xmlns:a="http://schemas.openxmlformats.org/drawingml/2006/main" noGrp="1"/>
          </p:cNvSpPr>
          <p:nvPr/>
        </p:nvSpPr>
        <p:spPr>
          <a:xfrm xmlns:a="http://schemas.openxmlformats.org/drawingml/2006/main">
            <a:off x="2094695" y="4460089"/>
            <a:ext cx="10" cy="455032"/>
          </a:xfrm>
          <a:custGeom xmlns:a="http://schemas.openxmlformats.org/drawingml/2006/main">
            <a:pathLst>
              <a:path w="10" h="455032">
                <a:moveTo>
                  <a:pt x="0" y="0"/>
                </a:moveTo>
                <a:lnTo>
                  <a:pt x="0" y="455032"/>
                </a:lnTo>
              </a:path>
            </a:pathLst>
          </a:custGeom>
          <a:noFill xmlns:a="http://schemas.openxmlformats.org/drawingml/2006/main"/>
          <a:ln xmlns:a="http://schemas.openxmlformats.org/drawingml/2006/main" w="10478">
            <a:solidFill>
              <a:srgbClr val="007858">
                <a:alpha val="85000"/>
              </a:srgbClr>
            </a:solidFill>
            <a:prstDash val="dash"/>
          </a:ln>
        </p:spPr>
      </p:sp>
      <p:sp>
        <p:nvSpPr>
          <p:cNvPr id="90" name="path-72">
            <a:extLst xmlns:a="http://schemas.openxmlformats.org/drawingml/2006/main">
              <a:ext uri="{FF2B5EF4-FFF2-40B4-BE49-F238E27FC236}">
                <a16:creationId xmlns:a16="http://schemas.microsoft.com/office/drawing/2014/main" id="{AF40F0F2-2EE1-4583-94C7-6D66684B6C02}"/>
              </a:ext>
            </a:extLst>
          </p:cNvPr>
          <p:cNvSpPr>
            <a:spLocks xmlns:a="http://schemas.openxmlformats.org/drawingml/2006/main" noGrp="1"/>
          </p:cNvSpPr>
          <p:nvPr/>
        </p:nvSpPr>
        <p:spPr>
          <a:xfrm xmlns:a="http://schemas.openxmlformats.org/drawingml/2006/main">
            <a:off x="2476999" y="4361654"/>
            <a:ext cx="10" cy="553467"/>
          </a:xfrm>
          <a:custGeom xmlns:a="http://schemas.openxmlformats.org/drawingml/2006/main">
            <a:pathLst>
              <a:path w="10" h="553467">
                <a:moveTo>
                  <a:pt x="0" y="0"/>
                </a:moveTo>
                <a:lnTo>
                  <a:pt x="0" y="553467"/>
                </a:lnTo>
              </a:path>
            </a:pathLst>
          </a:custGeom>
          <a:noFill xmlns:a="http://schemas.openxmlformats.org/drawingml/2006/main"/>
          <a:ln xmlns:a="http://schemas.openxmlformats.org/drawingml/2006/main" w="10478">
            <a:solidFill>
              <a:srgbClr val="A02C87">
                <a:alpha val="85000"/>
              </a:srgbClr>
            </a:solidFill>
            <a:prstDash val="dash"/>
          </a:ln>
        </p:spPr>
      </p:sp>
      <p:sp>
        <p:nvSpPr>
          <p:cNvPr id="91" name="marker-73">
            <a:extLst xmlns:a="http://schemas.openxmlformats.org/drawingml/2006/main">
              <a:ext uri="{FF2B5EF4-FFF2-40B4-BE49-F238E27FC236}">
                <a16:creationId xmlns:a16="http://schemas.microsoft.com/office/drawing/2014/main" id="{0FFB7CB3-6F8C-455B-9596-AA06E1B1C4CC}"/>
              </a:ext>
            </a:extLst>
          </p:cNvPr>
          <p:cNvSpPr>
            <a:spLocks xmlns:a="http://schemas.openxmlformats.org/drawingml/2006/main" noGrp="1"/>
          </p:cNvSpPr>
          <p:nvPr/>
        </p:nvSpPr>
        <p:spPr>
          <a:xfrm xmlns:a="http://schemas.openxmlformats.org/drawingml/2006/main">
            <a:off x="2061358" y="4426752"/>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007858"/>
          </a:solidFill>
          <a:ln xmlns:a="http://schemas.openxmlformats.org/drawingml/2006/main" w="11430">
            <a:solidFill>
              <a:srgbClr val="FFFFFF"/>
            </a:solidFill>
            <a:prstDash val="solid"/>
          </a:ln>
        </p:spPr>
      </p:sp>
      <p:sp>
        <p:nvSpPr>
          <p:cNvPr id="92" name="marker-74">
            <a:extLst xmlns:a="http://schemas.openxmlformats.org/drawingml/2006/main">
              <a:ext uri="{FF2B5EF4-FFF2-40B4-BE49-F238E27FC236}">
                <a16:creationId xmlns:a16="http://schemas.microsoft.com/office/drawing/2014/main" id="{4D5A560F-E511-442D-BC1B-6062B14512B1}"/>
              </a:ext>
            </a:extLst>
          </p:cNvPr>
          <p:cNvSpPr>
            <a:spLocks xmlns:a="http://schemas.openxmlformats.org/drawingml/2006/main" noGrp="1"/>
          </p:cNvSpPr>
          <p:nvPr/>
        </p:nvSpPr>
        <p:spPr>
          <a:xfrm xmlns:a="http://schemas.openxmlformats.org/drawingml/2006/main">
            <a:off x="2443661" y="4328316"/>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A02C87"/>
          </a:solidFill>
          <a:ln xmlns:a="http://schemas.openxmlformats.org/drawingml/2006/main" w="11430">
            <a:solidFill>
              <a:srgbClr val="FFFFFF"/>
            </a:solidFill>
            <a:prstDash val="solid"/>
          </a:ln>
        </p:spPr>
      </p:sp>
      <p:sp>
        <p:nvSpPr>
          <p:cNvPr id="93" name="native-text-025">
            <a:extLst xmlns:a="http://schemas.openxmlformats.org/drawingml/2006/main">
              <a:ext uri="{FF2B5EF4-FFF2-40B4-BE49-F238E27FC236}">
                <a16:creationId xmlns:a16="http://schemas.microsoft.com/office/drawing/2014/main" id="{C2D122F0-18B4-4635-B5E9-36D35C60359D}"/>
              </a:ext>
            </a:extLst>
          </p:cNvPr>
          <p:cNvSpPr>
            <a:spLocks xmlns:a="http://schemas.openxmlformats.org/drawingml/2006/main" noGrp="1"/>
          </p:cNvSpPr>
          <p:nvPr/>
        </p:nvSpPr>
        <p:spPr>
          <a:xfrm xmlns:a="http://schemas.openxmlformats.org/drawingml/2006/main" rot="0">
            <a:off x="1799420" y="4188055"/>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A12</a:t>
            </a:r>
          </a:p>
        </p:txBody>
      </p:sp>
      <p:sp>
        <p:nvSpPr>
          <p:cNvPr id="94" name="marker-76">
            <a:extLst xmlns:a="http://schemas.openxmlformats.org/drawingml/2006/main">
              <a:ext uri="{FF2B5EF4-FFF2-40B4-BE49-F238E27FC236}">
                <a16:creationId xmlns:a16="http://schemas.microsoft.com/office/drawing/2014/main" id="{AC167B95-04CD-4BCF-A63B-4CACF183D867}"/>
              </a:ext>
            </a:extLst>
          </p:cNvPr>
          <p:cNvSpPr>
            <a:spLocks xmlns:a="http://schemas.openxmlformats.org/drawingml/2006/main" noGrp="1"/>
          </p:cNvSpPr>
          <p:nvPr/>
        </p:nvSpPr>
        <p:spPr>
          <a:xfrm xmlns:a="http://schemas.openxmlformats.org/drawingml/2006/main">
            <a:off x="2061019" y="4881445"/>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95" name="native-text-026">
            <a:extLst xmlns:a="http://schemas.openxmlformats.org/drawingml/2006/main">
              <a:ext uri="{FF2B5EF4-FFF2-40B4-BE49-F238E27FC236}">
                <a16:creationId xmlns:a16="http://schemas.microsoft.com/office/drawing/2014/main" id="{4DE335F2-B0FE-4382-BCE2-C3B03449E874}"/>
              </a:ext>
            </a:extLst>
          </p:cNvPr>
          <p:cNvSpPr>
            <a:spLocks xmlns:a="http://schemas.openxmlformats.org/drawingml/2006/main" noGrp="1"/>
          </p:cNvSpPr>
          <p:nvPr/>
        </p:nvSpPr>
        <p:spPr>
          <a:xfrm xmlns:a="http://schemas.openxmlformats.org/drawingml/2006/main" rot="0">
            <a:off x="2505574" y="4337270"/>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B12</a:t>
            </a:r>
          </a:p>
        </p:txBody>
      </p:sp>
      <p:sp>
        <p:nvSpPr>
          <p:cNvPr id="96" name="marker-78">
            <a:extLst xmlns:a="http://schemas.openxmlformats.org/drawingml/2006/main">
              <a:ext uri="{FF2B5EF4-FFF2-40B4-BE49-F238E27FC236}">
                <a16:creationId xmlns:a16="http://schemas.microsoft.com/office/drawing/2014/main" id="{F9F3AAC0-D642-464E-8980-0DE628B446BA}"/>
              </a:ext>
            </a:extLst>
          </p:cNvPr>
          <p:cNvSpPr>
            <a:spLocks xmlns:a="http://schemas.openxmlformats.org/drawingml/2006/main" noGrp="1"/>
          </p:cNvSpPr>
          <p:nvPr/>
        </p:nvSpPr>
        <p:spPr>
          <a:xfrm xmlns:a="http://schemas.openxmlformats.org/drawingml/2006/main">
            <a:off x="2443323" y="4881445"/>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97" name="path-79">
            <a:extLst xmlns:a="http://schemas.openxmlformats.org/drawingml/2006/main">
              <a:ext uri="{FF2B5EF4-FFF2-40B4-BE49-F238E27FC236}">
                <a16:creationId xmlns:a16="http://schemas.microsoft.com/office/drawing/2014/main" id="{118E8580-E91D-42FE-AAA5-606048572C2E}"/>
              </a:ext>
            </a:extLst>
          </p:cNvPr>
          <p:cNvSpPr>
            <a:spLocks xmlns:a="http://schemas.openxmlformats.org/drawingml/2006/main" noGrp="1"/>
          </p:cNvSpPr>
          <p:nvPr/>
        </p:nvSpPr>
        <p:spPr>
          <a:xfrm xmlns:a="http://schemas.openxmlformats.org/drawingml/2006/main">
            <a:off x="2094695" y="4853208"/>
            <a:ext cx="61913" cy="61912"/>
          </a:xfrm>
          <a:custGeom xmlns:a="http://schemas.openxmlformats.org/drawingml/2006/main">
            <a:pathLst>
              <a:path w="61913" h="61912">
                <a:moveTo>
                  <a:pt x="61913" y="61912"/>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98" name="path-80">
            <a:extLst xmlns:a="http://schemas.openxmlformats.org/drawingml/2006/main">
              <a:ext uri="{FF2B5EF4-FFF2-40B4-BE49-F238E27FC236}">
                <a16:creationId xmlns:a16="http://schemas.microsoft.com/office/drawing/2014/main" id="{EF8362DC-5A6E-4A52-80F6-90D4FA2B8B7D}"/>
              </a:ext>
            </a:extLst>
          </p:cNvPr>
          <p:cNvSpPr>
            <a:spLocks xmlns:a="http://schemas.openxmlformats.org/drawingml/2006/main" noGrp="1"/>
          </p:cNvSpPr>
          <p:nvPr/>
        </p:nvSpPr>
        <p:spPr>
          <a:xfrm xmlns:a="http://schemas.openxmlformats.org/drawingml/2006/main">
            <a:off x="2476999" y="4853208"/>
            <a:ext cx="61913" cy="61912"/>
          </a:xfrm>
          <a:custGeom xmlns:a="http://schemas.openxmlformats.org/drawingml/2006/main">
            <a:pathLst>
              <a:path w="61913" h="61912">
                <a:moveTo>
                  <a:pt x="61913" y="61912"/>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99" name="marker-81">
            <a:extLst xmlns:a="http://schemas.openxmlformats.org/drawingml/2006/main">
              <a:ext uri="{FF2B5EF4-FFF2-40B4-BE49-F238E27FC236}">
                <a16:creationId xmlns:a16="http://schemas.microsoft.com/office/drawing/2014/main" id="{62B46206-A2E0-4071-A6A7-FAF833DC3984}"/>
              </a:ext>
            </a:extLst>
          </p:cNvPr>
          <p:cNvSpPr>
            <a:spLocks xmlns:a="http://schemas.openxmlformats.org/drawingml/2006/main" noGrp="1"/>
          </p:cNvSpPr>
          <p:nvPr/>
        </p:nvSpPr>
        <p:spPr>
          <a:xfrm xmlns:a="http://schemas.openxmlformats.org/drawingml/2006/main">
            <a:off x="3662324" y="4859536"/>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00" name="native-text-029">
            <a:extLst xmlns:a="http://schemas.openxmlformats.org/drawingml/2006/main">
              <a:ext uri="{FF2B5EF4-FFF2-40B4-BE49-F238E27FC236}">
                <a16:creationId xmlns:a16="http://schemas.microsoft.com/office/drawing/2014/main" id="{CC2C4F45-951F-4D94-B220-02458B41984C}"/>
              </a:ext>
            </a:extLst>
          </p:cNvPr>
          <p:cNvSpPr>
            <a:spLocks xmlns:a="http://schemas.openxmlformats.org/drawingml/2006/main" noGrp="1"/>
          </p:cNvSpPr>
          <p:nvPr/>
        </p:nvSpPr>
        <p:spPr>
          <a:xfrm xmlns:a="http://schemas.openxmlformats.org/drawingml/2006/main" rot="0">
            <a:off x="3315424" y="4766572"/>
            <a:ext cx="365951"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0.45</a:t>
            </a:r>
          </a:p>
        </p:txBody>
      </p:sp>
      <p:sp>
        <p:nvSpPr>
          <p:cNvPr id="101" name="marker-83">
            <a:extLst xmlns:a="http://schemas.openxmlformats.org/drawingml/2006/main">
              <a:ext uri="{FF2B5EF4-FFF2-40B4-BE49-F238E27FC236}">
                <a16:creationId xmlns:a16="http://schemas.microsoft.com/office/drawing/2014/main" id="{639E68EA-7222-427E-B34E-98E7A877BAC6}"/>
              </a:ext>
            </a:extLst>
          </p:cNvPr>
          <p:cNvSpPr>
            <a:spLocks xmlns:a="http://schemas.openxmlformats.org/drawingml/2006/main" noGrp="1"/>
          </p:cNvSpPr>
          <p:nvPr/>
        </p:nvSpPr>
        <p:spPr>
          <a:xfrm xmlns:a="http://schemas.openxmlformats.org/drawingml/2006/main">
            <a:off x="3662324" y="4521994"/>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02" name="native-text-030">
            <a:extLst xmlns:a="http://schemas.openxmlformats.org/drawingml/2006/main">
              <a:ext uri="{FF2B5EF4-FFF2-40B4-BE49-F238E27FC236}">
                <a16:creationId xmlns:a16="http://schemas.microsoft.com/office/drawing/2014/main" id="{634231CD-03E4-4CC7-AEA0-EC60BF13F65E}"/>
              </a:ext>
            </a:extLst>
          </p:cNvPr>
          <p:cNvSpPr>
            <a:spLocks xmlns:a="http://schemas.openxmlformats.org/drawingml/2006/main" noGrp="1"/>
          </p:cNvSpPr>
          <p:nvPr/>
        </p:nvSpPr>
        <p:spPr>
          <a:xfrm xmlns:a="http://schemas.openxmlformats.org/drawingml/2006/main" rot="0">
            <a:off x="3314567" y="4429030"/>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0.60</a:t>
            </a:r>
          </a:p>
        </p:txBody>
      </p:sp>
      <p:sp>
        <p:nvSpPr>
          <p:cNvPr id="103" name="marker-85">
            <a:extLst xmlns:a="http://schemas.openxmlformats.org/drawingml/2006/main">
              <a:ext uri="{FF2B5EF4-FFF2-40B4-BE49-F238E27FC236}">
                <a16:creationId xmlns:a16="http://schemas.microsoft.com/office/drawing/2014/main" id="{87C28AC4-6C7A-42BB-BD42-7800D5558762}"/>
              </a:ext>
            </a:extLst>
          </p:cNvPr>
          <p:cNvSpPr>
            <a:spLocks xmlns:a="http://schemas.openxmlformats.org/drawingml/2006/main" noGrp="1"/>
          </p:cNvSpPr>
          <p:nvPr/>
        </p:nvSpPr>
        <p:spPr>
          <a:xfrm xmlns:a="http://schemas.openxmlformats.org/drawingml/2006/main">
            <a:off x="3662324" y="4184452"/>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04" name="native-text-031">
            <a:extLst xmlns:a="http://schemas.openxmlformats.org/drawingml/2006/main">
              <a:ext uri="{FF2B5EF4-FFF2-40B4-BE49-F238E27FC236}">
                <a16:creationId xmlns:a16="http://schemas.microsoft.com/office/drawing/2014/main" id="{FC50C78D-C461-4A19-9B7B-8D7CF0F2792A}"/>
              </a:ext>
            </a:extLst>
          </p:cNvPr>
          <p:cNvSpPr>
            <a:spLocks xmlns:a="http://schemas.openxmlformats.org/drawingml/2006/main" noGrp="1"/>
          </p:cNvSpPr>
          <p:nvPr/>
        </p:nvSpPr>
        <p:spPr>
          <a:xfrm xmlns:a="http://schemas.openxmlformats.org/drawingml/2006/main" rot="0">
            <a:off x="3314567" y="4091488"/>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0.75</a:t>
            </a:r>
          </a:p>
        </p:txBody>
      </p:sp>
      <p:sp>
        <p:nvSpPr>
          <p:cNvPr id="105" name="path-87">
            <a:extLst xmlns:a="http://schemas.openxmlformats.org/drawingml/2006/main">
              <a:ext uri="{FF2B5EF4-FFF2-40B4-BE49-F238E27FC236}">
                <a16:creationId xmlns:a16="http://schemas.microsoft.com/office/drawing/2014/main" id="{9B824598-EFF2-40C9-90A2-EFFCBA0688C7}"/>
              </a:ext>
            </a:extLst>
          </p:cNvPr>
          <p:cNvSpPr>
            <a:spLocks xmlns:a="http://schemas.openxmlformats.org/drawingml/2006/main" noGrp="1"/>
          </p:cNvSpPr>
          <p:nvPr/>
        </p:nvSpPr>
        <p:spPr>
          <a:xfrm xmlns:a="http://schemas.openxmlformats.org/drawingml/2006/main">
            <a:off x="3681374" y="4071938"/>
            <a:ext cx="10" cy="900113"/>
          </a:xfrm>
          <a:custGeom xmlns:a="http://schemas.openxmlformats.org/drawingml/2006/main">
            <a:pathLst>
              <a:path w="10" h="900113">
                <a:moveTo>
                  <a:pt x="0" y="900113"/>
                </a:moveTo>
                <a:lnTo>
                  <a:pt x="0" y="0"/>
                </a:lnTo>
              </a:path>
            </a:pathLst>
          </a:custGeom>
          <a:noFill xmlns:a="http://schemas.openxmlformats.org/drawingml/2006/main"/>
          <a:ln xmlns:a="http://schemas.openxmlformats.org/drawingml/2006/main" w="7620">
            <a:solidFill>
              <a:srgbClr val="68727A"/>
            </a:solidFill>
            <a:prstDash val="solid"/>
          </a:ln>
        </p:spPr>
      </p:sp>
      <p:sp>
        <p:nvSpPr>
          <p:cNvPr id="106" name="path-88">
            <a:extLst xmlns:a="http://schemas.openxmlformats.org/drawingml/2006/main">
              <a:ext uri="{FF2B5EF4-FFF2-40B4-BE49-F238E27FC236}">
                <a16:creationId xmlns:a16="http://schemas.microsoft.com/office/drawing/2014/main" id="{002A1BAC-75A1-40D5-8835-3931FBDB3853}"/>
              </a:ext>
            </a:extLst>
          </p:cNvPr>
          <p:cNvSpPr>
            <a:spLocks xmlns:a="http://schemas.openxmlformats.org/drawingml/2006/main" noGrp="1"/>
          </p:cNvSpPr>
          <p:nvPr/>
        </p:nvSpPr>
        <p:spPr>
          <a:xfrm xmlns:a="http://schemas.openxmlformats.org/drawingml/2006/main">
            <a:off x="3681374" y="4972050"/>
            <a:ext cx="181051" cy="10"/>
          </a:xfrm>
          <a:custGeom xmlns:a="http://schemas.openxmlformats.org/drawingml/2006/main">
            <a:pathLst>
              <a:path w="181051" h="10">
                <a:moveTo>
                  <a:pt x="0" y="0"/>
                </a:moveTo>
                <a:lnTo>
                  <a:pt x="181051" y="0"/>
                </a:lnTo>
              </a:path>
            </a:pathLst>
          </a:custGeom>
          <a:noFill xmlns:a="http://schemas.openxmlformats.org/drawingml/2006/main"/>
          <a:ln xmlns:a="http://schemas.openxmlformats.org/drawingml/2006/main" w="7620">
            <a:solidFill>
              <a:srgbClr val="68727A"/>
            </a:solidFill>
            <a:prstDash val="solid"/>
          </a:ln>
        </p:spPr>
      </p:sp>
      <p:sp>
        <p:nvSpPr>
          <p:cNvPr id="107" name="path-89">
            <a:extLst xmlns:a="http://schemas.openxmlformats.org/drawingml/2006/main">
              <a:ext uri="{FF2B5EF4-FFF2-40B4-BE49-F238E27FC236}">
                <a16:creationId xmlns:a16="http://schemas.microsoft.com/office/drawing/2014/main" id="{F682265D-DAA1-4292-9BC1-0780085565E2}"/>
              </a:ext>
            </a:extLst>
          </p:cNvPr>
          <p:cNvSpPr>
            <a:spLocks xmlns:a="http://schemas.openxmlformats.org/drawingml/2006/main" noGrp="1"/>
          </p:cNvSpPr>
          <p:nvPr/>
        </p:nvSpPr>
        <p:spPr>
          <a:xfrm xmlns:a="http://schemas.openxmlformats.org/drawingml/2006/main">
            <a:off x="3771900" y="4687846"/>
            <a:ext cx="10" cy="107818"/>
          </a:xfrm>
          <a:custGeom xmlns:a="http://schemas.openxmlformats.org/drawingml/2006/main">
            <a:pathLst>
              <a:path w="10" h="107818">
                <a:moveTo>
                  <a:pt x="0" y="0"/>
                </a:moveTo>
                <a:lnTo>
                  <a:pt x="0" y="107818"/>
                </a:lnTo>
              </a:path>
            </a:pathLst>
          </a:custGeom>
          <a:noFill xmlns:a="http://schemas.openxmlformats.org/drawingml/2006/main"/>
          <a:ln xmlns:a="http://schemas.openxmlformats.org/drawingml/2006/main" w="33338">
            <a:solidFill>
              <a:srgbClr val="FFFFFF"/>
            </a:solidFill>
            <a:prstDash val="solid"/>
          </a:ln>
        </p:spPr>
      </p:sp>
      <p:sp>
        <p:nvSpPr>
          <p:cNvPr id="108" name="path-90">
            <a:extLst xmlns:a="http://schemas.openxmlformats.org/drawingml/2006/main">
              <a:ext uri="{FF2B5EF4-FFF2-40B4-BE49-F238E27FC236}">
                <a16:creationId xmlns:a16="http://schemas.microsoft.com/office/drawing/2014/main" id="{1437923A-BB8B-4D88-AD37-4AE5864A16DE}"/>
              </a:ext>
            </a:extLst>
          </p:cNvPr>
          <p:cNvSpPr>
            <a:spLocks xmlns:a="http://schemas.openxmlformats.org/drawingml/2006/main" noGrp="1"/>
          </p:cNvSpPr>
          <p:nvPr/>
        </p:nvSpPr>
        <p:spPr>
          <a:xfrm xmlns:a="http://schemas.openxmlformats.org/drawingml/2006/main">
            <a:off x="3771900" y="4687846"/>
            <a:ext cx="10" cy="107818"/>
          </a:xfrm>
          <a:custGeom xmlns:a="http://schemas.openxmlformats.org/drawingml/2006/main">
            <a:pathLst>
              <a:path w="10" h="107818">
                <a:moveTo>
                  <a:pt x="0" y="0"/>
                </a:moveTo>
                <a:lnTo>
                  <a:pt x="0" y="107818"/>
                </a:lnTo>
              </a:path>
            </a:pathLst>
          </a:custGeom>
          <a:noFill xmlns:a="http://schemas.openxmlformats.org/drawingml/2006/main"/>
          <a:ln xmlns:a="http://schemas.openxmlformats.org/drawingml/2006/main" w="19050">
            <a:solidFill>
              <a:srgbClr val="007858"/>
            </a:solidFill>
            <a:prstDash val="solid"/>
          </a:ln>
        </p:spPr>
      </p:sp>
      <p:sp>
        <p:nvSpPr>
          <p:cNvPr id="109" name="path-91">
            <a:extLst xmlns:a="http://schemas.openxmlformats.org/drawingml/2006/main">
              <a:ext uri="{FF2B5EF4-FFF2-40B4-BE49-F238E27FC236}">
                <a16:creationId xmlns:a16="http://schemas.microsoft.com/office/drawing/2014/main" id="{744BDB81-198E-42AB-917A-A84FE27C0FBE}"/>
              </a:ext>
            </a:extLst>
          </p:cNvPr>
          <p:cNvSpPr>
            <a:spLocks xmlns:a="http://schemas.openxmlformats.org/drawingml/2006/main" noGrp="1"/>
          </p:cNvSpPr>
          <p:nvPr/>
        </p:nvSpPr>
        <p:spPr>
          <a:xfrm xmlns:a="http://schemas.openxmlformats.org/drawingml/2006/main">
            <a:off x="3771900" y="4323401"/>
            <a:ext cx="10" cy="107818"/>
          </a:xfrm>
          <a:custGeom xmlns:a="http://schemas.openxmlformats.org/drawingml/2006/main">
            <a:pathLst>
              <a:path w="10" h="107818">
                <a:moveTo>
                  <a:pt x="0" y="0"/>
                </a:moveTo>
                <a:lnTo>
                  <a:pt x="0" y="107818"/>
                </a:lnTo>
              </a:path>
            </a:pathLst>
          </a:custGeom>
          <a:noFill xmlns:a="http://schemas.openxmlformats.org/drawingml/2006/main"/>
          <a:ln xmlns:a="http://schemas.openxmlformats.org/drawingml/2006/main" w="33338">
            <a:solidFill>
              <a:srgbClr val="FFFFFF"/>
            </a:solidFill>
            <a:prstDash val="solid"/>
          </a:ln>
        </p:spPr>
      </p:sp>
      <p:sp>
        <p:nvSpPr>
          <p:cNvPr id="110" name="path-92">
            <a:extLst xmlns:a="http://schemas.openxmlformats.org/drawingml/2006/main">
              <a:ext uri="{FF2B5EF4-FFF2-40B4-BE49-F238E27FC236}">
                <a16:creationId xmlns:a16="http://schemas.microsoft.com/office/drawing/2014/main" id="{693ECA1D-24F8-4C48-9CE3-02D3C8E5EB9C}"/>
              </a:ext>
            </a:extLst>
          </p:cNvPr>
          <p:cNvSpPr>
            <a:spLocks xmlns:a="http://schemas.openxmlformats.org/drawingml/2006/main" noGrp="1"/>
          </p:cNvSpPr>
          <p:nvPr/>
        </p:nvSpPr>
        <p:spPr>
          <a:xfrm xmlns:a="http://schemas.openxmlformats.org/drawingml/2006/main">
            <a:off x="3771900" y="4323401"/>
            <a:ext cx="10" cy="107818"/>
          </a:xfrm>
          <a:custGeom xmlns:a="http://schemas.openxmlformats.org/drawingml/2006/main">
            <a:pathLst>
              <a:path w="10" h="107818">
                <a:moveTo>
                  <a:pt x="0" y="0"/>
                </a:moveTo>
                <a:lnTo>
                  <a:pt x="0" y="107818"/>
                </a:lnTo>
              </a:path>
            </a:pathLst>
          </a:custGeom>
          <a:noFill xmlns:a="http://schemas.openxmlformats.org/drawingml/2006/main"/>
          <a:ln xmlns:a="http://schemas.openxmlformats.org/drawingml/2006/main" w="19050">
            <a:solidFill>
              <a:srgbClr val="A02C87"/>
            </a:solidFill>
            <a:prstDash val="solid"/>
          </a:ln>
        </p:spPr>
      </p:sp>
      <p:sp>
        <p:nvSpPr>
          <p:cNvPr id="111" name="marker-93">
            <a:extLst xmlns:a="http://schemas.openxmlformats.org/drawingml/2006/main">
              <a:ext uri="{FF2B5EF4-FFF2-40B4-BE49-F238E27FC236}">
                <a16:creationId xmlns:a16="http://schemas.microsoft.com/office/drawing/2014/main" id="{DC7D546C-595C-47CA-A35B-89910FB10269}"/>
              </a:ext>
            </a:extLst>
          </p:cNvPr>
          <p:cNvSpPr>
            <a:spLocks xmlns:a="http://schemas.openxmlformats.org/drawingml/2006/main" noGrp="1"/>
          </p:cNvSpPr>
          <p:nvPr/>
        </p:nvSpPr>
        <p:spPr>
          <a:xfrm xmlns:a="http://schemas.openxmlformats.org/drawingml/2006/main">
            <a:off x="3744959" y="4768723"/>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12" name="marker-94">
            <a:extLst xmlns:a="http://schemas.openxmlformats.org/drawingml/2006/main">
              <a:ext uri="{FF2B5EF4-FFF2-40B4-BE49-F238E27FC236}">
                <a16:creationId xmlns:a16="http://schemas.microsoft.com/office/drawing/2014/main" id="{A8C8C28A-A919-445E-80A0-C20592D490A7}"/>
              </a:ext>
            </a:extLst>
          </p:cNvPr>
          <p:cNvSpPr>
            <a:spLocks xmlns:a="http://schemas.openxmlformats.org/drawingml/2006/main" noGrp="1"/>
          </p:cNvSpPr>
          <p:nvPr/>
        </p:nvSpPr>
        <p:spPr>
          <a:xfrm xmlns:a="http://schemas.openxmlformats.org/drawingml/2006/main">
            <a:off x="3744959" y="4404278"/>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13" name="marker-95">
            <a:extLst xmlns:a="http://schemas.openxmlformats.org/drawingml/2006/main">
              <a:ext uri="{FF2B5EF4-FFF2-40B4-BE49-F238E27FC236}">
                <a16:creationId xmlns:a16="http://schemas.microsoft.com/office/drawing/2014/main" id="{C3062F6C-CF6F-4C3D-8131-05AB13D6DDF1}"/>
              </a:ext>
            </a:extLst>
          </p:cNvPr>
          <p:cNvSpPr>
            <a:spLocks xmlns:a="http://schemas.openxmlformats.org/drawingml/2006/main" noGrp="1"/>
          </p:cNvSpPr>
          <p:nvPr/>
        </p:nvSpPr>
        <p:spPr>
          <a:xfrm xmlns:a="http://schemas.openxmlformats.org/drawingml/2006/main">
            <a:off x="3749040" y="466498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9525">
            <a:solidFill>
              <a:srgbClr val="FFFFFF"/>
            </a:solidFill>
            <a:prstDash val="solid"/>
          </a:ln>
        </p:spPr>
      </p:sp>
      <p:sp>
        <p:nvSpPr>
          <p:cNvPr id="114" name="marker-96">
            <a:extLst xmlns:a="http://schemas.openxmlformats.org/drawingml/2006/main">
              <a:ext uri="{FF2B5EF4-FFF2-40B4-BE49-F238E27FC236}">
                <a16:creationId xmlns:a16="http://schemas.microsoft.com/office/drawing/2014/main" id="{218A3521-6DD9-4852-9679-EB32D0E80F21}"/>
              </a:ext>
            </a:extLst>
          </p:cNvPr>
          <p:cNvSpPr>
            <a:spLocks xmlns:a="http://schemas.openxmlformats.org/drawingml/2006/main" noGrp="1"/>
          </p:cNvSpPr>
          <p:nvPr/>
        </p:nvSpPr>
        <p:spPr>
          <a:xfrm xmlns:a="http://schemas.openxmlformats.org/drawingml/2006/main">
            <a:off x="3749040" y="430054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9525">
            <a:solidFill>
              <a:srgbClr val="FFFFFF"/>
            </a:solidFill>
            <a:prstDash val="solid"/>
          </a:ln>
        </p:spPr>
      </p:sp>
      <p:sp>
        <p:nvSpPr>
          <p:cNvPr id="115" name="native-text-027">
            <a:extLst xmlns:a="http://schemas.openxmlformats.org/drawingml/2006/main">
              <a:ext uri="{FF2B5EF4-FFF2-40B4-BE49-F238E27FC236}">
                <a16:creationId xmlns:a16="http://schemas.microsoft.com/office/drawing/2014/main" id="{836CA232-680C-46D2-AA03-35D7FA57397D}"/>
              </a:ext>
            </a:extLst>
          </p:cNvPr>
          <p:cNvSpPr>
            <a:spLocks xmlns:a="http://schemas.openxmlformats.org/drawingml/2006/main" noGrp="1"/>
          </p:cNvSpPr>
          <p:nvPr/>
        </p:nvSpPr>
        <p:spPr>
          <a:xfrm xmlns:a="http://schemas.openxmlformats.org/drawingml/2006/main" rot="0">
            <a:off x="3848100" y="4663462"/>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7858"/>
                </a:solidFill>
                <a:latin typeface="Helvetica"/>
                <a:ea typeface="Helvetica"/>
                <a:cs typeface="Helvetica"/>
              </a:defRPr>
            </a:defPPr>
            <a:lvl1pPr algn="ctr">
              <a:buNone/>
              <a:defRPr sz="1650" b="0">
                <a:solidFill>
                  <a:srgbClr val="007858"/>
                </a:solidFill>
                <a:latin typeface="Helvetica"/>
                <a:ea typeface="Helvetica"/>
                <a:cs typeface="Helvetica"/>
              </a:defRPr>
            </a:lvl1pPr>
            <a:lvl2pPr algn="ctr">
              <a:buNone/>
              <a:defRPr sz="1650" b="0">
                <a:solidFill>
                  <a:srgbClr val="007858"/>
                </a:solidFill>
                <a:latin typeface="Helvetica"/>
                <a:ea typeface="Helvetica"/>
                <a:cs typeface="Helvetica"/>
              </a:defRPr>
            </a:lvl2pPr>
            <a:lvl3pPr algn="ctr">
              <a:buNone/>
              <a:defRPr sz="1650" b="0">
                <a:solidFill>
                  <a:srgbClr val="007858"/>
                </a:solidFill>
                <a:latin typeface="Helvetica"/>
                <a:ea typeface="Helvetica"/>
                <a:cs typeface="Helvetica"/>
              </a:defRPr>
            </a:lvl3pPr>
            <a:lvl4pPr algn="ctr">
              <a:buNone/>
              <a:defRPr sz="1650" b="0">
                <a:solidFill>
                  <a:srgbClr val="007858"/>
                </a:solidFill>
                <a:latin typeface="Helvetica"/>
                <a:ea typeface="Helvetica"/>
                <a:cs typeface="Helvetica"/>
              </a:defRPr>
            </a:lvl4pPr>
            <a:lvl5pPr algn="ctr">
              <a:buNone/>
              <a:defRPr sz="1650" b="0">
                <a:solidFill>
                  <a:srgbClr val="007858"/>
                </a:solidFill>
                <a:latin typeface="Helvetica"/>
                <a:ea typeface="Helvetica"/>
                <a:cs typeface="Helvetica"/>
              </a:defRPr>
            </a:lvl5pPr>
            <a:lvl6pPr algn="ctr">
              <a:buNone/>
              <a:defRPr sz="1650" b="0">
                <a:solidFill>
                  <a:srgbClr val="007858"/>
                </a:solidFill>
                <a:latin typeface="Helvetica"/>
                <a:ea typeface="Helvetica"/>
                <a:cs typeface="Helvetica"/>
              </a:defRPr>
            </a:lvl6pPr>
            <a:lvl7pPr algn="ctr">
              <a:buNone/>
              <a:defRPr sz="1650" b="0">
                <a:solidFill>
                  <a:srgbClr val="007858"/>
                </a:solidFill>
                <a:latin typeface="Helvetica"/>
                <a:ea typeface="Helvetica"/>
                <a:cs typeface="Helvetica"/>
              </a:defRPr>
            </a:lvl7pPr>
            <a:lvl8pPr algn="ctr">
              <a:buNone/>
              <a:defRPr sz="1650" b="0">
                <a:solidFill>
                  <a:srgbClr val="007858"/>
                </a:solidFill>
                <a:latin typeface="Helvetica"/>
                <a:ea typeface="Helvetica"/>
                <a:cs typeface="Helvetica"/>
              </a:defRPr>
            </a:lvl8pPr>
            <a:lvl9pPr algn="ctr">
              <a:buNone/>
              <a:defRPr sz="1650" b="0">
                <a:solidFill>
                  <a:srgbClr val="007858"/>
                </a:solidFill>
                <a:latin typeface="Helvetica"/>
                <a:ea typeface="Helvetica"/>
                <a:cs typeface="Helvetica"/>
              </a:defRPr>
            </a:lvl9pPr>
          </a:lstStyle>
          <a:p xmlns:a="http://schemas.openxmlformats.org/drawingml/2006/main">
            <a:pPr algn="ctr">
              <a:buNone/>
              <a:defRPr sz="1650" b="0">
                <a:solidFill>
                  <a:srgbClr val="007858"/>
                </a:solidFill>
                <a:latin typeface="Helvetica"/>
                <a:ea typeface="Helvetica"/>
                <a:cs typeface="Helvetica"/>
              </a:defRPr>
            </a:pPr>
            <a:r>
              <a:rPr sz="1650" b="0">
                <a:solidFill>
                  <a:srgbClr val="007858"/>
                </a:solidFill>
                <a:latin typeface="Helvetica"/>
                <a:ea typeface="Helvetica"/>
                <a:cs typeface="Helvetica"/>
              </a:rPr>
              <a:t>A12</a:t>
            </a:r>
          </a:p>
        </p:txBody>
      </p:sp>
      <p:sp>
        <p:nvSpPr>
          <p:cNvPr id="116" name="native-text-028">
            <a:extLst xmlns:a="http://schemas.openxmlformats.org/drawingml/2006/main">
              <a:ext uri="{FF2B5EF4-FFF2-40B4-BE49-F238E27FC236}">
                <a16:creationId xmlns:a16="http://schemas.microsoft.com/office/drawing/2014/main" id="{06C5FA6B-3EB1-4A54-BB8D-F3840B6174A6}"/>
              </a:ext>
            </a:extLst>
          </p:cNvPr>
          <p:cNvSpPr>
            <a:spLocks xmlns:a="http://schemas.openxmlformats.org/drawingml/2006/main" noGrp="1"/>
          </p:cNvSpPr>
          <p:nvPr/>
        </p:nvSpPr>
        <p:spPr>
          <a:xfrm xmlns:a="http://schemas.openxmlformats.org/drawingml/2006/main" rot="0">
            <a:off x="3848100" y="4051367"/>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A02C87"/>
                </a:solidFill>
                <a:latin typeface="Helvetica"/>
                <a:ea typeface="Helvetica"/>
                <a:cs typeface="Helvetica"/>
              </a:defRPr>
            </a:defPPr>
            <a:lvl1pPr algn="ctr">
              <a:buNone/>
              <a:defRPr sz="1650" b="0">
                <a:solidFill>
                  <a:srgbClr val="A02C87"/>
                </a:solidFill>
                <a:latin typeface="Helvetica"/>
                <a:ea typeface="Helvetica"/>
                <a:cs typeface="Helvetica"/>
              </a:defRPr>
            </a:lvl1pPr>
            <a:lvl2pPr algn="ctr">
              <a:buNone/>
              <a:defRPr sz="1650" b="0">
                <a:solidFill>
                  <a:srgbClr val="A02C87"/>
                </a:solidFill>
                <a:latin typeface="Helvetica"/>
                <a:ea typeface="Helvetica"/>
                <a:cs typeface="Helvetica"/>
              </a:defRPr>
            </a:lvl2pPr>
            <a:lvl3pPr algn="ctr">
              <a:buNone/>
              <a:defRPr sz="1650" b="0">
                <a:solidFill>
                  <a:srgbClr val="A02C87"/>
                </a:solidFill>
                <a:latin typeface="Helvetica"/>
                <a:ea typeface="Helvetica"/>
                <a:cs typeface="Helvetica"/>
              </a:defRPr>
            </a:lvl3pPr>
            <a:lvl4pPr algn="ctr">
              <a:buNone/>
              <a:defRPr sz="1650" b="0">
                <a:solidFill>
                  <a:srgbClr val="A02C87"/>
                </a:solidFill>
                <a:latin typeface="Helvetica"/>
                <a:ea typeface="Helvetica"/>
                <a:cs typeface="Helvetica"/>
              </a:defRPr>
            </a:lvl4pPr>
            <a:lvl5pPr algn="ctr">
              <a:buNone/>
              <a:defRPr sz="1650" b="0">
                <a:solidFill>
                  <a:srgbClr val="A02C87"/>
                </a:solidFill>
                <a:latin typeface="Helvetica"/>
                <a:ea typeface="Helvetica"/>
                <a:cs typeface="Helvetica"/>
              </a:defRPr>
            </a:lvl5pPr>
            <a:lvl6pPr algn="ctr">
              <a:buNone/>
              <a:defRPr sz="1650" b="0">
                <a:solidFill>
                  <a:srgbClr val="A02C87"/>
                </a:solidFill>
                <a:latin typeface="Helvetica"/>
                <a:ea typeface="Helvetica"/>
                <a:cs typeface="Helvetica"/>
              </a:defRPr>
            </a:lvl6pPr>
            <a:lvl7pPr algn="ctr">
              <a:buNone/>
              <a:defRPr sz="1650" b="0">
                <a:solidFill>
                  <a:srgbClr val="A02C87"/>
                </a:solidFill>
                <a:latin typeface="Helvetica"/>
                <a:ea typeface="Helvetica"/>
                <a:cs typeface="Helvetica"/>
              </a:defRPr>
            </a:lvl7pPr>
            <a:lvl8pPr algn="ctr">
              <a:buNone/>
              <a:defRPr sz="1650" b="0">
                <a:solidFill>
                  <a:srgbClr val="A02C87"/>
                </a:solidFill>
                <a:latin typeface="Helvetica"/>
                <a:ea typeface="Helvetica"/>
                <a:cs typeface="Helvetica"/>
              </a:defRPr>
            </a:lvl8pPr>
            <a:lvl9pPr algn="ctr">
              <a:buNone/>
              <a:defRPr sz="1650" b="0">
                <a:solidFill>
                  <a:srgbClr val="A02C87"/>
                </a:solidFill>
                <a:latin typeface="Helvetica"/>
                <a:ea typeface="Helvetica"/>
                <a:cs typeface="Helvetica"/>
              </a:defRPr>
            </a:lvl9pPr>
          </a:lstStyle>
          <a:p xmlns:a="http://schemas.openxmlformats.org/drawingml/2006/main">
            <a:pPr algn="ctr">
              <a:buNone/>
              <a:defRPr sz="1650" b="0">
                <a:solidFill>
                  <a:srgbClr val="A02C87"/>
                </a:solidFill>
                <a:latin typeface="Helvetica"/>
                <a:ea typeface="Helvetica"/>
                <a:cs typeface="Helvetica"/>
              </a:defRPr>
            </a:pPr>
            <a:r>
              <a:rPr sz="1650" b="0">
                <a:solidFill>
                  <a:srgbClr val="A02C87"/>
                </a:solidFill>
                <a:latin typeface="Helvetica"/>
                <a:ea typeface="Helvetica"/>
                <a:cs typeface="Helvetica"/>
              </a:rPr>
              <a:t>B12</a:t>
            </a:r>
          </a:p>
        </p:txBody>
      </p:sp>
      <p:sp>
        <p:nvSpPr>
          <p:cNvPr id="117" name="path-99">
            <a:extLst xmlns:a="http://schemas.openxmlformats.org/drawingml/2006/main">
              <a:ext uri="{FF2B5EF4-FFF2-40B4-BE49-F238E27FC236}">
                <a16:creationId xmlns:a16="http://schemas.microsoft.com/office/drawing/2014/main" id="{48899C96-4D7D-4043-9A40-087B2E7DF5D3}"/>
              </a:ext>
            </a:extLst>
          </p:cNvPr>
          <p:cNvSpPr>
            <a:spLocks xmlns:a="http://schemas.openxmlformats.org/drawingml/2006/main" noGrp="1"/>
          </p:cNvSpPr>
          <p:nvPr/>
        </p:nvSpPr>
        <p:spPr>
          <a:xfrm xmlns:a="http://schemas.openxmlformats.org/drawingml/2006/main">
            <a:off x="984500" y="5883813"/>
            <a:ext cx="2309673" cy="10"/>
          </a:xfrm>
          <a:custGeom xmlns:a="http://schemas.openxmlformats.org/drawingml/2006/main">
            <a:pathLst>
              <a:path w="2309673" h="10">
                <a:moveTo>
                  <a:pt x="0" y="0"/>
                </a:moveTo>
                <a:quadBezTo>
                  <a:pt x="1161226" y="0"/>
                  <a:pt x="2309673" y="0"/>
                </a:quadBezTo>
              </a:path>
            </a:pathLst>
          </a:custGeom>
          <a:noFill xmlns:a="http://schemas.openxmlformats.org/drawingml/2006/main"/>
          <a:ln xmlns:a="http://schemas.openxmlformats.org/drawingml/2006/main" w="11430">
            <a:solidFill>
              <a:srgbClr val="647480"/>
            </a:solidFill>
            <a:prstDash val="solid"/>
          </a:ln>
        </p:spPr>
      </p:sp>
      <p:sp>
        <p:nvSpPr>
          <p:cNvPr id="118" name="path-100">
            <a:extLst xmlns:a="http://schemas.openxmlformats.org/drawingml/2006/main">
              <a:ext uri="{FF2B5EF4-FFF2-40B4-BE49-F238E27FC236}">
                <a16:creationId xmlns:a16="http://schemas.microsoft.com/office/drawing/2014/main" id="{3B008CB2-2864-4D3D-A059-789DB317D20C}"/>
              </a:ext>
            </a:extLst>
          </p:cNvPr>
          <p:cNvSpPr>
            <a:spLocks xmlns:a="http://schemas.openxmlformats.org/drawingml/2006/main" noGrp="1"/>
          </p:cNvSpPr>
          <p:nvPr/>
        </p:nvSpPr>
        <p:spPr>
          <a:xfrm xmlns:a="http://schemas.openxmlformats.org/drawingml/2006/main">
            <a:off x="3210353" y="5841903"/>
            <a:ext cx="83820" cy="83820"/>
          </a:xfrm>
          <a:custGeom xmlns:a="http://schemas.openxmlformats.org/drawingml/2006/main">
            <a:pathLst>
              <a:path w="83820" h="83820">
                <a:moveTo>
                  <a:pt x="0" y="0"/>
                </a:moveTo>
                <a:lnTo>
                  <a:pt x="83820" y="41910"/>
                </a:lnTo>
                <a:lnTo>
                  <a:pt x="0" y="83820"/>
                </a:lnTo>
              </a:path>
            </a:pathLst>
          </a:custGeom>
          <a:noFill xmlns:a="http://schemas.openxmlformats.org/drawingml/2006/main"/>
          <a:ln xmlns:a="http://schemas.openxmlformats.org/drawingml/2006/main" w="11430">
            <a:solidFill>
              <a:srgbClr val="647480"/>
            </a:solidFill>
            <a:prstDash val="solid"/>
          </a:ln>
        </p:spPr>
      </p:sp>
      <p:sp>
        <p:nvSpPr>
          <p:cNvPr id="119" name="native-text-032">
            <a:extLst xmlns:a="http://schemas.openxmlformats.org/drawingml/2006/main">
              <a:ext uri="{FF2B5EF4-FFF2-40B4-BE49-F238E27FC236}">
                <a16:creationId xmlns:a16="http://schemas.microsoft.com/office/drawing/2014/main" id="{412074F1-15B8-4172-B53B-D1FB5D96581F}"/>
              </a:ext>
            </a:extLst>
          </p:cNvPr>
          <p:cNvSpPr>
            <a:spLocks xmlns:a="http://schemas.openxmlformats.org/drawingml/2006/main" noGrp="1"/>
          </p:cNvSpPr>
          <p:nvPr/>
        </p:nvSpPr>
        <p:spPr>
          <a:xfrm xmlns:a="http://schemas.openxmlformats.org/drawingml/2006/main" rot="0">
            <a:off x="763184" y="5742843"/>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q</a:t>
            </a:r>
          </a:p>
        </p:txBody>
      </p:sp>
      <p:sp>
        <p:nvSpPr>
          <p:cNvPr id="120" name="path-102">
            <a:extLst xmlns:a="http://schemas.openxmlformats.org/drawingml/2006/main">
              <a:ext uri="{FF2B5EF4-FFF2-40B4-BE49-F238E27FC236}">
                <a16:creationId xmlns:a16="http://schemas.microsoft.com/office/drawing/2014/main" id="{A5BF36D6-D12E-4228-8B39-5AB636A11F1E}"/>
              </a:ext>
            </a:extLst>
          </p:cNvPr>
          <p:cNvSpPr>
            <a:spLocks xmlns:a="http://schemas.openxmlformats.org/drawingml/2006/main" noGrp="1"/>
          </p:cNvSpPr>
          <p:nvPr/>
        </p:nvSpPr>
        <p:spPr>
          <a:xfrm xmlns:a="http://schemas.openxmlformats.org/drawingml/2006/main">
            <a:off x="2168001" y="5415134"/>
            <a:ext cx="10" cy="468679"/>
          </a:xfrm>
          <a:custGeom xmlns:a="http://schemas.openxmlformats.org/drawingml/2006/main">
            <a:pathLst>
              <a:path w="10" h="468679">
                <a:moveTo>
                  <a:pt x="0" y="0"/>
                </a:moveTo>
                <a:lnTo>
                  <a:pt x="0" y="468679"/>
                </a:lnTo>
              </a:path>
            </a:pathLst>
          </a:custGeom>
          <a:noFill xmlns:a="http://schemas.openxmlformats.org/drawingml/2006/main"/>
          <a:ln xmlns:a="http://schemas.openxmlformats.org/drawingml/2006/main" w="10478">
            <a:solidFill>
              <a:srgbClr val="007858">
                <a:alpha val="85000"/>
              </a:srgbClr>
            </a:solidFill>
            <a:prstDash val="dash"/>
          </a:ln>
        </p:spPr>
      </p:sp>
      <p:sp>
        <p:nvSpPr>
          <p:cNvPr id="121" name="path-103">
            <a:extLst xmlns:a="http://schemas.openxmlformats.org/drawingml/2006/main">
              <a:ext uri="{FF2B5EF4-FFF2-40B4-BE49-F238E27FC236}">
                <a16:creationId xmlns:a16="http://schemas.microsoft.com/office/drawing/2014/main" id="{2B2926D3-9BB9-410E-A2EC-3D7F952D8950}"/>
              </a:ext>
            </a:extLst>
          </p:cNvPr>
          <p:cNvSpPr>
            <a:spLocks xmlns:a="http://schemas.openxmlformats.org/drawingml/2006/main" noGrp="1"/>
          </p:cNvSpPr>
          <p:nvPr/>
        </p:nvSpPr>
        <p:spPr>
          <a:xfrm xmlns:a="http://schemas.openxmlformats.org/drawingml/2006/main">
            <a:off x="2591132" y="5314550"/>
            <a:ext cx="10" cy="569263"/>
          </a:xfrm>
          <a:custGeom xmlns:a="http://schemas.openxmlformats.org/drawingml/2006/main">
            <a:pathLst>
              <a:path w="10" h="569263">
                <a:moveTo>
                  <a:pt x="0" y="0"/>
                </a:moveTo>
                <a:lnTo>
                  <a:pt x="0" y="569263"/>
                </a:lnTo>
              </a:path>
            </a:pathLst>
          </a:custGeom>
          <a:noFill xmlns:a="http://schemas.openxmlformats.org/drawingml/2006/main"/>
          <a:ln xmlns:a="http://schemas.openxmlformats.org/drawingml/2006/main" w="10478">
            <a:solidFill>
              <a:srgbClr val="A02C87">
                <a:alpha val="85000"/>
              </a:srgbClr>
            </a:solidFill>
            <a:prstDash val="dash"/>
          </a:ln>
        </p:spPr>
      </p:sp>
      <p:sp>
        <p:nvSpPr>
          <p:cNvPr id="122" name="marker-104">
            <a:extLst xmlns:a="http://schemas.openxmlformats.org/drawingml/2006/main">
              <a:ext uri="{FF2B5EF4-FFF2-40B4-BE49-F238E27FC236}">
                <a16:creationId xmlns:a16="http://schemas.microsoft.com/office/drawing/2014/main" id="{667863C1-661D-4841-8C54-09D21516995C}"/>
              </a:ext>
            </a:extLst>
          </p:cNvPr>
          <p:cNvSpPr>
            <a:spLocks xmlns:a="http://schemas.openxmlformats.org/drawingml/2006/main" noGrp="1"/>
          </p:cNvSpPr>
          <p:nvPr/>
        </p:nvSpPr>
        <p:spPr>
          <a:xfrm xmlns:a="http://schemas.openxmlformats.org/drawingml/2006/main">
            <a:off x="2134663" y="5381797"/>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007858"/>
          </a:solidFill>
          <a:ln xmlns:a="http://schemas.openxmlformats.org/drawingml/2006/main" w="11430">
            <a:solidFill>
              <a:srgbClr val="FFFFFF"/>
            </a:solidFill>
            <a:prstDash val="solid"/>
          </a:ln>
        </p:spPr>
      </p:sp>
      <p:sp>
        <p:nvSpPr>
          <p:cNvPr id="123" name="marker-105">
            <a:extLst xmlns:a="http://schemas.openxmlformats.org/drawingml/2006/main">
              <a:ext uri="{FF2B5EF4-FFF2-40B4-BE49-F238E27FC236}">
                <a16:creationId xmlns:a16="http://schemas.microsoft.com/office/drawing/2014/main" id="{CA233034-EA77-4340-9C83-941DF82CD2E9}"/>
              </a:ext>
            </a:extLst>
          </p:cNvPr>
          <p:cNvSpPr>
            <a:spLocks xmlns:a="http://schemas.openxmlformats.org/drawingml/2006/main" noGrp="1"/>
          </p:cNvSpPr>
          <p:nvPr/>
        </p:nvSpPr>
        <p:spPr>
          <a:xfrm xmlns:a="http://schemas.openxmlformats.org/drawingml/2006/main">
            <a:off x="2557795" y="5281213"/>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A02C87"/>
          </a:solidFill>
          <a:ln xmlns:a="http://schemas.openxmlformats.org/drawingml/2006/main" w="11430">
            <a:solidFill>
              <a:srgbClr val="FFFFFF"/>
            </a:solidFill>
            <a:prstDash val="solid"/>
          </a:ln>
        </p:spPr>
      </p:sp>
      <p:sp>
        <p:nvSpPr>
          <p:cNvPr id="124" name="native-text-033">
            <a:extLst xmlns:a="http://schemas.openxmlformats.org/drawingml/2006/main">
              <a:ext uri="{FF2B5EF4-FFF2-40B4-BE49-F238E27FC236}">
                <a16:creationId xmlns:a16="http://schemas.microsoft.com/office/drawing/2014/main" id="{F5FDE6B0-6D69-424D-98BE-67229480D8FA}"/>
              </a:ext>
            </a:extLst>
          </p:cNvPr>
          <p:cNvSpPr>
            <a:spLocks xmlns:a="http://schemas.openxmlformats.org/drawingml/2006/main" noGrp="1"/>
          </p:cNvSpPr>
          <p:nvPr/>
        </p:nvSpPr>
        <p:spPr>
          <a:xfrm xmlns:a="http://schemas.openxmlformats.org/drawingml/2006/main" rot="0">
            <a:off x="1872726" y="5143100"/>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A13</a:t>
            </a:r>
          </a:p>
        </p:txBody>
      </p:sp>
      <p:sp>
        <p:nvSpPr>
          <p:cNvPr id="125" name="marker-107">
            <a:extLst xmlns:a="http://schemas.openxmlformats.org/drawingml/2006/main">
              <a:ext uri="{FF2B5EF4-FFF2-40B4-BE49-F238E27FC236}">
                <a16:creationId xmlns:a16="http://schemas.microsoft.com/office/drawing/2014/main" id="{31559D6A-84F2-43BD-8270-5996038968E5}"/>
              </a:ext>
            </a:extLst>
          </p:cNvPr>
          <p:cNvSpPr>
            <a:spLocks xmlns:a="http://schemas.openxmlformats.org/drawingml/2006/main" noGrp="1"/>
          </p:cNvSpPr>
          <p:nvPr/>
        </p:nvSpPr>
        <p:spPr>
          <a:xfrm xmlns:a="http://schemas.openxmlformats.org/drawingml/2006/main">
            <a:off x="2134325" y="5850137"/>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26" name="native-text-034">
            <a:extLst xmlns:a="http://schemas.openxmlformats.org/drawingml/2006/main">
              <a:ext uri="{FF2B5EF4-FFF2-40B4-BE49-F238E27FC236}">
                <a16:creationId xmlns:a16="http://schemas.microsoft.com/office/drawing/2014/main" id="{DF91EA3C-A702-4434-A360-7201575858B2}"/>
              </a:ext>
            </a:extLst>
          </p:cNvPr>
          <p:cNvSpPr>
            <a:spLocks xmlns:a="http://schemas.openxmlformats.org/drawingml/2006/main" noGrp="1"/>
          </p:cNvSpPr>
          <p:nvPr/>
        </p:nvSpPr>
        <p:spPr>
          <a:xfrm xmlns:a="http://schemas.openxmlformats.org/drawingml/2006/main" rot="0">
            <a:off x="2619707" y="5290166"/>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B13</a:t>
            </a:r>
          </a:p>
        </p:txBody>
      </p:sp>
      <p:sp>
        <p:nvSpPr>
          <p:cNvPr id="127" name="marker-109">
            <a:extLst xmlns:a="http://schemas.openxmlformats.org/drawingml/2006/main">
              <a:ext uri="{FF2B5EF4-FFF2-40B4-BE49-F238E27FC236}">
                <a16:creationId xmlns:a16="http://schemas.microsoft.com/office/drawing/2014/main" id="{1E84184C-4268-47DC-994F-C7DED6B58F70}"/>
              </a:ext>
            </a:extLst>
          </p:cNvPr>
          <p:cNvSpPr>
            <a:spLocks xmlns:a="http://schemas.openxmlformats.org/drawingml/2006/main" noGrp="1"/>
          </p:cNvSpPr>
          <p:nvPr/>
        </p:nvSpPr>
        <p:spPr>
          <a:xfrm xmlns:a="http://schemas.openxmlformats.org/drawingml/2006/main">
            <a:off x="2557456" y="5850137"/>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28" name="path-110">
            <a:extLst xmlns:a="http://schemas.openxmlformats.org/drawingml/2006/main">
              <a:ext uri="{FF2B5EF4-FFF2-40B4-BE49-F238E27FC236}">
                <a16:creationId xmlns:a16="http://schemas.microsoft.com/office/drawing/2014/main" id="{A45C244F-5072-4278-8EE3-0C10A7F00E51}"/>
              </a:ext>
            </a:extLst>
          </p:cNvPr>
          <p:cNvSpPr>
            <a:spLocks xmlns:a="http://schemas.openxmlformats.org/drawingml/2006/main" noGrp="1"/>
          </p:cNvSpPr>
          <p:nvPr/>
        </p:nvSpPr>
        <p:spPr>
          <a:xfrm xmlns:a="http://schemas.openxmlformats.org/drawingml/2006/main">
            <a:off x="2168001" y="5821901"/>
            <a:ext cx="61913" cy="61913"/>
          </a:xfrm>
          <a:custGeom xmlns:a="http://schemas.openxmlformats.org/drawingml/2006/main">
            <a:pathLst>
              <a:path w="61913" h="61913">
                <a:moveTo>
                  <a:pt x="61913" y="61913"/>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129" name="path-111">
            <a:extLst xmlns:a="http://schemas.openxmlformats.org/drawingml/2006/main">
              <a:ext uri="{FF2B5EF4-FFF2-40B4-BE49-F238E27FC236}">
                <a16:creationId xmlns:a16="http://schemas.microsoft.com/office/drawing/2014/main" id="{842FC995-3ACE-4EC7-B4D7-3EF4C1F88225}"/>
              </a:ext>
            </a:extLst>
          </p:cNvPr>
          <p:cNvSpPr>
            <a:spLocks xmlns:a="http://schemas.openxmlformats.org/drawingml/2006/main" noGrp="1"/>
          </p:cNvSpPr>
          <p:nvPr/>
        </p:nvSpPr>
        <p:spPr>
          <a:xfrm xmlns:a="http://schemas.openxmlformats.org/drawingml/2006/main">
            <a:off x="2591132" y="5821901"/>
            <a:ext cx="61913" cy="61913"/>
          </a:xfrm>
          <a:custGeom xmlns:a="http://schemas.openxmlformats.org/drawingml/2006/main">
            <a:pathLst>
              <a:path w="61913" h="61913">
                <a:moveTo>
                  <a:pt x="61913" y="61913"/>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130" name="marker-112">
            <a:extLst xmlns:a="http://schemas.openxmlformats.org/drawingml/2006/main">
              <a:ext uri="{FF2B5EF4-FFF2-40B4-BE49-F238E27FC236}">
                <a16:creationId xmlns:a16="http://schemas.microsoft.com/office/drawing/2014/main" id="{120FC34C-4C4B-4458-8E0E-BF4CB702EE96}"/>
              </a:ext>
            </a:extLst>
          </p:cNvPr>
          <p:cNvSpPr>
            <a:spLocks xmlns:a="http://schemas.openxmlformats.org/drawingml/2006/main" noGrp="1"/>
          </p:cNvSpPr>
          <p:nvPr/>
        </p:nvSpPr>
        <p:spPr>
          <a:xfrm xmlns:a="http://schemas.openxmlformats.org/drawingml/2006/main">
            <a:off x="3662324" y="5828228"/>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31" name="native-text-037">
            <a:extLst xmlns:a="http://schemas.openxmlformats.org/drawingml/2006/main">
              <a:ext uri="{FF2B5EF4-FFF2-40B4-BE49-F238E27FC236}">
                <a16:creationId xmlns:a16="http://schemas.microsoft.com/office/drawing/2014/main" id="{A4A9583C-A064-4791-A685-5DA09D73ABD7}"/>
              </a:ext>
            </a:extLst>
          </p:cNvPr>
          <p:cNvSpPr>
            <a:spLocks xmlns:a="http://schemas.openxmlformats.org/drawingml/2006/main" noGrp="1"/>
          </p:cNvSpPr>
          <p:nvPr/>
        </p:nvSpPr>
        <p:spPr>
          <a:xfrm xmlns:a="http://schemas.openxmlformats.org/drawingml/2006/main" rot="0">
            <a:off x="3315424" y="5735264"/>
            <a:ext cx="365951"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0.45</a:t>
            </a:r>
          </a:p>
        </p:txBody>
      </p:sp>
      <p:sp>
        <p:nvSpPr>
          <p:cNvPr id="132" name="marker-114">
            <a:extLst xmlns:a="http://schemas.openxmlformats.org/drawingml/2006/main">
              <a:ext uri="{FF2B5EF4-FFF2-40B4-BE49-F238E27FC236}">
                <a16:creationId xmlns:a16="http://schemas.microsoft.com/office/drawing/2014/main" id="{00CCF28C-E531-4B84-BE81-69164E64964D}"/>
              </a:ext>
            </a:extLst>
          </p:cNvPr>
          <p:cNvSpPr>
            <a:spLocks xmlns:a="http://schemas.openxmlformats.org/drawingml/2006/main" noGrp="1"/>
          </p:cNvSpPr>
          <p:nvPr/>
        </p:nvSpPr>
        <p:spPr>
          <a:xfrm xmlns:a="http://schemas.openxmlformats.org/drawingml/2006/main">
            <a:off x="3662324" y="5490686"/>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33" name="native-text-038">
            <a:extLst xmlns:a="http://schemas.openxmlformats.org/drawingml/2006/main">
              <a:ext uri="{FF2B5EF4-FFF2-40B4-BE49-F238E27FC236}">
                <a16:creationId xmlns:a16="http://schemas.microsoft.com/office/drawing/2014/main" id="{380E4B20-6283-4E4F-BE2E-935207F70E8C}"/>
              </a:ext>
            </a:extLst>
          </p:cNvPr>
          <p:cNvSpPr>
            <a:spLocks xmlns:a="http://schemas.openxmlformats.org/drawingml/2006/main" noGrp="1"/>
          </p:cNvSpPr>
          <p:nvPr/>
        </p:nvSpPr>
        <p:spPr>
          <a:xfrm xmlns:a="http://schemas.openxmlformats.org/drawingml/2006/main" rot="0">
            <a:off x="3314567" y="5397722"/>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0.60</a:t>
            </a:r>
          </a:p>
        </p:txBody>
      </p:sp>
      <p:sp>
        <p:nvSpPr>
          <p:cNvPr id="134" name="marker-116">
            <a:extLst xmlns:a="http://schemas.openxmlformats.org/drawingml/2006/main">
              <a:ext uri="{FF2B5EF4-FFF2-40B4-BE49-F238E27FC236}">
                <a16:creationId xmlns:a16="http://schemas.microsoft.com/office/drawing/2014/main" id="{AC66B56B-6266-43FA-AB2D-C79A8DD6764A}"/>
              </a:ext>
            </a:extLst>
          </p:cNvPr>
          <p:cNvSpPr>
            <a:spLocks xmlns:a="http://schemas.openxmlformats.org/drawingml/2006/main" noGrp="1"/>
          </p:cNvSpPr>
          <p:nvPr/>
        </p:nvSpPr>
        <p:spPr>
          <a:xfrm xmlns:a="http://schemas.openxmlformats.org/drawingml/2006/main">
            <a:off x="3662324" y="5153144"/>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35" name="native-text-039">
            <a:extLst xmlns:a="http://schemas.openxmlformats.org/drawingml/2006/main">
              <a:ext uri="{FF2B5EF4-FFF2-40B4-BE49-F238E27FC236}">
                <a16:creationId xmlns:a16="http://schemas.microsoft.com/office/drawing/2014/main" id="{0EC507D8-F2AC-448C-9225-B3F7F5048CC0}"/>
              </a:ext>
            </a:extLst>
          </p:cNvPr>
          <p:cNvSpPr>
            <a:spLocks xmlns:a="http://schemas.openxmlformats.org/drawingml/2006/main" noGrp="1"/>
          </p:cNvSpPr>
          <p:nvPr/>
        </p:nvSpPr>
        <p:spPr>
          <a:xfrm xmlns:a="http://schemas.openxmlformats.org/drawingml/2006/main" rot="0">
            <a:off x="3314567" y="5060180"/>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0.75</a:t>
            </a:r>
          </a:p>
        </p:txBody>
      </p:sp>
      <p:sp>
        <p:nvSpPr>
          <p:cNvPr id="136" name="path-118">
            <a:extLst xmlns:a="http://schemas.openxmlformats.org/drawingml/2006/main">
              <a:ext uri="{FF2B5EF4-FFF2-40B4-BE49-F238E27FC236}">
                <a16:creationId xmlns:a16="http://schemas.microsoft.com/office/drawing/2014/main" id="{EB603DA3-1808-49BE-8906-953BA10C9E3B}"/>
              </a:ext>
            </a:extLst>
          </p:cNvPr>
          <p:cNvSpPr>
            <a:spLocks xmlns:a="http://schemas.openxmlformats.org/drawingml/2006/main" noGrp="1"/>
          </p:cNvSpPr>
          <p:nvPr/>
        </p:nvSpPr>
        <p:spPr>
          <a:xfrm xmlns:a="http://schemas.openxmlformats.org/drawingml/2006/main">
            <a:off x="3681374" y="5040630"/>
            <a:ext cx="10" cy="900113"/>
          </a:xfrm>
          <a:custGeom xmlns:a="http://schemas.openxmlformats.org/drawingml/2006/main">
            <a:pathLst>
              <a:path w="10" h="900113">
                <a:moveTo>
                  <a:pt x="0" y="900113"/>
                </a:moveTo>
                <a:lnTo>
                  <a:pt x="0" y="0"/>
                </a:lnTo>
              </a:path>
            </a:pathLst>
          </a:custGeom>
          <a:noFill xmlns:a="http://schemas.openxmlformats.org/drawingml/2006/main"/>
          <a:ln xmlns:a="http://schemas.openxmlformats.org/drawingml/2006/main" w="7620">
            <a:solidFill>
              <a:srgbClr val="68727A"/>
            </a:solidFill>
            <a:prstDash val="solid"/>
          </a:ln>
        </p:spPr>
      </p:sp>
      <p:sp>
        <p:nvSpPr>
          <p:cNvPr id="137" name="path-119">
            <a:extLst xmlns:a="http://schemas.openxmlformats.org/drawingml/2006/main">
              <a:ext uri="{FF2B5EF4-FFF2-40B4-BE49-F238E27FC236}">
                <a16:creationId xmlns:a16="http://schemas.microsoft.com/office/drawing/2014/main" id="{74C9FA2E-89D7-467F-AB10-73208AF9AE79}"/>
              </a:ext>
            </a:extLst>
          </p:cNvPr>
          <p:cNvSpPr>
            <a:spLocks xmlns:a="http://schemas.openxmlformats.org/drawingml/2006/main" noGrp="1"/>
          </p:cNvSpPr>
          <p:nvPr/>
        </p:nvSpPr>
        <p:spPr>
          <a:xfrm xmlns:a="http://schemas.openxmlformats.org/drawingml/2006/main">
            <a:off x="3681374" y="5940743"/>
            <a:ext cx="181051" cy="10"/>
          </a:xfrm>
          <a:custGeom xmlns:a="http://schemas.openxmlformats.org/drawingml/2006/main">
            <a:pathLst>
              <a:path w="181051" h="10">
                <a:moveTo>
                  <a:pt x="0" y="0"/>
                </a:moveTo>
                <a:lnTo>
                  <a:pt x="181051" y="0"/>
                </a:lnTo>
              </a:path>
            </a:pathLst>
          </a:custGeom>
          <a:noFill xmlns:a="http://schemas.openxmlformats.org/drawingml/2006/main"/>
          <a:ln xmlns:a="http://schemas.openxmlformats.org/drawingml/2006/main" w="7620">
            <a:solidFill>
              <a:srgbClr val="68727A"/>
            </a:solidFill>
            <a:prstDash val="solid"/>
          </a:ln>
        </p:spPr>
      </p:sp>
      <p:sp>
        <p:nvSpPr>
          <p:cNvPr id="138" name="path-120">
            <a:extLst xmlns:a="http://schemas.openxmlformats.org/drawingml/2006/main">
              <a:ext uri="{FF2B5EF4-FFF2-40B4-BE49-F238E27FC236}">
                <a16:creationId xmlns:a16="http://schemas.microsoft.com/office/drawing/2014/main" id="{655813C7-C367-4C33-882E-DA86F9E3FD09}"/>
              </a:ext>
            </a:extLst>
          </p:cNvPr>
          <p:cNvSpPr>
            <a:spLocks xmlns:a="http://schemas.openxmlformats.org/drawingml/2006/main" noGrp="1"/>
          </p:cNvSpPr>
          <p:nvPr/>
        </p:nvSpPr>
        <p:spPr>
          <a:xfrm xmlns:a="http://schemas.openxmlformats.org/drawingml/2006/main">
            <a:off x="3771900" y="5694475"/>
            <a:ext cx="10" cy="55098"/>
          </a:xfrm>
          <a:custGeom xmlns:a="http://schemas.openxmlformats.org/drawingml/2006/main">
            <a:pathLst>
              <a:path w="10" h="55098">
                <a:moveTo>
                  <a:pt x="0" y="55098"/>
                </a:moveTo>
                <a:lnTo>
                  <a:pt x="0" y="0"/>
                </a:lnTo>
              </a:path>
            </a:pathLst>
          </a:custGeom>
          <a:noFill xmlns:a="http://schemas.openxmlformats.org/drawingml/2006/main"/>
          <a:ln xmlns:a="http://schemas.openxmlformats.org/drawingml/2006/main" w="33338">
            <a:solidFill>
              <a:srgbClr val="FFFFFF"/>
            </a:solidFill>
            <a:prstDash val="solid"/>
          </a:ln>
        </p:spPr>
      </p:sp>
      <p:sp>
        <p:nvSpPr>
          <p:cNvPr id="139" name="path-121">
            <a:extLst xmlns:a="http://schemas.openxmlformats.org/drawingml/2006/main">
              <a:ext uri="{FF2B5EF4-FFF2-40B4-BE49-F238E27FC236}">
                <a16:creationId xmlns:a16="http://schemas.microsoft.com/office/drawing/2014/main" id="{A9E7BA38-C4AB-4D1A-BA00-4A8DA912999F}"/>
              </a:ext>
            </a:extLst>
          </p:cNvPr>
          <p:cNvSpPr>
            <a:spLocks xmlns:a="http://schemas.openxmlformats.org/drawingml/2006/main" noGrp="1"/>
          </p:cNvSpPr>
          <p:nvPr/>
        </p:nvSpPr>
        <p:spPr>
          <a:xfrm xmlns:a="http://schemas.openxmlformats.org/drawingml/2006/main">
            <a:off x="3771900" y="5694475"/>
            <a:ext cx="10" cy="55098"/>
          </a:xfrm>
          <a:custGeom xmlns:a="http://schemas.openxmlformats.org/drawingml/2006/main">
            <a:pathLst>
              <a:path w="10" h="55098">
                <a:moveTo>
                  <a:pt x="0" y="55098"/>
                </a:moveTo>
                <a:lnTo>
                  <a:pt x="0" y="0"/>
                </a:lnTo>
              </a:path>
            </a:pathLst>
          </a:custGeom>
          <a:noFill xmlns:a="http://schemas.openxmlformats.org/drawingml/2006/main"/>
          <a:ln xmlns:a="http://schemas.openxmlformats.org/drawingml/2006/main" w="19050">
            <a:solidFill>
              <a:srgbClr val="007858"/>
            </a:solidFill>
            <a:prstDash val="solid"/>
          </a:ln>
        </p:spPr>
      </p:sp>
      <p:sp>
        <p:nvSpPr>
          <p:cNvPr id="140" name="path-122">
            <a:extLst xmlns:a="http://schemas.openxmlformats.org/drawingml/2006/main">
              <a:ext uri="{FF2B5EF4-FFF2-40B4-BE49-F238E27FC236}">
                <a16:creationId xmlns:a16="http://schemas.microsoft.com/office/drawing/2014/main" id="{0C2D1C60-CD52-474E-9F33-8866BF55223F}"/>
              </a:ext>
            </a:extLst>
          </p:cNvPr>
          <p:cNvSpPr>
            <a:spLocks xmlns:a="http://schemas.openxmlformats.org/drawingml/2006/main" noGrp="1"/>
          </p:cNvSpPr>
          <p:nvPr/>
        </p:nvSpPr>
        <p:spPr>
          <a:xfrm xmlns:a="http://schemas.openxmlformats.org/drawingml/2006/main">
            <a:off x="3771900" y="5291110"/>
            <a:ext cx="10" cy="140288"/>
          </a:xfrm>
          <a:custGeom xmlns:a="http://schemas.openxmlformats.org/drawingml/2006/main">
            <a:pathLst>
              <a:path w="10" h="140288">
                <a:moveTo>
                  <a:pt x="0" y="140288"/>
                </a:moveTo>
                <a:lnTo>
                  <a:pt x="0" y="0"/>
                </a:lnTo>
              </a:path>
            </a:pathLst>
          </a:custGeom>
          <a:noFill xmlns:a="http://schemas.openxmlformats.org/drawingml/2006/main"/>
          <a:ln xmlns:a="http://schemas.openxmlformats.org/drawingml/2006/main" w="33338">
            <a:solidFill>
              <a:srgbClr val="FFFFFF"/>
            </a:solidFill>
            <a:prstDash val="solid"/>
          </a:ln>
        </p:spPr>
      </p:sp>
      <p:sp>
        <p:nvSpPr>
          <p:cNvPr id="141" name="path-123">
            <a:extLst xmlns:a="http://schemas.openxmlformats.org/drawingml/2006/main">
              <a:ext uri="{FF2B5EF4-FFF2-40B4-BE49-F238E27FC236}">
                <a16:creationId xmlns:a16="http://schemas.microsoft.com/office/drawing/2014/main" id="{75703908-11E3-4C1C-81DD-BFF3381B32B5}"/>
              </a:ext>
            </a:extLst>
          </p:cNvPr>
          <p:cNvSpPr>
            <a:spLocks xmlns:a="http://schemas.openxmlformats.org/drawingml/2006/main" noGrp="1"/>
          </p:cNvSpPr>
          <p:nvPr/>
        </p:nvSpPr>
        <p:spPr>
          <a:xfrm xmlns:a="http://schemas.openxmlformats.org/drawingml/2006/main">
            <a:off x="3771900" y="5291110"/>
            <a:ext cx="10" cy="140288"/>
          </a:xfrm>
          <a:custGeom xmlns:a="http://schemas.openxmlformats.org/drawingml/2006/main">
            <a:pathLst>
              <a:path w="10" h="140288">
                <a:moveTo>
                  <a:pt x="0" y="140288"/>
                </a:moveTo>
                <a:lnTo>
                  <a:pt x="0" y="0"/>
                </a:lnTo>
              </a:path>
            </a:pathLst>
          </a:custGeom>
          <a:noFill xmlns:a="http://schemas.openxmlformats.org/drawingml/2006/main"/>
          <a:ln xmlns:a="http://schemas.openxmlformats.org/drawingml/2006/main" w="19050">
            <a:solidFill>
              <a:srgbClr val="A02C87"/>
            </a:solidFill>
            <a:prstDash val="solid"/>
          </a:ln>
        </p:spPr>
      </p:sp>
      <p:sp>
        <p:nvSpPr>
          <p:cNvPr id="142" name="marker-124">
            <a:extLst xmlns:a="http://schemas.openxmlformats.org/drawingml/2006/main">
              <a:ext uri="{FF2B5EF4-FFF2-40B4-BE49-F238E27FC236}">
                <a16:creationId xmlns:a16="http://schemas.microsoft.com/office/drawing/2014/main" id="{401199FC-0A0B-406E-843B-9FCEA29137B0}"/>
              </a:ext>
            </a:extLst>
          </p:cNvPr>
          <p:cNvSpPr>
            <a:spLocks xmlns:a="http://schemas.openxmlformats.org/drawingml/2006/main" noGrp="1"/>
          </p:cNvSpPr>
          <p:nvPr/>
        </p:nvSpPr>
        <p:spPr>
          <a:xfrm xmlns:a="http://schemas.openxmlformats.org/drawingml/2006/main">
            <a:off x="3744959" y="5667534"/>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43" name="marker-125">
            <a:extLst xmlns:a="http://schemas.openxmlformats.org/drawingml/2006/main">
              <a:ext uri="{FF2B5EF4-FFF2-40B4-BE49-F238E27FC236}">
                <a16:creationId xmlns:a16="http://schemas.microsoft.com/office/drawing/2014/main" id="{6C389235-52C5-4FD2-AA1B-6F0F6425C922}"/>
              </a:ext>
            </a:extLst>
          </p:cNvPr>
          <p:cNvSpPr>
            <a:spLocks xmlns:a="http://schemas.openxmlformats.org/drawingml/2006/main" noGrp="1"/>
          </p:cNvSpPr>
          <p:nvPr/>
        </p:nvSpPr>
        <p:spPr>
          <a:xfrm xmlns:a="http://schemas.openxmlformats.org/drawingml/2006/main">
            <a:off x="3744959" y="5264169"/>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44" name="marker-126">
            <a:extLst xmlns:a="http://schemas.openxmlformats.org/drawingml/2006/main">
              <a:ext uri="{FF2B5EF4-FFF2-40B4-BE49-F238E27FC236}">
                <a16:creationId xmlns:a16="http://schemas.microsoft.com/office/drawing/2014/main" id="{1E8EFD8D-CA03-4E39-8D29-F5F3CF47F5FD}"/>
              </a:ext>
            </a:extLst>
          </p:cNvPr>
          <p:cNvSpPr>
            <a:spLocks xmlns:a="http://schemas.openxmlformats.org/drawingml/2006/main" noGrp="1"/>
          </p:cNvSpPr>
          <p:nvPr/>
        </p:nvSpPr>
        <p:spPr>
          <a:xfrm xmlns:a="http://schemas.openxmlformats.org/drawingml/2006/main">
            <a:off x="3749040" y="572671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9525">
            <a:solidFill>
              <a:srgbClr val="FFFFFF"/>
            </a:solidFill>
            <a:prstDash val="solid"/>
          </a:ln>
        </p:spPr>
      </p:sp>
      <p:sp>
        <p:nvSpPr>
          <p:cNvPr id="145" name="marker-127">
            <a:extLst xmlns:a="http://schemas.openxmlformats.org/drawingml/2006/main">
              <a:ext uri="{FF2B5EF4-FFF2-40B4-BE49-F238E27FC236}">
                <a16:creationId xmlns:a16="http://schemas.microsoft.com/office/drawing/2014/main" id="{E6E88D31-DD71-479C-81EF-8997976221D8}"/>
              </a:ext>
            </a:extLst>
          </p:cNvPr>
          <p:cNvSpPr>
            <a:spLocks xmlns:a="http://schemas.openxmlformats.org/drawingml/2006/main" noGrp="1"/>
          </p:cNvSpPr>
          <p:nvPr/>
        </p:nvSpPr>
        <p:spPr>
          <a:xfrm xmlns:a="http://schemas.openxmlformats.org/drawingml/2006/main">
            <a:off x="3749040" y="540853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9525">
            <a:solidFill>
              <a:srgbClr val="FFFFFF"/>
            </a:solidFill>
            <a:prstDash val="solid"/>
          </a:ln>
        </p:spPr>
      </p:sp>
      <p:sp>
        <p:nvSpPr>
          <p:cNvPr id="146" name="native-text-035">
            <a:extLst xmlns:a="http://schemas.openxmlformats.org/drawingml/2006/main">
              <a:ext uri="{FF2B5EF4-FFF2-40B4-BE49-F238E27FC236}">
                <a16:creationId xmlns:a16="http://schemas.microsoft.com/office/drawing/2014/main" id="{109C05FD-677C-4321-83D4-8AC502C5F337}"/>
              </a:ext>
            </a:extLst>
          </p:cNvPr>
          <p:cNvSpPr>
            <a:spLocks xmlns:a="http://schemas.openxmlformats.org/drawingml/2006/main" noGrp="1"/>
          </p:cNvSpPr>
          <p:nvPr/>
        </p:nvSpPr>
        <p:spPr>
          <a:xfrm xmlns:a="http://schemas.openxmlformats.org/drawingml/2006/main" rot="0">
            <a:off x="3848100" y="5725189"/>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7858"/>
                </a:solidFill>
                <a:latin typeface="Helvetica"/>
                <a:ea typeface="Helvetica"/>
                <a:cs typeface="Helvetica"/>
              </a:defRPr>
            </a:defPPr>
            <a:lvl1pPr algn="ctr">
              <a:buNone/>
              <a:defRPr sz="1650" b="0">
                <a:solidFill>
                  <a:srgbClr val="007858"/>
                </a:solidFill>
                <a:latin typeface="Helvetica"/>
                <a:ea typeface="Helvetica"/>
                <a:cs typeface="Helvetica"/>
              </a:defRPr>
            </a:lvl1pPr>
            <a:lvl2pPr algn="ctr">
              <a:buNone/>
              <a:defRPr sz="1650" b="0">
                <a:solidFill>
                  <a:srgbClr val="007858"/>
                </a:solidFill>
                <a:latin typeface="Helvetica"/>
                <a:ea typeface="Helvetica"/>
                <a:cs typeface="Helvetica"/>
              </a:defRPr>
            </a:lvl2pPr>
            <a:lvl3pPr algn="ctr">
              <a:buNone/>
              <a:defRPr sz="1650" b="0">
                <a:solidFill>
                  <a:srgbClr val="007858"/>
                </a:solidFill>
                <a:latin typeface="Helvetica"/>
                <a:ea typeface="Helvetica"/>
                <a:cs typeface="Helvetica"/>
              </a:defRPr>
            </a:lvl3pPr>
            <a:lvl4pPr algn="ctr">
              <a:buNone/>
              <a:defRPr sz="1650" b="0">
                <a:solidFill>
                  <a:srgbClr val="007858"/>
                </a:solidFill>
                <a:latin typeface="Helvetica"/>
                <a:ea typeface="Helvetica"/>
                <a:cs typeface="Helvetica"/>
              </a:defRPr>
            </a:lvl4pPr>
            <a:lvl5pPr algn="ctr">
              <a:buNone/>
              <a:defRPr sz="1650" b="0">
                <a:solidFill>
                  <a:srgbClr val="007858"/>
                </a:solidFill>
                <a:latin typeface="Helvetica"/>
                <a:ea typeface="Helvetica"/>
                <a:cs typeface="Helvetica"/>
              </a:defRPr>
            </a:lvl5pPr>
            <a:lvl6pPr algn="ctr">
              <a:buNone/>
              <a:defRPr sz="1650" b="0">
                <a:solidFill>
                  <a:srgbClr val="007858"/>
                </a:solidFill>
                <a:latin typeface="Helvetica"/>
                <a:ea typeface="Helvetica"/>
                <a:cs typeface="Helvetica"/>
              </a:defRPr>
            </a:lvl6pPr>
            <a:lvl7pPr algn="ctr">
              <a:buNone/>
              <a:defRPr sz="1650" b="0">
                <a:solidFill>
                  <a:srgbClr val="007858"/>
                </a:solidFill>
                <a:latin typeface="Helvetica"/>
                <a:ea typeface="Helvetica"/>
                <a:cs typeface="Helvetica"/>
              </a:defRPr>
            </a:lvl7pPr>
            <a:lvl8pPr algn="ctr">
              <a:buNone/>
              <a:defRPr sz="1650" b="0">
                <a:solidFill>
                  <a:srgbClr val="007858"/>
                </a:solidFill>
                <a:latin typeface="Helvetica"/>
                <a:ea typeface="Helvetica"/>
                <a:cs typeface="Helvetica"/>
              </a:defRPr>
            </a:lvl8pPr>
            <a:lvl9pPr algn="ctr">
              <a:buNone/>
              <a:defRPr sz="1650" b="0">
                <a:solidFill>
                  <a:srgbClr val="007858"/>
                </a:solidFill>
                <a:latin typeface="Helvetica"/>
                <a:ea typeface="Helvetica"/>
                <a:cs typeface="Helvetica"/>
              </a:defRPr>
            </a:lvl9pPr>
          </a:lstStyle>
          <a:p xmlns:a="http://schemas.openxmlformats.org/drawingml/2006/main">
            <a:pPr algn="ctr">
              <a:buNone/>
              <a:defRPr sz="1650" b="0">
                <a:solidFill>
                  <a:srgbClr val="007858"/>
                </a:solidFill>
                <a:latin typeface="Helvetica"/>
                <a:ea typeface="Helvetica"/>
                <a:cs typeface="Helvetica"/>
              </a:defRPr>
            </a:pPr>
            <a:r>
              <a:rPr sz="1650" b="0">
                <a:solidFill>
                  <a:srgbClr val="007858"/>
                </a:solidFill>
                <a:latin typeface="Helvetica"/>
                <a:ea typeface="Helvetica"/>
                <a:cs typeface="Helvetica"/>
              </a:rPr>
              <a:t>A13</a:t>
            </a:r>
          </a:p>
        </p:txBody>
      </p:sp>
      <p:sp>
        <p:nvSpPr>
          <p:cNvPr id="147" name="native-text-036">
            <a:extLst xmlns:a="http://schemas.openxmlformats.org/drawingml/2006/main">
              <a:ext uri="{FF2B5EF4-FFF2-40B4-BE49-F238E27FC236}">
                <a16:creationId xmlns:a16="http://schemas.microsoft.com/office/drawing/2014/main" id="{906056F5-F9F0-451F-85E6-259EBCEFDC06}"/>
              </a:ext>
            </a:extLst>
          </p:cNvPr>
          <p:cNvSpPr>
            <a:spLocks xmlns:a="http://schemas.openxmlformats.org/drawingml/2006/main" noGrp="1"/>
          </p:cNvSpPr>
          <p:nvPr/>
        </p:nvSpPr>
        <p:spPr>
          <a:xfrm xmlns:a="http://schemas.openxmlformats.org/drawingml/2006/main" rot="0">
            <a:off x="3848100" y="5159363"/>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A02C87"/>
                </a:solidFill>
                <a:latin typeface="Helvetica"/>
                <a:ea typeface="Helvetica"/>
                <a:cs typeface="Helvetica"/>
              </a:defRPr>
            </a:defPPr>
            <a:lvl1pPr algn="ctr">
              <a:buNone/>
              <a:defRPr sz="1650" b="0">
                <a:solidFill>
                  <a:srgbClr val="A02C87"/>
                </a:solidFill>
                <a:latin typeface="Helvetica"/>
                <a:ea typeface="Helvetica"/>
                <a:cs typeface="Helvetica"/>
              </a:defRPr>
            </a:lvl1pPr>
            <a:lvl2pPr algn="ctr">
              <a:buNone/>
              <a:defRPr sz="1650" b="0">
                <a:solidFill>
                  <a:srgbClr val="A02C87"/>
                </a:solidFill>
                <a:latin typeface="Helvetica"/>
                <a:ea typeface="Helvetica"/>
                <a:cs typeface="Helvetica"/>
              </a:defRPr>
            </a:lvl2pPr>
            <a:lvl3pPr algn="ctr">
              <a:buNone/>
              <a:defRPr sz="1650" b="0">
                <a:solidFill>
                  <a:srgbClr val="A02C87"/>
                </a:solidFill>
                <a:latin typeface="Helvetica"/>
                <a:ea typeface="Helvetica"/>
                <a:cs typeface="Helvetica"/>
              </a:defRPr>
            </a:lvl3pPr>
            <a:lvl4pPr algn="ctr">
              <a:buNone/>
              <a:defRPr sz="1650" b="0">
                <a:solidFill>
                  <a:srgbClr val="A02C87"/>
                </a:solidFill>
                <a:latin typeface="Helvetica"/>
                <a:ea typeface="Helvetica"/>
                <a:cs typeface="Helvetica"/>
              </a:defRPr>
            </a:lvl4pPr>
            <a:lvl5pPr algn="ctr">
              <a:buNone/>
              <a:defRPr sz="1650" b="0">
                <a:solidFill>
                  <a:srgbClr val="A02C87"/>
                </a:solidFill>
                <a:latin typeface="Helvetica"/>
                <a:ea typeface="Helvetica"/>
                <a:cs typeface="Helvetica"/>
              </a:defRPr>
            </a:lvl5pPr>
            <a:lvl6pPr algn="ctr">
              <a:buNone/>
              <a:defRPr sz="1650" b="0">
                <a:solidFill>
                  <a:srgbClr val="A02C87"/>
                </a:solidFill>
                <a:latin typeface="Helvetica"/>
                <a:ea typeface="Helvetica"/>
                <a:cs typeface="Helvetica"/>
              </a:defRPr>
            </a:lvl6pPr>
            <a:lvl7pPr algn="ctr">
              <a:buNone/>
              <a:defRPr sz="1650" b="0">
                <a:solidFill>
                  <a:srgbClr val="A02C87"/>
                </a:solidFill>
                <a:latin typeface="Helvetica"/>
                <a:ea typeface="Helvetica"/>
                <a:cs typeface="Helvetica"/>
              </a:defRPr>
            </a:lvl7pPr>
            <a:lvl8pPr algn="ctr">
              <a:buNone/>
              <a:defRPr sz="1650" b="0">
                <a:solidFill>
                  <a:srgbClr val="A02C87"/>
                </a:solidFill>
                <a:latin typeface="Helvetica"/>
                <a:ea typeface="Helvetica"/>
                <a:cs typeface="Helvetica"/>
              </a:defRPr>
            </a:lvl8pPr>
            <a:lvl9pPr algn="ctr">
              <a:buNone/>
              <a:defRPr sz="1650" b="0">
                <a:solidFill>
                  <a:srgbClr val="A02C87"/>
                </a:solidFill>
                <a:latin typeface="Helvetica"/>
                <a:ea typeface="Helvetica"/>
                <a:cs typeface="Helvetica"/>
              </a:defRPr>
            </a:lvl9pPr>
          </a:lstStyle>
          <a:p xmlns:a="http://schemas.openxmlformats.org/drawingml/2006/main">
            <a:pPr algn="ctr">
              <a:buNone/>
              <a:defRPr sz="1650" b="0">
                <a:solidFill>
                  <a:srgbClr val="A02C87"/>
                </a:solidFill>
                <a:latin typeface="Helvetica"/>
                <a:ea typeface="Helvetica"/>
                <a:cs typeface="Helvetica"/>
              </a:defRPr>
            </a:pPr>
            <a:r>
              <a:rPr sz="1650" b="0">
                <a:solidFill>
                  <a:srgbClr val="A02C87"/>
                </a:solidFill>
                <a:latin typeface="Helvetica"/>
                <a:ea typeface="Helvetica"/>
                <a:cs typeface="Helvetica"/>
              </a:rPr>
              <a:t>B13</a:t>
            </a:r>
          </a:p>
        </p:txBody>
      </p:sp>
      <p:sp>
        <p:nvSpPr>
          <p:cNvPr id="148" name="path-130">
            <a:extLst xmlns:a="http://schemas.openxmlformats.org/drawingml/2006/main">
              <a:ext uri="{FF2B5EF4-FFF2-40B4-BE49-F238E27FC236}">
                <a16:creationId xmlns:a16="http://schemas.microsoft.com/office/drawing/2014/main" id="{31B04958-4038-4441-AD51-03F2A6B7898A}"/>
              </a:ext>
            </a:extLst>
          </p:cNvPr>
          <p:cNvSpPr>
            <a:spLocks xmlns:a="http://schemas.openxmlformats.org/drawingml/2006/main" noGrp="1"/>
          </p:cNvSpPr>
          <p:nvPr/>
        </p:nvSpPr>
        <p:spPr>
          <a:xfrm xmlns:a="http://schemas.openxmlformats.org/drawingml/2006/main">
            <a:off x="984500" y="6852506"/>
            <a:ext cx="2309673" cy="10"/>
          </a:xfrm>
          <a:custGeom xmlns:a="http://schemas.openxmlformats.org/drawingml/2006/main">
            <a:pathLst>
              <a:path w="2309673" h="10">
                <a:moveTo>
                  <a:pt x="0" y="0"/>
                </a:moveTo>
                <a:quadBezTo>
                  <a:pt x="1161226" y="0"/>
                  <a:pt x="2309673" y="0"/>
                </a:quadBezTo>
              </a:path>
            </a:pathLst>
          </a:custGeom>
          <a:noFill xmlns:a="http://schemas.openxmlformats.org/drawingml/2006/main"/>
          <a:ln xmlns:a="http://schemas.openxmlformats.org/drawingml/2006/main" w="11430">
            <a:solidFill>
              <a:srgbClr val="647480"/>
            </a:solidFill>
            <a:prstDash val="solid"/>
          </a:ln>
        </p:spPr>
      </p:sp>
      <p:sp>
        <p:nvSpPr>
          <p:cNvPr id="149" name="path-131">
            <a:extLst xmlns:a="http://schemas.openxmlformats.org/drawingml/2006/main">
              <a:ext uri="{FF2B5EF4-FFF2-40B4-BE49-F238E27FC236}">
                <a16:creationId xmlns:a16="http://schemas.microsoft.com/office/drawing/2014/main" id="{97932A7D-8A68-42FB-A974-F452637935FE}"/>
              </a:ext>
            </a:extLst>
          </p:cNvPr>
          <p:cNvSpPr>
            <a:spLocks xmlns:a="http://schemas.openxmlformats.org/drawingml/2006/main" noGrp="1"/>
          </p:cNvSpPr>
          <p:nvPr/>
        </p:nvSpPr>
        <p:spPr>
          <a:xfrm xmlns:a="http://schemas.openxmlformats.org/drawingml/2006/main">
            <a:off x="3210353" y="6810596"/>
            <a:ext cx="83820" cy="83820"/>
          </a:xfrm>
          <a:custGeom xmlns:a="http://schemas.openxmlformats.org/drawingml/2006/main">
            <a:pathLst>
              <a:path w="83820" h="83820">
                <a:moveTo>
                  <a:pt x="0" y="0"/>
                </a:moveTo>
                <a:lnTo>
                  <a:pt x="83820" y="41910"/>
                </a:lnTo>
                <a:lnTo>
                  <a:pt x="0" y="83820"/>
                </a:lnTo>
              </a:path>
            </a:pathLst>
          </a:custGeom>
          <a:noFill xmlns:a="http://schemas.openxmlformats.org/drawingml/2006/main"/>
          <a:ln xmlns:a="http://schemas.openxmlformats.org/drawingml/2006/main" w="11430">
            <a:solidFill>
              <a:srgbClr val="647480"/>
            </a:solidFill>
            <a:prstDash val="solid"/>
          </a:ln>
        </p:spPr>
      </p:sp>
      <p:sp>
        <p:nvSpPr>
          <p:cNvPr id="150" name="native-text-040">
            <a:extLst xmlns:a="http://schemas.openxmlformats.org/drawingml/2006/main">
              <a:ext uri="{FF2B5EF4-FFF2-40B4-BE49-F238E27FC236}">
                <a16:creationId xmlns:a16="http://schemas.microsoft.com/office/drawing/2014/main" id="{4867EDDD-C4D8-46B9-8B62-BEFDCC799E91}"/>
              </a:ext>
            </a:extLst>
          </p:cNvPr>
          <p:cNvSpPr>
            <a:spLocks xmlns:a="http://schemas.openxmlformats.org/drawingml/2006/main" noGrp="1"/>
          </p:cNvSpPr>
          <p:nvPr/>
        </p:nvSpPr>
        <p:spPr>
          <a:xfrm xmlns:a="http://schemas.openxmlformats.org/drawingml/2006/main" rot="0">
            <a:off x="763184" y="6711536"/>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q</a:t>
            </a:r>
          </a:p>
        </p:txBody>
      </p:sp>
      <p:sp>
        <p:nvSpPr>
          <p:cNvPr id="151" name="path-133">
            <a:extLst xmlns:a="http://schemas.openxmlformats.org/drawingml/2006/main">
              <a:ext uri="{FF2B5EF4-FFF2-40B4-BE49-F238E27FC236}">
                <a16:creationId xmlns:a16="http://schemas.microsoft.com/office/drawing/2014/main" id="{07F3ABE1-8FFA-46CB-B13F-C4E086265873}"/>
              </a:ext>
            </a:extLst>
          </p:cNvPr>
          <p:cNvSpPr>
            <a:spLocks xmlns:a="http://schemas.openxmlformats.org/drawingml/2006/main" noGrp="1"/>
          </p:cNvSpPr>
          <p:nvPr/>
        </p:nvSpPr>
        <p:spPr>
          <a:xfrm xmlns:a="http://schemas.openxmlformats.org/drawingml/2006/main">
            <a:off x="2322962" y="6365882"/>
            <a:ext cx="10" cy="486624"/>
          </a:xfrm>
          <a:custGeom xmlns:a="http://schemas.openxmlformats.org/drawingml/2006/main">
            <a:pathLst>
              <a:path w="10" h="486624">
                <a:moveTo>
                  <a:pt x="0" y="0"/>
                </a:moveTo>
                <a:lnTo>
                  <a:pt x="0" y="486624"/>
                </a:lnTo>
              </a:path>
            </a:pathLst>
          </a:custGeom>
          <a:noFill xmlns:a="http://schemas.openxmlformats.org/drawingml/2006/main"/>
          <a:ln xmlns:a="http://schemas.openxmlformats.org/drawingml/2006/main" w="10478">
            <a:solidFill>
              <a:srgbClr val="007858">
                <a:alpha val="85000"/>
              </a:srgbClr>
            </a:solidFill>
            <a:prstDash val="dash"/>
          </a:ln>
        </p:spPr>
      </p:sp>
      <p:sp>
        <p:nvSpPr>
          <p:cNvPr id="152" name="path-134">
            <a:extLst xmlns:a="http://schemas.openxmlformats.org/drawingml/2006/main">
              <a:ext uri="{FF2B5EF4-FFF2-40B4-BE49-F238E27FC236}">
                <a16:creationId xmlns:a16="http://schemas.microsoft.com/office/drawing/2014/main" id="{3E3AE997-B89A-4B7A-B00A-B8A9126CDC3E}"/>
              </a:ext>
            </a:extLst>
          </p:cNvPr>
          <p:cNvSpPr>
            <a:spLocks xmlns:a="http://schemas.openxmlformats.org/drawingml/2006/main" noGrp="1"/>
          </p:cNvSpPr>
          <p:nvPr/>
        </p:nvSpPr>
        <p:spPr>
          <a:xfrm xmlns:a="http://schemas.openxmlformats.org/drawingml/2006/main">
            <a:off x="2664437" y="6269595"/>
            <a:ext cx="10" cy="582910"/>
          </a:xfrm>
          <a:custGeom xmlns:a="http://schemas.openxmlformats.org/drawingml/2006/main">
            <a:pathLst>
              <a:path w="10" h="582910">
                <a:moveTo>
                  <a:pt x="0" y="0"/>
                </a:moveTo>
                <a:lnTo>
                  <a:pt x="0" y="582910"/>
                </a:lnTo>
              </a:path>
            </a:pathLst>
          </a:custGeom>
          <a:noFill xmlns:a="http://schemas.openxmlformats.org/drawingml/2006/main"/>
          <a:ln xmlns:a="http://schemas.openxmlformats.org/drawingml/2006/main" w="10478">
            <a:solidFill>
              <a:srgbClr val="A02C87">
                <a:alpha val="85000"/>
              </a:srgbClr>
            </a:solidFill>
            <a:prstDash val="dash"/>
          </a:ln>
        </p:spPr>
      </p:sp>
      <p:sp>
        <p:nvSpPr>
          <p:cNvPr id="153" name="marker-135">
            <a:extLst xmlns:a="http://schemas.openxmlformats.org/drawingml/2006/main">
              <a:ext uri="{FF2B5EF4-FFF2-40B4-BE49-F238E27FC236}">
                <a16:creationId xmlns:a16="http://schemas.microsoft.com/office/drawing/2014/main" id="{DA7D1059-F223-46E7-8A33-F75905DCADA4}"/>
              </a:ext>
            </a:extLst>
          </p:cNvPr>
          <p:cNvSpPr>
            <a:spLocks xmlns:a="http://schemas.openxmlformats.org/drawingml/2006/main" noGrp="1"/>
          </p:cNvSpPr>
          <p:nvPr/>
        </p:nvSpPr>
        <p:spPr>
          <a:xfrm xmlns:a="http://schemas.openxmlformats.org/drawingml/2006/main">
            <a:off x="2289624" y="6332545"/>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007858"/>
          </a:solidFill>
          <a:ln xmlns:a="http://schemas.openxmlformats.org/drawingml/2006/main" w="11430">
            <a:solidFill>
              <a:srgbClr val="FFFFFF"/>
            </a:solidFill>
            <a:prstDash val="solid"/>
          </a:ln>
        </p:spPr>
      </p:sp>
      <p:sp>
        <p:nvSpPr>
          <p:cNvPr id="154" name="marker-136">
            <a:extLst xmlns:a="http://schemas.openxmlformats.org/drawingml/2006/main">
              <a:ext uri="{FF2B5EF4-FFF2-40B4-BE49-F238E27FC236}">
                <a16:creationId xmlns:a16="http://schemas.microsoft.com/office/drawing/2014/main" id="{98ECAE12-61CA-4666-8B76-40A4552F82FF}"/>
              </a:ext>
            </a:extLst>
          </p:cNvPr>
          <p:cNvSpPr>
            <a:spLocks xmlns:a="http://schemas.openxmlformats.org/drawingml/2006/main" noGrp="1"/>
          </p:cNvSpPr>
          <p:nvPr/>
        </p:nvSpPr>
        <p:spPr>
          <a:xfrm xmlns:a="http://schemas.openxmlformats.org/drawingml/2006/main">
            <a:off x="2631100" y="6236258"/>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A02C87"/>
          </a:solidFill>
          <a:ln xmlns:a="http://schemas.openxmlformats.org/drawingml/2006/main" w="11430">
            <a:solidFill>
              <a:srgbClr val="FFFFFF"/>
            </a:solidFill>
            <a:prstDash val="solid"/>
          </a:ln>
        </p:spPr>
      </p:sp>
      <p:sp>
        <p:nvSpPr>
          <p:cNvPr id="155" name="native-text-041">
            <a:extLst xmlns:a="http://schemas.openxmlformats.org/drawingml/2006/main">
              <a:ext uri="{FF2B5EF4-FFF2-40B4-BE49-F238E27FC236}">
                <a16:creationId xmlns:a16="http://schemas.microsoft.com/office/drawing/2014/main" id="{54A7FE1C-9428-4599-905A-B3F0B269A007}"/>
              </a:ext>
            </a:extLst>
          </p:cNvPr>
          <p:cNvSpPr>
            <a:spLocks xmlns:a="http://schemas.openxmlformats.org/drawingml/2006/main" noGrp="1"/>
          </p:cNvSpPr>
          <p:nvPr/>
        </p:nvSpPr>
        <p:spPr>
          <a:xfrm xmlns:a="http://schemas.openxmlformats.org/drawingml/2006/main" rot="0">
            <a:off x="2027687" y="6093848"/>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A14</a:t>
            </a:r>
          </a:p>
        </p:txBody>
      </p:sp>
      <p:sp>
        <p:nvSpPr>
          <p:cNvPr id="156" name="marker-138">
            <a:extLst xmlns:a="http://schemas.openxmlformats.org/drawingml/2006/main">
              <a:ext uri="{FF2B5EF4-FFF2-40B4-BE49-F238E27FC236}">
                <a16:creationId xmlns:a16="http://schemas.microsoft.com/office/drawing/2014/main" id="{B5EB3724-7A45-45ED-9F1E-5350CF30A335}"/>
              </a:ext>
            </a:extLst>
          </p:cNvPr>
          <p:cNvSpPr>
            <a:spLocks xmlns:a="http://schemas.openxmlformats.org/drawingml/2006/main" noGrp="1"/>
          </p:cNvSpPr>
          <p:nvPr/>
        </p:nvSpPr>
        <p:spPr>
          <a:xfrm xmlns:a="http://schemas.openxmlformats.org/drawingml/2006/main">
            <a:off x="2289286" y="6818830"/>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57" name="native-text-042">
            <a:extLst xmlns:a="http://schemas.openxmlformats.org/drawingml/2006/main">
              <a:ext uri="{FF2B5EF4-FFF2-40B4-BE49-F238E27FC236}">
                <a16:creationId xmlns:a16="http://schemas.microsoft.com/office/drawing/2014/main" id="{86AA1E74-A708-4F24-87A4-49A4DC9FC74D}"/>
              </a:ext>
            </a:extLst>
          </p:cNvPr>
          <p:cNvSpPr>
            <a:spLocks xmlns:a="http://schemas.openxmlformats.org/drawingml/2006/main" noGrp="1"/>
          </p:cNvSpPr>
          <p:nvPr/>
        </p:nvSpPr>
        <p:spPr>
          <a:xfrm xmlns:a="http://schemas.openxmlformats.org/drawingml/2006/main" rot="0">
            <a:off x="2693012" y="6245211"/>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B14</a:t>
            </a:r>
          </a:p>
        </p:txBody>
      </p:sp>
      <p:sp>
        <p:nvSpPr>
          <p:cNvPr id="158" name="marker-140">
            <a:extLst xmlns:a="http://schemas.openxmlformats.org/drawingml/2006/main">
              <a:ext uri="{FF2B5EF4-FFF2-40B4-BE49-F238E27FC236}">
                <a16:creationId xmlns:a16="http://schemas.microsoft.com/office/drawing/2014/main" id="{7F3E7B55-2E02-42AE-8958-D94FA19208EB}"/>
              </a:ext>
            </a:extLst>
          </p:cNvPr>
          <p:cNvSpPr>
            <a:spLocks xmlns:a="http://schemas.openxmlformats.org/drawingml/2006/main" noGrp="1"/>
          </p:cNvSpPr>
          <p:nvPr/>
        </p:nvSpPr>
        <p:spPr>
          <a:xfrm xmlns:a="http://schemas.openxmlformats.org/drawingml/2006/main">
            <a:off x="2630761" y="6818830"/>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59" name="path-141">
            <a:extLst xmlns:a="http://schemas.openxmlformats.org/drawingml/2006/main">
              <a:ext uri="{FF2B5EF4-FFF2-40B4-BE49-F238E27FC236}">
                <a16:creationId xmlns:a16="http://schemas.microsoft.com/office/drawing/2014/main" id="{59753511-C8DB-4E8E-BAD2-301B1EC07265}"/>
              </a:ext>
            </a:extLst>
          </p:cNvPr>
          <p:cNvSpPr>
            <a:spLocks xmlns:a="http://schemas.openxmlformats.org/drawingml/2006/main" noGrp="1"/>
          </p:cNvSpPr>
          <p:nvPr/>
        </p:nvSpPr>
        <p:spPr>
          <a:xfrm xmlns:a="http://schemas.openxmlformats.org/drawingml/2006/main">
            <a:off x="2322962" y="6790593"/>
            <a:ext cx="61913" cy="61913"/>
          </a:xfrm>
          <a:custGeom xmlns:a="http://schemas.openxmlformats.org/drawingml/2006/main">
            <a:pathLst>
              <a:path w="61913" h="61913">
                <a:moveTo>
                  <a:pt x="61913" y="61913"/>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160" name="path-142">
            <a:extLst xmlns:a="http://schemas.openxmlformats.org/drawingml/2006/main">
              <a:ext uri="{FF2B5EF4-FFF2-40B4-BE49-F238E27FC236}">
                <a16:creationId xmlns:a16="http://schemas.microsoft.com/office/drawing/2014/main" id="{33A5C664-99F3-436F-B683-FEE77236B22C}"/>
              </a:ext>
            </a:extLst>
          </p:cNvPr>
          <p:cNvSpPr>
            <a:spLocks xmlns:a="http://schemas.openxmlformats.org/drawingml/2006/main" noGrp="1"/>
          </p:cNvSpPr>
          <p:nvPr/>
        </p:nvSpPr>
        <p:spPr>
          <a:xfrm xmlns:a="http://schemas.openxmlformats.org/drawingml/2006/main">
            <a:off x="2664437" y="6790593"/>
            <a:ext cx="61913" cy="61913"/>
          </a:xfrm>
          <a:custGeom xmlns:a="http://schemas.openxmlformats.org/drawingml/2006/main">
            <a:pathLst>
              <a:path w="61913" h="61913">
                <a:moveTo>
                  <a:pt x="61913" y="61913"/>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161" name="marker-143">
            <a:extLst xmlns:a="http://schemas.openxmlformats.org/drawingml/2006/main">
              <a:ext uri="{FF2B5EF4-FFF2-40B4-BE49-F238E27FC236}">
                <a16:creationId xmlns:a16="http://schemas.microsoft.com/office/drawing/2014/main" id="{C27E2200-FCA7-44CF-8712-EE69FA41BF64}"/>
              </a:ext>
            </a:extLst>
          </p:cNvPr>
          <p:cNvSpPr>
            <a:spLocks xmlns:a="http://schemas.openxmlformats.org/drawingml/2006/main" noGrp="1"/>
          </p:cNvSpPr>
          <p:nvPr/>
        </p:nvSpPr>
        <p:spPr>
          <a:xfrm xmlns:a="http://schemas.openxmlformats.org/drawingml/2006/main">
            <a:off x="3662324" y="6796921"/>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62" name="native-text-045">
            <a:extLst xmlns:a="http://schemas.openxmlformats.org/drawingml/2006/main">
              <a:ext uri="{FF2B5EF4-FFF2-40B4-BE49-F238E27FC236}">
                <a16:creationId xmlns:a16="http://schemas.microsoft.com/office/drawing/2014/main" id="{4DA5BFE8-DE79-4D39-8EE9-E9241CC97F80}"/>
              </a:ext>
            </a:extLst>
          </p:cNvPr>
          <p:cNvSpPr>
            <a:spLocks xmlns:a="http://schemas.openxmlformats.org/drawingml/2006/main" noGrp="1"/>
          </p:cNvSpPr>
          <p:nvPr/>
        </p:nvSpPr>
        <p:spPr>
          <a:xfrm xmlns:a="http://schemas.openxmlformats.org/drawingml/2006/main" rot="0">
            <a:off x="3315424" y="6703957"/>
            <a:ext cx="365951"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0.45</a:t>
            </a:r>
          </a:p>
        </p:txBody>
      </p:sp>
      <p:sp>
        <p:nvSpPr>
          <p:cNvPr id="163" name="marker-145">
            <a:extLst xmlns:a="http://schemas.openxmlformats.org/drawingml/2006/main">
              <a:ext uri="{FF2B5EF4-FFF2-40B4-BE49-F238E27FC236}">
                <a16:creationId xmlns:a16="http://schemas.microsoft.com/office/drawing/2014/main" id="{E85E4F6F-6F80-4962-907E-F0CEF1A0EC72}"/>
              </a:ext>
            </a:extLst>
          </p:cNvPr>
          <p:cNvSpPr>
            <a:spLocks xmlns:a="http://schemas.openxmlformats.org/drawingml/2006/main" noGrp="1"/>
          </p:cNvSpPr>
          <p:nvPr/>
        </p:nvSpPr>
        <p:spPr>
          <a:xfrm xmlns:a="http://schemas.openxmlformats.org/drawingml/2006/main">
            <a:off x="3662324" y="6459379"/>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64" name="native-text-046">
            <a:extLst xmlns:a="http://schemas.openxmlformats.org/drawingml/2006/main">
              <a:ext uri="{FF2B5EF4-FFF2-40B4-BE49-F238E27FC236}">
                <a16:creationId xmlns:a16="http://schemas.microsoft.com/office/drawing/2014/main" id="{C6BBA8CF-8C57-4391-9B5C-5D62939C4CCF}"/>
              </a:ext>
            </a:extLst>
          </p:cNvPr>
          <p:cNvSpPr>
            <a:spLocks xmlns:a="http://schemas.openxmlformats.org/drawingml/2006/main" noGrp="1"/>
          </p:cNvSpPr>
          <p:nvPr/>
        </p:nvSpPr>
        <p:spPr>
          <a:xfrm xmlns:a="http://schemas.openxmlformats.org/drawingml/2006/main" rot="0">
            <a:off x="3314567" y="6366415"/>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0.60</a:t>
            </a:r>
          </a:p>
        </p:txBody>
      </p:sp>
      <p:sp>
        <p:nvSpPr>
          <p:cNvPr id="165" name="marker-147">
            <a:extLst xmlns:a="http://schemas.openxmlformats.org/drawingml/2006/main">
              <a:ext uri="{FF2B5EF4-FFF2-40B4-BE49-F238E27FC236}">
                <a16:creationId xmlns:a16="http://schemas.microsoft.com/office/drawing/2014/main" id="{C6ED971B-1AA6-45BD-B305-2D58EC25C3FB}"/>
              </a:ext>
            </a:extLst>
          </p:cNvPr>
          <p:cNvSpPr>
            <a:spLocks xmlns:a="http://schemas.openxmlformats.org/drawingml/2006/main" noGrp="1"/>
          </p:cNvSpPr>
          <p:nvPr/>
        </p:nvSpPr>
        <p:spPr>
          <a:xfrm xmlns:a="http://schemas.openxmlformats.org/drawingml/2006/main">
            <a:off x="3662324" y="6121837"/>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66" name="native-text-047">
            <a:extLst xmlns:a="http://schemas.openxmlformats.org/drawingml/2006/main">
              <a:ext uri="{FF2B5EF4-FFF2-40B4-BE49-F238E27FC236}">
                <a16:creationId xmlns:a16="http://schemas.microsoft.com/office/drawing/2014/main" id="{F416D954-3E96-4C1A-9E8D-7C739F6D372A}"/>
              </a:ext>
            </a:extLst>
          </p:cNvPr>
          <p:cNvSpPr>
            <a:spLocks xmlns:a="http://schemas.openxmlformats.org/drawingml/2006/main" noGrp="1"/>
          </p:cNvSpPr>
          <p:nvPr/>
        </p:nvSpPr>
        <p:spPr>
          <a:xfrm xmlns:a="http://schemas.openxmlformats.org/drawingml/2006/main" rot="0">
            <a:off x="3314567" y="6028873"/>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0.75</a:t>
            </a:r>
          </a:p>
        </p:txBody>
      </p:sp>
      <p:sp>
        <p:nvSpPr>
          <p:cNvPr id="167" name="path-149">
            <a:extLst xmlns:a="http://schemas.openxmlformats.org/drawingml/2006/main">
              <a:ext uri="{FF2B5EF4-FFF2-40B4-BE49-F238E27FC236}">
                <a16:creationId xmlns:a16="http://schemas.microsoft.com/office/drawing/2014/main" id="{960012B9-0780-4E3F-87EC-3EC69C090AE3}"/>
              </a:ext>
            </a:extLst>
          </p:cNvPr>
          <p:cNvSpPr>
            <a:spLocks xmlns:a="http://schemas.openxmlformats.org/drawingml/2006/main" noGrp="1"/>
          </p:cNvSpPr>
          <p:nvPr/>
        </p:nvSpPr>
        <p:spPr>
          <a:xfrm xmlns:a="http://schemas.openxmlformats.org/drawingml/2006/main">
            <a:off x="3681374" y="6009323"/>
            <a:ext cx="10" cy="900113"/>
          </a:xfrm>
          <a:custGeom xmlns:a="http://schemas.openxmlformats.org/drawingml/2006/main">
            <a:pathLst>
              <a:path w="10" h="900113">
                <a:moveTo>
                  <a:pt x="0" y="900113"/>
                </a:moveTo>
                <a:lnTo>
                  <a:pt x="0" y="0"/>
                </a:lnTo>
              </a:path>
            </a:pathLst>
          </a:custGeom>
          <a:noFill xmlns:a="http://schemas.openxmlformats.org/drawingml/2006/main"/>
          <a:ln xmlns:a="http://schemas.openxmlformats.org/drawingml/2006/main" w="7620">
            <a:solidFill>
              <a:srgbClr val="68727A"/>
            </a:solidFill>
            <a:prstDash val="solid"/>
          </a:ln>
        </p:spPr>
      </p:sp>
      <p:sp>
        <p:nvSpPr>
          <p:cNvPr id="168" name="path-150">
            <a:extLst xmlns:a="http://schemas.openxmlformats.org/drawingml/2006/main">
              <a:ext uri="{FF2B5EF4-FFF2-40B4-BE49-F238E27FC236}">
                <a16:creationId xmlns:a16="http://schemas.microsoft.com/office/drawing/2014/main" id="{91212F0E-38FD-4221-97B7-75E7829D8E89}"/>
              </a:ext>
            </a:extLst>
          </p:cNvPr>
          <p:cNvSpPr>
            <a:spLocks xmlns:a="http://schemas.openxmlformats.org/drawingml/2006/main" noGrp="1"/>
          </p:cNvSpPr>
          <p:nvPr/>
        </p:nvSpPr>
        <p:spPr>
          <a:xfrm xmlns:a="http://schemas.openxmlformats.org/drawingml/2006/main">
            <a:off x="3681374" y="6909435"/>
            <a:ext cx="181051" cy="10"/>
          </a:xfrm>
          <a:custGeom xmlns:a="http://schemas.openxmlformats.org/drawingml/2006/main">
            <a:pathLst>
              <a:path w="181051" h="10">
                <a:moveTo>
                  <a:pt x="0" y="0"/>
                </a:moveTo>
                <a:lnTo>
                  <a:pt x="181051" y="0"/>
                </a:lnTo>
              </a:path>
            </a:pathLst>
          </a:custGeom>
          <a:noFill xmlns:a="http://schemas.openxmlformats.org/drawingml/2006/main"/>
          <a:ln xmlns:a="http://schemas.openxmlformats.org/drawingml/2006/main" w="7620">
            <a:solidFill>
              <a:srgbClr val="68727A"/>
            </a:solidFill>
            <a:prstDash val="solid"/>
          </a:ln>
        </p:spPr>
      </p:sp>
      <p:sp>
        <p:nvSpPr>
          <p:cNvPr id="169" name="path-151">
            <a:extLst xmlns:a="http://schemas.openxmlformats.org/drawingml/2006/main">
              <a:ext uri="{FF2B5EF4-FFF2-40B4-BE49-F238E27FC236}">
                <a16:creationId xmlns:a16="http://schemas.microsoft.com/office/drawing/2014/main" id="{12D47BAD-5E46-49BC-B944-194C9CFC16A7}"/>
              </a:ext>
            </a:extLst>
          </p:cNvPr>
          <p:cNvSpPr>
            <a:spLocks xmlns:a="http://schemas.openxmlformats.org/drawingml/2006/main" noGrp="1"/>
          </p:cNvSpPr>
          <p:nvPr/>
        </p:nvSpPr>
        <p:spPr>
          <a:xfrm xmlns:a="http://schemas.openxmlformats.org/drawingml/2006/main">
            <a:off x="3771900" y="6358195"/>
            <a:ext cx="10" cy="157250"/>
          </a:xfrm>
          <a:custGeom xmlns:a="http://schemas.openxmlformats.org/drawingml/2006/main">
            <a:pathLst>
              <a:path w="10" h="157250">
                <a:moveTo>
                  <a:pt x="0" y="0"/>
                </a:moveTo>
                <a:lnTo>
                  <a:pt x="0" y="157250"/>
                </a:lnTo>
              </a:path>
            </a:pathLst>
          </a:custGeom>
          <a:noFill xmlns:a="http://schemas.openxmlformats.org/drawingml/2006/main"/>
          <a:ln xmlns:a="http://schemas.openxmlformats.org/drawingml/2006/main" w="33338">
            <a:solidFill>
              <a:srgbClr val="FFFFFF"/>
            </a:solidFill>
            <a:prstDash val="solid"/>
          </a:ln>
        </p:spPr>
      </p:sp>
      <p:sp>
        <p:nvSpPr>
          <p:cNvPr id="170" name="path-152">
            <a:extLst xmlns:a="http://schemas.openxmlformats.org/drawingml/2006/main">
              <a:ext uri="{FF2B5EF4-FFF2-40B4-BE49-F238E27FC236}">
                <a16:creationId xmlns:a16="http://schemas.microsoft.com/office/drawing/2014/main" id="{3CD7DA27-A21C-4C9F-9EE8-FD66365BEC97}"/>
              </a:ext>
            </a:extLst>
          </p:cNvPr>
          <p:cNvSpPr>
            <a:spLocks xmlns:a="http://schemas.openxmlformats.org/drawingml/2006/main" noGrp="1"/>
          </p:cNvSpPr>
          <p:nvPr/>
        </p:nvSpPr>
        <p:spPr>
          <a:xfrm xmlns:a="http://schemas.openxmlformats.org/drawingml/2006/main">
            <a:off x="3771900" y="6358195"/>
            <a:ext cx="10" cy="157250"/>
          </a:xfrm>
          <a:custGeom xmlns:a="http://schemas.openxmlformats.org/drawingml/2006/main">
            <a:pathLst>
              <a:path w="10" h="157250">
                <a:moveTo>
                  <a:pt x="0" y="0"/>
                </a:moveTo>
                <a:lnTo>
                  <a:pt x="0" y="157250"/>
                </a:lnTo>
              </a:path>
            </a:pathLst>
          </a:custGeom>
          <a:noFill xmlns:a="http://schemas.openxmlformats.org/drawingml/2006/main"/>
          <a:ln xmlns:a="http://schemas.openxmlformats.org/drawingml/2006/main" w="19050">
            <a:solidFill>
              <a:srgbClr val="007858"/>
            </a:solidFill>
            <a:prstDash val="solid"/>
          </a:ln>
        </p:spPr>
      </p:sp>
      <p:sp>
        <p:nvSpPr>
          <p:cNvPr id="171" name="path-153">
            <a:extLst xmlns:a="http://schemas.openxmlformats.org/drawingml/2006/main">
              <a:ext uri="{FF2B5EF4-FFF2-40B4-BE49-F238E27FC236}">
                <a16:creationId xmlns:a16="http://schemas.microsoft.com/office/drawing/2014/main" id="{4B9FC87A-62D3-4DA8-9D80-D5B93F9F0FE2}"/>
              </a:ext>
            </a:extLst>
          </p:cNvPr>
          <p:cNvSpPr>
            <a:spLocks xmlns:a="http://schemas.openxmlformats.org/drawingml/2006/main" noGrp="1"/>
          </p:cNvSpPr>
          <p:nvPr/>
        </p:nvSpPr>
        <p:spPr>
          <a:xfrm xmlns:a="http://schemas.openxmlformats.org/drawingml/2006/main">
            <a:off x="3771900" y="6189921"/>
            <a:ext cx="10" cy="194755"/>
          </a:xfrm>
          <a:custGeom xmlns:a="http://schemas.openxmlformats.org/drawingml/2006/main">
            <a:pathLst>
              <a:path w="10" h="194755">
                <a:moveTo>
                  <a:pt x="0" y="194755"/>
                </a:moveTo>
                <a:lnTo>
                  <a:pt x="0" y="0"/>
                </a:lnTo>
              </a:path>
            </a:pathLst>
          </a:custGeom>
          <a:noFill xmlns:a="http://schemas.openxmlformats.org/drawingml/2006/main"/>
          <a:ln xmlns:a="http://schemas.openxmlformats.org/drawingml/2006/main" w="33338">
            <a:solidFill>
              <a:srgbClr val="FFFFFF"/>
            </a:solidFill>
            <a:prstDash val="solid"/>
          </a:ln>
        </p:spPr>
      </p:sp>
      <p:sp>
        <p:nvSpPr>
          <p:cNvPr id="172" name="path-154">
            <a:extLst xmlns:a="http://schemas.openxmlformats.org/drawingml/2006/main">
              <a:ext uri="{FF2B5EF4-FFF2-40B4-BE49-F238E27FC236}">
                <a16:creationId xmlns:a16="http://schemas.microsoft.com/office/drawing/2014/main" id="{024634C9-B70E-45A1-B7A1-DA278E61C0B3}"/>
              </a:ext>
            </a:extLst>
          </p:cNvPr>
          <p:cNvSpPr>
            <a:spLocks xmlns:a="http://schemas.openxmlformats.org/drawingml/2006/main" noGrp="1"/>
          </p:cNvSpPr>
          <p:nvPr/>
        </p:nvSpPr>
        <p:spPr>
          <a:xfrm xmlns:a="http://schemas.openxmlformats.org/drawingml/2006/main">
            <a:off x="3771900" y="6189921"/>
            <a:ext cx="10" cy="194755"/>
          </a:xfrm>
          <a:custGeom xmlns:a="http://schemas.openxmlformats.org/drawingml/2006/main">
            <a:pathLst>
              <a:path w="10" h="194755">
                <a:moveTo>
                  <a:pt x="0" y="194755"/>
                </a:moveTo>
                <a:lnTo>
                  <a:pt x="0" y="0"/>
                </a:lnTo>
              </a:path>
            </a:pathLst>
          </a:custGeom>
          <a:noFill xmlns:a="http://schemas.openxmlformats.org/drawingml/2006/main"/>
          <a:ln xmlns:a="http://schemas.openxmlformats.org/drawingml/2006/main" w="19050">
            <a:solidFill>
              <a:srgbClr val="A02C87"/>
            </a:solidFill>
            <a:prstDash val="solid"/>
          </a:ln>
        </p:spPr>
      </p:sp>
      <p:sp>
        <p:nvSpPr>
          <p:cNvPr id="173" name="marker-155">
            <a:extLst xmlns:a="http://schemas.openxmlformats.org/drawingml/2006/main">
              <a:ext uri="{FF2B5EF4-FFF2-40B4-BE49-F238E27FC236}">
                <a16:creationId xmlns:a16="http://schemas.microsoft.com/office/drawing/2014/main" id="{81793CFF-6A82-4C6C-ACC3-32ACE06CB8C3}"/>
              </a:ext>
            </a:extLst>
          </p:cNvPr>
          <p:cNvSpPr>
            <a:spLocks xmlns:a="http://schemas.openxmlformats.org/drawingml/2006/main" noGrp="1"/>
          </p:cNvSpPr>
          <p:nvPr/>
        </p:nvSpPr>
        <p:spPr>
          <a:xfrm xmlns:a="http://schemas.openxmlformats.org/drawingml/2006/main">
            <a:off x="3744959" y="6488505"/>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74" name="marker-156">
            <a:extLst xmlns:a="http://schemas.openxmlformats.org/drawingml/2006/main">
              <a:ext uri="{FF2B5EF4-FFF2-40B4-BE49-F238E27FC236}">
                <a16:creationId xmlns:a16="http://schemas.microsoft.com/office/drawing/2014/main" id="{C7100847-A3E7-436F-9CE0-8166193673F4}"/>
              </a:ext>
            </a:extLst>
          </p:cNvPr>
          <p:cNvSpPr>
            <a:spLocks xmlns:a="http://schemas.openxmlformats.org/drawingml/2006/main" noGrp="1"/>
          </p:cNvSpPr>
          <p:nvPr/>
        </p:nvSpPr>
        <p:spPr>
          <a:xfrm xmlns:a="http://schemas.openxmlformats.org/drawingml/2006/main">
            <a:off x="3744959" y="6162980"/>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75" name="marker-157">
            <a:extLst xmlns:a="http://schemas.openxmlformats.org/drawingml/2006/main">
              <a:ext uri="{FF2B5EF4-FFF2-40B4-BE49-F238E27FC236}">
                <a16:creationId xmlns:a16="http://schemas.microsoft.com/office/drawing/2014/main" id="{B15E071F-6935-4B99-9AA0-A64E9F7642B1}"/>
              </a:ext>
            </a:extLst>
          </p:cNvPr>
          <p:cNvSpPr>
            <a:spLocks xmlns:a="http://schemas.openxmlformats.org/drawingml/2006/main" noGrp="1"/>
          </p:cNvSpPr>
          <p:nvPr/>
        </p:nvSpPr>
        <p:spPr>
          <a:xfrm xmlns:a="http://schemas.openxmlformats.org/drawingml/2006/main">
            <a:off x="3749040" y="6335335"/>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9525">
            <a:solidFill>
              <a:srgbClr val="FFFFFF"/>
            </a:solidFill>
            <a:prstDash val="solid"/>
          </a:ln>
        </p:spPr>
      </p:sp>
      <p:sp>
        <p:nvSpPr>
          <p:cNvPr id="176" name="marker-158">
            <a:extLst xmlns:a="http://schemas.openxmlformats.org/drawingml/2006/main">
              <a:ext uri="{FF2B5EF4-FFF2-40B4-BE49-F238E27FC236}">
                <a16:creationId xmlns:a16="http://schemas.microsoft.com/office/drawing/2014/main" id="{6A6404E7-A0F0-4B52-9D7D-6E57FC010269}"/>
              </a:ext>
            </a:extLst>
          </p:cNvPr>
          <p:cNvSpPr>
            <a:spLocks xmlns:a="http://schemas.openxmlformats.org/drawingml/2006/main" noGrp="1"/>
          </p:cNvSpPr>
          <p:nvPr/>
        </p:nvSpPr>
        <p:spPr>
          <a:xfrm xmlns:a="http://schemas.openxmlformats.org/drawingml/2006/main">
            <a:off x="3749040" y="636181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9525">
            <a:solidFill>
              <a:srgbClr val="FFFFFF"/>
            </a:solidFill>
            <a:prstDash val="solid"/>
          </a:ln>
        </p:spPr>
      </p:sp>
      <p:sp>
        <p:nvSpPr>
          <p:cNvPr id="177" name="native-text-043">
            <a:extLst xmlns:a="http://schemas.openxmlformats.org/drawingml/2006/main">
              <a:ext uri="{FF2B5EF4-FFF2-40B4-BE49-F238E27FC236}">
                <a16:creationId xmlns:a16="http://schemas.microsoft.com/office/drawing/2014/main" id="{646B8175-3E3C-429F-9785-CE66795189FE}"/>
              </a:ext>
            </a:extLst>
          </p:cNvPr>
          <p:cNvSpPr>
            <a:spLocks xmlns:a="http://schemas.openxmlformats.org/drawingml/2006/main" noGrp="1"/>
          </p:cNvSpPr>
          <p:nvPr/>
        </p:nvSpPr>
        <p:spPr>
          <a:xfrm xmlns:a="http://schemas.openxmlformats.org/drawingml/2006/main" rot="0">
            <a:off x="3848100" y="6333811"/>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7858"/>
                </a:solidFill>
                <a:latin typeface="Helvetica"/>
                <a:ea typeface="Helvetica"/>
                <a:cs typeface="Helvetica"/>
              </a:defRPr>
            </a:defPPr>
            <a:lvl1pPr algn="ctr">
              <a:buNone/>
              <a:defRPr sz="1650" b="0">
                <a:solidFill>
                  <a:srgbClr val="007858"/>
                </a:solidFill>
                <a:latin typeface="Helvetica"/>
                <a:ea typeface="Helvetica"/>
                <a:cs typeface="Helvetica"/>
              </a:defRPr>
            </a:lvl1pPr>
            <a:lvl2pPr algn="ctr">
              <a:buNone/>
              <a:defRPr sz="1650" b="0">
                <a:solidFill>
                  <a:srgbClr val="007858"/>
                </a:solidFill>
                <a:latin typeface="Helvetica"/>
                <a:ea typeface="Helvetica"/>
                <a:cs typeface="Helvetica"/>
              </a:defRPr>
            </a:lvl2pPr>
            <a:lvl3pPr algn="ctr">
              <a:buNone/>
              <a:defRPr sz="1650" b="0">
                <a:solidFill>
                  <a:srgbClr val="007858"/>
                </a:solidFill>
                <a:latin typeface="Helvetica"/>
                <a:ea typeface="Helvetica"/>
                <a:cs typeface="Helvetica"/>
              </a:defRPr>
            </a:lvl3pPr>
            <a:lvl4pPr algn="ctr">
              <a:buNone/>
              <a:defRPr sz="1650" b="0">
                <a:solidFill>
                  <a:srgbClr val="007858"/>
                </a:solidFill>
                <a:latin typeface="Helvetica"/>
                <a:ea typeface="Helvetica"/>
                <a:cs typeface="Helvetica"/>
              </a:defRPr>
            </a:lvl4pPr>
            <a:lvl5pPr algn="ctr">
              <a:buNone/>
              <a:defRPr sz="1650" b="0">
                <a:solidFill>
                  <a:srgbClr val="007858"/>
                </a:solidFill>
                <a:latin typeface="Helvetica"/>
                <a:ea typeface="Helvetica"/>
                <a:cs typeface="Helvetica"/>
              </a:defRPr>
            </a:lvl5pPr>
            <a:lvl6pPr algn="ctr">
              <a:buNone/>
              <a:defRPr sz="1650" b="0">
                <a:solidFill>
                  <a:srgbClr val="007858"/>
                </a:solidFill>
                <a:latin typeface="Helvetica"/>
                <a:ea typeface="Helvetica"/>
                <a:cs typeface="Helvetica"/>
              </a:defRPr>
            </a:lvl6pPr>
            <a:lvl7pPr algn="ctr">
              <a:buNone/>
              <a:defRPr sz="1650" b="0">
                <a:solidFill>
                  <a:srgbClr val="007858"/>
                </a:solidFill>
                <a:latin typeface="Helvetica"/>
                <a:ea typeface="Helvetica"/>
                <a:cs typeface="Helvetica"/>
              </a:defRPr>
            </a:lvl7pPr>
            <a:lvl8pPr algn="ctr">
              <a:buNone/>
              <a:defRPr sz="1650" b="0">
                <a:solidFill>
                  <a:srgbClr val="007858"/>
                </a:solidFill>
                <a:latin typeface="Helvetica"/>
                <a:ea typeface="Helvetica"/>
                <a:cs typeface="Helvetica"/>
              </a:defRPr>
            </a:lvl8pPr>
            <a:lvl9pPr algn="ctr">
              <a:buNone/>
              <a:defRPr sz="1650" b="0">
                <a:solidFill>
                  <a:srgbClr val="007858"/>
                </a:solidFill>
                <a:latin typeface="Helvetica"/>
                <a:ea typeface="Helvetica"/>
                <a:cs typeface="Helvetica"/>
              </a:defRPr>
            </a:lvl9pPr>
          </a:lstStyle>
          <a:p xmlns:a="http://schemas.openxmlformats.org/drawingml/2006/main">
            <a:pPr algn="ctr">
              <a:buNone/>
              <a:defRPr sz="1650" b="0">
                <a:solidFill>
                  <a:srgbClr val="007858"/>
                </a:solidFill>
                <a:latin typeface="Helvetica"/>
                <a:ea typeface="Helvetica"/>
                <a:cs typeface="Helvetica"/>
              </a:defRPr>
            </a:pPr>
            <a:r>
              <a:rPr sz="1650" b="0">
                <a:solidFill>
                  <a:srgbClr val="007858"/>
                </a:solidFill>
                <a:latin typeface="Helvetica"/>
                <a:ea typeface="Helvetica"/>
                <a:cs typeface="Helvetica"/>
              </a:rPr>
              <a:t>A14</a:t>
            </a:r>
          </a:p>
        </p:txBody>
      </p:sp>
      <p:sp>
        <p:nvSpPr>
          <p:cNvPr id="178" name="native-text-044">
            <a:extLst xmlns:a="http://schemas.openxmlformats.org/drawingml/2006/main">
              <a:ext uri="{FF2B5EF4-FFF2-40B4-BE49-F238E27FC236}">
                <a16:creationId xmlns:a16="http://schemas.microsoft.com/office/drawing/2014/main" id="{E0F4A028-F00C-4808-9515-AC0EB4C3DED1}"/>
              </a:ext>
            </a:extLst>
          </p:cNvPr>
          <p:cNvSpPr>
            <a:spLocks xmlns:a="http://schemas.openxmlformats.org/drawingml/2006/main" noGrp="1"/>
          </p:cNvSpPr>
          <p:nvPr/>
        </p:nvSpPr>
        <p:spPr>
          <a:xfrm xmlns:a="http://schemas.openxmlformats.org/drawingml/2006/main" rot="0">
            <a:off x="3848100" y="6112642"/>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A02C87"/>
                </a:solidFill>
                <a:latin typeface="Helvetica"/>
                <a:ea typeface="Helvetica"/>
                <a:cs typeface="Helvetica"/>
              </a:defRPr>
            </a:defPPr>
            <a:lvl1pPr algn="ctr">
              <a:buNone/>
              <a:defRPr sz="1650" b="0">
                <a:solidFill>
                  <a:srgbClr val="A02C87"/>
                </a:solidFill>
                <a:latin typeface="Helvetica"/>
                <a:ea typeface="Helvetica"/>
                <a:cs typeface="Helvetica"/>
              </a:defRPr>
            </a:lvl1pPr>
            <a:lvl2pPr algn="ctr">
              <a:buNone/>
              <a:defRPr sz="1650" b="0">
                <a:solidFill>
                  <a:srgbClr val="A02C87"/>
                </a:solidFill>
                <a:latin typeface="Helvetica"/>
                <a:ea typeface="Helvetica"/>
                <a:cs typeface="Helvetica"/>
              </a:defRPr>
            </a:lvl2pPr>
            <a:lvl3pPr algn="ctr">
              <a:buNone/>
              <a:defRPr sz="1650" b="0">
                <a:solidFill>
                  <a:srgbClr val="A02C87"/>
                </a:solidFill>
                <a:latin typeface="Helvetica"/>
                <a:ea typeface="Helvetica"/>
                <a:cs typeface="Helvetica"/>
              </a:defRPr>
            </a:lvl3pPr>
            <a:lvl4pPr algn="ctr">
              <a:buNone/>
              <a:defRPr sz="1650" b="0">
                <a:solidFill>
                  <a:srgbClr val="A02C87"/>
                </a:solidFill>
                <a:latin typeface="Helvetica"/>
                <a:ea typeface="Helvetica"/>
                <a:cs typeface="Helvetica"/>
              </a:defRPr>
            </a:lvl4pPr>
            <a:lvl5pPr algn="ctr">
              <a:buNone/>
              <a:defRPr sz="1650" b="0">
                <a:solidFill>
                  <a:srgbClr val="A02C87"/>
                </a:solidFill>
                <a:latin typeface="Helvetica"/>
                <a:ea typeface="Helvetica"/>
                <a:cs typeface="Helvetica"/>
              </a:defRPr>
            </a:lvl5pPr>
            <a:lvl6pPr algn="ctr">
              <a:buNone/>
              <a:defRPr sz="1650" b="0">
                <a:solidFill>
                  <a:srgbClr val="A02C87"/>
                </a:solidFill>
                <a:latin typeface="Helvetica"/>
                <a:ea typeface="Helvetica"/>
                <a:cs typeface="Helvetica"/>
              </a:defRPr>
            </a:lvl6pPr>
            <a:lvl7pPr algn="ctr">
              <a:buNone/>
              <a:defRPr sz="1650" b="0">
                <a:solidFill>
                  <a:srgbClr val="A02C87"/>
                </a:solidFill>
                <a:latin typeface="Helvetica"/>
                <a:ea typeface="Helvetica"/>
                <a:cs typeface="Helvetica"/>
              </a:defRPr>
            </a:lvl7pPr>
            <a:lvl8pPr algn="ctr">
              <a:buNone/>
              <a:defRPr sz="1650" b="0">
                <a:solidFill>
                  <a:srgbClr val="A02C87"/>
                </a:solidFill>
                <a:latin typeface="Helvetica"/>
                <a:ea typeface="Helvetica"/>
                <a:cs typeface="Helvetica"/>
              </a:defRPr>
            </a:lvl8pPr>
            <a:lvl9pPr algn="ctr">
              <a:buNone/>
              <a:defRPr sz="1650" b="0">
                <a:solidFill>
                  <a:srgbClr val="A02C87"/>
                </a:solidFill>
                <a:latin typeface="Helvetica"/>
                <a:ea typeface="Helvetica"/>
                <a:cs typeface="Helvetica"/>
              </a:defRPr>
            </a:lvl9pPr>
          </a:lstStyle>
          <a:p xmlns:a="http://schemas.openxmlformats.org/drawingml/2006/main">
            <a:pPr algn="ctr">
              <a:buNone/>
              <a:defRPr sz="1650" b="0">
                <a:solidFill>
                  <a:srgbClr val="A02C87"/>
                </a:solidFill>
                <a:latin typeface="Helvetica"/>
                <a:ea typeface="Helvetica"/>
                <a:cs typeface="Helvetica"/>
              </a:defRPr>
            </a:pPr>
            <a:r>
              <a:rPr sz="1650" b="0">
                <a:solidFill>
                  <a:srgbClr val="A02C87"/>
                </a:solidFill>
                <a:latin typeface="Helvetica"/>
                <a:ea typeface="Helvetica"/>
                <a:cs typeface="Helvetica"/>
              </a:rPr>
              <a:t>B14</a:t>
            </a:r>
          </a:p>
        </p:txBody>
      </p:sp>
      <p:sp>
        <p:nvSpPr>
          <p:cNvPr id="179" name="path-161">
            <a:extLst xmlns:a="http://schemas.openxmlformats.org/drawingml/2006/main">
              <a:ext uri="{FF2B5EF4-FFF2-40B4-BE49-F238E27FC236}">
                <a16:creationId xmlns:a16="http://schemas.microsoft.com/office/drawing/2014/main" id="{1DE670EC-F0F5-4B86-B80F-790C9CC3824F}"/>
              </a:ext>
            </a:extLst>
          </p:cNvPr>
          <p:cNvSpPr>
            <a:spLocks xmlns:a="http://schemas.openxmlformats.org/drawingml/2006/main" noGrp="1"/>
          </p:cNvSpPr>
          <p:nvPr/>
        </p:nvSpPr>
        <p:spPr>
          <a:xfrm xmlns:a="http://schemas.openxmlformats.org/drawingml/2006/main">
            <a:off x="984500" y="7821198"/>
            <a:ext cx="2309673" cy="10"/>
          </a:xfrm>
          <a:custGeom xmlns:a="http://schemas.openxmlformats.org/drawingml/2006/main">
            <a:pathLst>
              <a:path w="2309673" h="10">
                <a:moveTo>
                  <a:pt x="0" y="0"/>
                </a:moveTo>
                <a:quadBezTo>
                  <a:pt x="1161226" y="0"/>
                  <a:pt x="2309673" y="0"/>
                </a:quadBezTo>
              </a:path>
            </a:pathLst>
          </a:custGeom>
          <a:noFill xmlns:a="http://schemas.openxmlformats.org/drawingml/2006/main"/>
          <a:ln xmlns:a="http://schemas.openxmlformats.org/drawingml/2006/main" w="11430">
            <a:solidFill>
              <a:srgbClr val="647480"/>
            </a:solidFill>
            <a:prstDash val="solid"/>
          </a:ln>
        </p:spPr>
      </p:sp>
      <p:sp>
        <p:nvSpPr>
          <p:cNvPr id="180" name="path-162">
            <a:extLst xmlns:a="http://schemas.openxmlformats.org/drawingml/2006/main">
              <a:ext uri="{FF2B5EF4-FFF2-40B4-BE49-F238E27FC236}">
                <a16:creationId xmlns:a16="http://schemas.microsoft.com/office/drawing/2014/main" id="{96CB5722-1344-4191-AE82-557C1C968FA2}"/>
              </a:ext>
            </a:extLst>
          </p:cNvPr>
          <p:cNvSpPr>
            <a:spLocks xmlns:a="http://schemas.openxmlformats.org/drawingml/2006/main" noGrp="1"/>
          </p:cNvSpPr>
          <p:nvPr/>
        </p:nvSpPr>
        <p:spPr>
          <a:xfrm xmlns:a="http://schemas.openxmlformats.org/drawingml/2006/main">
            <a:off x="3210353" y="7779288"/>
            <a:ext cx="83820" cy="83820"/>
          </a:xfrm>
          <a:custGeom xmlns:a="http://schemas.openxmlformats.org/drawingml/2006/main">
            <a:pathLst>
              <a:path w="83820" h="83820">
                <a:moveTo>
                  <a:pt x="0" y="0"/>
                </a:moveTo>
                <a:lnTo>
                  <a:pt x="83820" y="41910"/>
                </a:lnTo>
                <a:lnTo>
                  <a:pt x="0" y="83820"/>
                </a:lnTo>
              </a:path>
            </a:pathLst>
          </a:custGeom>
          <a:noFill xmlns:a="http://schemas.openxmlformats.org/drawingml/2006/main"/>
          <a:ln xmlns:a="http://schemas.openxmlformats.org/drawingml/2006/main" w="11430">
            <a:solidFill>
              <a:srgbClr val="647480"/>
            </a:solidFill>
            <a:prstDash val="solid"/>
          </a:ln>
        </p:spPr>
      </p:sp>
      <p:sp>
        <p:nvSpPr>
          <p:cNvPr id="181" name="native-text-048">
            <a:extLst xmlns:a="http://schemas.openxmlformats.org/drawingml/2006/main">
              <a:ext uri="{FF2B5EF4-FFF2-40B4-BE49-F238E27FC236}">
                <a16:creationId xmlns:a16="http://schemas.microsoft.com/office/drawing/2014/main" id="{63FDC5FF-FCF4-419D-AEA7-1A75FB5F0535}"/>
              </a:ext>
            </a:extLst>
          </p:cNvPr>
          <p:cNvSpPr>
            <a:spLocks xmlns:a="http://schemas.openxmlformats.org/drawingml/2006/main" noGrp="1"/>
          </p:cNvSpPr>
          <p:nvPr/>
        </p:nvSpPr>
        <p:spPr>
          <a:xfrm xmlns:a="http://schemas.openxmlformats.org/drawingml/2006/main" rot="0">
            <a:off x="763184" y="7680228"/>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q</a:t>
            </a:r>
          </a:p>
        </p:txBody>
      </p:sp>
      <p:sp>
        <p:nvSpPr>
          <p:cNvPr id="182" name="path-164">
            <a:extLst xmlns:a="http://schemas.openxmlformats.org/drawingml/2006/main">
              <a:ext uri="{FF2B5EF4-FFF2-40B4-BE49-F238E27FC236}">
                <a16:creationId xmlns:a16="http://schemas.microsoft.com/office/drawing/2014/main" id="{5C9503DC-2049-4B24-B272-71FEC1885FA5}"/>
              </a:ext>
            </a:extLst>
          </p:cNvPr>
          <p:cNvSpPr>
            <a:spLocks xmlns:a="http://schemas.openxmlformats.org/drawingml/2006/main" noGrp="1"/>
          </p:cNvSpPr>
          <p:nvPr/>
        </p:nvSpPr>
        <p:spPr>
          <a:xfrm xmlns:a="http://schemas.openxmlformats.org/drawingml/2006/main">
            <a:off x="2518750" y="7314481"/>
            <a:ext cx="10" cy="506717"/>
          </a:xfrm>
          <a:custGeom xmlns:a="http://schemas.openxmlformats.org/drawingml/2006/main">
            <a:pathLst>
              <a:path w="10" h="506717">
                <a:moveTo>
                  <a:pt x="0" y="0"/>
                </a:moveTo>
                <a:lnTo>
                  <a:pt x="0" y="506717"/>
                </a:lnTo>
              </a:path>
            </a:pathLst>
          </a:custGeom>
          <a:noFill xmlns:a="http://schemas.openxmlformats.org/drawingml/2006/main"/>
          <a:ln xmlns:a="http://schemas.openxmlformats.org/drawingml/2006/main" w="10478">
            <a:solidFill>
              <a:srgbClr val="007858">
                <a:alpha val="85000"/>
              </a:srgbClr>
            </a:solidFill>
            <a:prstDash val="dash"/>
          </a:ln>
        </p:spPr>
      </p:sp>
      <p:sp>
        <p:nvSpPr>
          <p:cNvPr id="183" name="path-165">
            <a:extLst xmlns:a="http://schemas.openxmlformats.org/drawingml/2006/main">
              <a:ext uri="{FF2B5EF4-FFF2-40B4-BE49-F238E27FC236}">
                <a16:creationId xmlns:a16="http://schemas.microsoft.com/office/drawing/2014/main" id="{7CF5C019-F1D4-44D4-9E24-BC4FB0529072}"/>
              </a:ext>
            </a:extLst>
          </p:cNvPr>
          <p:cNvSpPr>
            <a:spLocks xmlns:a="http://schemas.openxmlformats.org/drawingml/2006/main" noGrp="1"/>
          </p:cNvSpPr>
          <p:nvPr/>
        </p:nvSpPr>
        <p:spPr>
          <a:xfrm xmlns:a="http://schemas.openxmlformats.org/drawingml/2006/main">
            <a:off x="2737743" y="7224641"/>
            <a:ext cx="10" cy="596558"/>
          </a:xfrm>
          <a:custGeom xmlns:a="http://schemas.openxmlformats.org/drawingml/2006/main">
            <a:pathLst>
              <a:path w="10" h="596558">
                <a:moveTo>
                  <a:pt x="0" y="0"/>
                </a:moveTo>
                <a:lnTo>
                  <a:pt x="0" y="596558"/>
                </a:lnTo>
              </a:path>
            </a:pathLst>
          </a:custGeom>
          <a:noFill xmlns:a="http://schemas.openxmlformats.org/drawingml/2006/main"/>
          <a:ln xmlns:a="http://schemas.openxmlformats.org/drawingml/2006/main" w="10478">
            <a:solidFill>
              <a:srgbClr val="A02C87">
                <a:alpha val="85000"/>
              </a:srgbClr>
            </a:solidFill>
            <a:prstDash val="dash"/>
          </a:ln>
        </p:spPr>
      </p:sp>
      <p:sp>
        <p:nvSpPr>
          <p:cNvPr id="184" name="marker-166">
            <a:extLst xmlns:a="http://schemas.openxmlformats.org/drawingml/2006/main">
              <a:ext uri="{FF2B5EF4-FFF2-40B4-BE49-F238E27FC236}">
                <a16:creationId xmlns:a16="http://schemas.microsoft.com/office/drawing/2014/main" id="{056FFDD0-89DE-445D-8B3B-BD38864924FB}"/>
              </a:ext>
            </a:extLst>
          </p:cNvPr>
          <p:cNvSpPr>
            <a:spLocks xmlns:a="http://schemas.openxmlformats.org/drawingml/2006/main" noGrp="1"/>
          </p:cNvSpPr>
          <p:nvPr/>
        </p:nvSpPr>
        <p:spPr>
          <a:xfrm xmlns:a="http://schemas.openxmlformats.org/drawingml/2006/main">
            <a:off x="2485413" y="7281144"/>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007858"/>
          </a:solidFill>
          <a:ln xmlns:a="http://schemas.openxmlformats.org/drawingml/2006/main" w="11430">
            <a:solidFill>
              <a:srgbClr val="FFFFFF"/>
            </a:solidFill>
            <a:prstDash val="solid"/>
          </a:ln>
        </p:spPr>
      </p:sp>
      <p:sp>
        <p:nvSpPr>
          <p:cNvPr id="185" name="marker-167">
            <a:extLst xmlns:a="http://schemas.openxmlformats.org/drawingml/2006/main">
              <a:ext uri="{FF2B5EF4-FFF2-40B4-BE49-F238E27FC236}">
                <a16:creationId xmlns:a16="http://schemas.microsoft.com/office/drawing/2014/main" id="{9E31E917-92AE-45A4-89E4-3FD4000BB423}"/>
              </a:ext>
            </a:extLst>
          </p:cNvPr>
          <p:cNvSpPr>
            <a:spLocks xmlns:a="http://schemas.openxmlformats.org/drawingml/2006/main" noGrp="1"/>
          </p:cNvSpPr>
          <p:nvPr/>
        </p:nvSpPr>
        <p:spPr>
          <a:xfrm xmlns:a="http://schemas.openxmlformats.org/drawingml/2006/main">
            <a:off x="2704405" y="7191303"/>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A02C87"/>
          </a:solidFill>
          <a:ln xmlns:a="http://schemas.openxmlformats.org/drawingml/2006/main" w="11430">
            <a:solidFill>
              <a:srgbClr val="FFFFFF"/>
            </a:solidFill>
            <a:prstDash val="solid"/>
          </a:ln>
        </p:spPr>
      </p:sp>
      <p:sp>
        <p:nvSpPr>
          <p:cNvPr id="186" name="native-text-049">
            <a:extLst xmlns:a="http://schemas.openxmlformats.org/drawingml/2006/main">
              <a:ext uri="{FF2B5EF4-FFF2-40B4-BE49-F238E27FC236}">
                <a16:creationId xmlns:a16="http://schemas.microsoft.com/office/drawing/2014/main" id="{F6533A07-9CA6-4948-988B-15F194B529F8}"/>
              </a:ext>
            </a:extLst>
          </p:cNvPr>
          <p:cNvSpPr>
            <a:spLocks xmlns:a="http://schemas.openxmlformats.org/drawingml/2006/main" noGrp="1"/>
          </p:cNvSpPr>
          <p:nvPr/>
        </p:nvSpPr>
        <p:spPr>
          <a:xfrm xmlns:a="http://schemas.openxmlformats.org/drawingml/2006/main" rot="0">
            <a:off x="2223475" y="7042447"/>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A15</a:t>
            </a:r>
          </a:p>
        </p:txBody>
      </p:sp>
      <p:sp>
        <p:nvSpPr>
          <p:cNvPr id="187" name="marker-169">
            <a:extLst xmlns:a="http://schemas.openxmlformats.org/drawingml/2006/main">
              <a:ext uri="{FF2B5EF4-FFF2-40B4-BE49-F238E27FC236}">
                <a16:creationId xmlns:a16="http://schemas.microsoft.com/office/drawing/2014/main" id="{7E056683-A8A7-432B-B048-8ED4DD5097CF}"/>
              </a:ext>
            </a:extLst>
          </p:cNvPr>
          <p:cNvSpPr>
            <a:spLocks xmlns:a="http://schemas.openxmlformats.org/drawingml/2006/main" noGrp="1"/>
          </p:cNvSpPr>
          <p:nvPr/>
        </p:nvSpPr>
        <p:spPr>
          <a:xfrm xmlns:a="http://schemas.openxmlformats.org/drawingml/2006/main">
            <a:off x="2485074" y="7787522"/>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88" name="native-text-050">
            <a:extLst xmlns:a="http://schemas.openxmlformats.org/drawingml/2006/main">
              <a:ext uri="{FF2B5EF4-FFF2-40B4-BE49-F238E27FC236}">
                <a16:creationId xmlns:a16="http://schemas.microsoft.com/office/drawing/2014/main" id="{75E36133-4E25-4FF4-826A-42638FAAD8AA}"/>
              </a:ext>
            </a:extLst>
          </p:cNvPr>
          <p:cNvSpPr>
            <a:spLocks xmlns:a="http://schemas.openxmlformats.org/drawingml/2006/main" noGrp="1"/>
          </p:cNvSpPr>
          <p:nvPr/>
        </p:nvSpPr>
        <p:spPr>
          <a:xfrm xmlns:a="http://schemas.openxmlformats.org/drawingml/2006/main" rot="0">
            <a:off x="2766318" y="7200257"/>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B15</a:t>
            </a:r>
          </a:p>
        </p:txBody>
      </p:sp>
      <p:sp>
        <p:nvSpPr>
          <p:cNvPr id="189" name="marker-171">
            <a:extLst xmlns:a="http://schemas.openxmlformats.org/drawingml/2006/main">
              <a:ext uri="{FF2B5EF4-FFF2-40B4-BE49-F238E27FC236}">
                <a16:creationId xmlns:a16="http://schemas.microsoft.com/office/drawing/2014/main" id="{06551532-913F-4EF4-9075-7F71E7216B09}"/>
              </a:ext>
            </a:extLst>
          </p:cNvPr>
          <p:cNvSpPr>
            <a:spLocks xmlns:a="http://schemas.openxmlformats.org/drawingml/2006/main" noGrp="1"/>
          </p:cNvSpPr>
          <p:nvPr/>
        </p:nvSpPr>
        <p:spPr>
          <a:xfrm xmlns:a="http://schemas.openxmlformats.org/drawingml/2006/main">
            <a:off x="2704067" y="7787522"/>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90" name="path-172">
            <a:extLst xmlns:a="http://schemas.openxmlformats.org/drawingml/2006/main">
              <a:ext uri="{FF2B5EF4-FFF2-40B4-BE49-F238E27FC236}">
                <a16:creationId xmlns:a16="http://schemas.microsoft.com/office/drawing/2014/main" id="{B55498E5-E230-4A04-A8C0-6A9F8953F514}"/>
              </a:ext>
            </a:extLst>
          </p:cNvPr>
          <p:cNvSpPr>
            <a:spLocks xmlns:a="http://schemas.openxmlformats.org/drawingml/2006/main" noGrp="1"/>
          </p:cNvSpPr>
          <p:nvPr/>
        </p:nvSpPr>
        <p:spPr>
          <a:xfrm xmlns:a="http://schemas.openxmlformats.org/drawingml/2006/main">
            <a:off x="2518750" y="7759286"/>
            <a:ext cx="61913" cy="61913"/>
          </a:xfrm>
          <a:custGeom xmlns:a="http://schemas.openxmlformats.org/drawingml/2006/main">
            <a:pathLst>
              <a:path w="61913" h="61913">
                <a:moveTo>
                  <a:pt x="61913" y="61913"/>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191" name="path-173">
            <a:extLst xmlns:a="http://schemas.openxmlformats.org/drawingml/2006/main">
              <a:ext uri="{FF2B5EF4-FFF2-40B4-BE49-F238E27FC236}">
                <a16:creationId xmlns:a16="http://schemas.microsoft.com/office/drawing/2014/main" id="{106AD7AB-5B53-4364-BC12-88F2FDAE7ADB}"/>
              </a:ext>
            </a:extLst>
          </p:cNvPr>
          <p:cNvSpPr>
            <a:spLocks xmlns:a="http://schemas.openxmlformats.org/drawingml/2006/main" noGrp="1"/>
          </p:cNvSpPr>
          <p:nvPr/>
        </p:nvSpPr>
        <p:spPr>
          <a:xfrm xmlns:a="http://schemas.openxmlformats.org/drawingml/2006/main">
            <a:off x="2737743" y="7759286"/>
            <a:ext cx="61913" cy="61913"/>
          </a:xfrm>
          <a:custGeom xmlns:a="http://schemas.openxmlformats.org/drawingml/2006/main">
            <a:pathLst>
              <a:path w="61913" h="61913">
                <a:moveTo>
                  <a:pt x="61913" y="61913"/>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192" name="marker-174">
            <a:extLst xmlns:a="http://schemas.openxmlformats.org/drawingml/2006/main">
              <a:ext uri="{FF2B5EF4-FFF2-40B4-BE49-F238E27FC236}">
                <a16:creationId xmlns:a16="http://schemas.microsoft.com/office/drawing/2014/main" id="{12C05578-D7C5-4D87-9854-4F823C7EA303}"/>
              </a:ext>
            </a:extLst>
          </p:cNvPr>
          <p:cNvSpPr>
            <a:spLocks xmlns:a="http://schemas.openxmlformats.org/drawingml/2006/main" noGrp="1"/>
          </p:cNvSpPr>
          <p:nvPr/>
        </p:nvSpPr>
        <p:spPr>
          <a:xfrm xmlns:a="http://schemas.openxmlformats.org/drawingml/2006/main">
            <a:off x="3662324" y="7765613"/>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93" name="native-text-053">
            <a:extLst xmlns:a="http://schemas.openxmlformats.org/drawingml/2006/main">
              <a:ext uri="{FF2B5EF4-FFF2-40B4-BE49-F238E27FC236}">
                <a16:creationId xmlns:a16="http://schemas.microsoft.com/office/drawing/2014/main" id="{255BB1D9-E8F9-4765-9754-73AF0AE18D05}"/>
              </a:ext>
            </a:extLst>
          </p:cNvPr>
          <p:cNvSpPr>
            <a:spLocks xmlns:a="http://schemas.openxmlformats.org/drawingml/2006/main" noGrp="1"/>
          </p:cNvSpPr>
          <p:nvPr/>
        </p:nvSpPr>
        <p:spPr>
          <a:xfrm xmlns:a="http://schemas.openxmlformats.org/drawingml/2006/main" rot="0">
            <a:off x="3315424" y="7672649"/>
            <a:ext cx="365951"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0.45</a:t>
            </a:r>
          </a:p>
        </p:txBody>
      </p:sp>
      <p:sp>
        <p:nvSpPr>
          <p:cNvPr id="194" name="marker-176">
            <a:extLst xmlns:a="http://schemas.openxmlformats.org/drawingml/2006/main">
              <a:ext uri="{FF2B5EF4-FFF2-40B4-BE49-F238E27FC236}">
                <a16:creationId xmlns:a16="http://schemas.microsoft.com/office/drawing/2014/main" id="{D925B880-8305-47B8-845C-2C501808B8CC}"/>
              </a:ext>
            </a:extLst>
          </p:cNvPr>
          <p:cNvSpPr>
            <a:spLocks xmlns:a="http://schemas.openxmlformats.org/drawingml/2006/main" noGrp="1"/>
          </p:cNvSpPr>
          <p:nvPr/>
        </p:nvSpPr>
        <p:spPr>
          <a:xfrm xmlns:a="http://schemas.openxmlformats.org/drawingml/2006/main">
            <a:off x="3662324" y="7428071"/>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95" name="native-text-054">
            <a:extLst xmlns:a="http://schemas.openxmlformats.org/drawingml/2006/main">
              <a:ext uri="{FF2B5EF4-FFF2-40B4-BE49-F238E27FC236}">
                <a16:creationId xmlns:a16="http://schemas.microsoft.com/office/drawing/2014/main" id="{AFF31875-4599-498A-BA52-6C28D2939613}"/>
              </a:ext>
            </a:extLst>
          </p:cNvPr>
          <p:cNvSpPr>
            <a:spLocks xmlns:a="http://schemas.openxmlformats.org/drawingml/2006/main" noGrp="1"/>
          </p:cNvSpPr>
          <p:nvPr/>
        </p:nvSpPr>
        <p:spPr>
          <a:xfrm xmlns:a="http://schemas.openxmlformats.org/drawingml/2006/main" rot="0">
            <a:off x="3314567" y="7335107"/>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0.60</a:t>
            </a:r>
          </a:p>
        </p:txBody>
      </p:sp>
      <p:sp>
        <p:nvSpPr>
          <p:cNvPr id="196" name="marker-178">
            <a:extLst xmlns:a="http://schemas.openxmlformats.org/drawingml/2006/main">
              <a:ext uri="{FF2B5EF4-FFF2-40B4-BE49-F238E27FC236}">
                <a16:creationId xmlns:a16="http://schemas.microsoft.com/office/drawing/2014/main" id="{4C5D6EF9-7251-4642-B674-773AF30B4D10}"/>
              </a:ext>
            </a:extLst>
          </p:cNvPr>
          <p:cNvSpPr>
            <a:spLocks xmlns:a="http://schemas.openxmlformats.org/drawingml/2006/main" noGrp="1"/>
          </p:cNvSpPr>
          <p:nvPr/>
        </p:nvSpPr>
        <p:spPr>
          <a:xfrm xmlns:a="http://schemas.openxmlformats.org/drawingml/2006/main">
            <a:off x="3662324" y="7090529"/>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97" name="native-text-055">
            <a:extLst xmlns:a="http://schemas.openxmlformats.org/drawingml/2006/main">
              <a:ext uri="{FF2B5EF4-FFF2-40B4-BE49-F238E27FC236}">
                <a16:creationId xmlns:a16="http://schemas.microsoft.com/office/drawing/2014/main" id="{8901619D-5A3A-4D6C-88CA-627D1F62709C}"/>
              </a:ext>
            </a:extLst>
          </p:cNvPr>
          <p:cNvSpPr>
            <a:spLocks xmlns:a="http://schemas.openxmlformats.org/drawingml/2006/main" noGrp="1"/>
          </p:cNvSpPr>
          <p:nvPr/>
        </p:nvSpPr>
        <p:spPr>
          <a:xfrm xmlns:a="http://schemas.openxmlformats.org/drawingml/2006/main" rot="0">
            <a:off x="3314567" y="6997565"/>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0.75</a:t>
            </a:r>
          </a:p>
        </p:txBody>
      </p:sp>
      <p:sp>
        <p:nvSpPr>
          <p:cNvPr id="198" name="path-180">
            <a:extLst xmlns:a="http://schemas.openxmlformats.org/drawingml/2006/main">
              <a:ext uri="{FF2B5EF4-FFF2-40B4-BE49-F238E27FC236}">
                <a16:creationId xmlns:a16="http://schemas.microsoft.com/office/drawing/2014/main" id="{CA8DED2D-2F17-4CE2-961E-C664F2E1E421}"/>
              </a:ext>
            </a:extLst>
          </p:cNvPr>
          <p:cNvSpPr>
            <a:spLocks xmlns:a="http://schemas.openxmlformats.org/drawingml/2006/main" noGrp="1"/>
          </p:cNvSpPr>
          <p:nvPr/>
        </p:nvSpPr>
        <p:spPr>
          <a:xfrm xmlns:a="http://schemas.openxmlformats.org/drawingml/2006/main">
            <a:off x="3681374" y="6978015"/>
            <a:ext cx="10" cy="900113"/>
          </a:xfrm>
          <a:custGeom xmlns:a="http://schemas.openxmlformats.org/drawingml/2006/main">
            <a:pathLst>
              <a:path w="10" h="900113">
                <a:moveTo>
                  <a:pt x="0" y="900113"/>
                </a:moveTo>
                <a:lnTo>
                  <a:pt x="0" y="0"/>
                </a:lnTo>
              </a:path>
            </a:pathLst>
          </a:custGeom>
          <a:noFill xmlns:a="http://schemas.openxmlformats.org/drawingml/2006/main"/>
          <a:ln xmlns:a="http://schemas.openxmlformats.org/drawingml/2006/main" w="7620">
            <a:solidFill>
              <a:srgbClr val="68727A"/>
            </a:solidFill>
            <a:prstDash val="solid"/>
          </a:ln>
        </p:spPr>
      </p:sp>
      <p:sp>
        <p:nvSpPr>
          <p:cNvPr id="199" name="path-181">
            <a:extLst xmlns:a="http://schemas.openxmlformats.org/drawingml/2006/main">
              <a:ext uri="{FF2B5EF4-FFF2-40B4-BE49-F238E27FC236}">
                <a16:creationId xmlns:a16="http://schemas.microsoft.com/office/drawing/2014/main" id="{983FAFF1-31B0-43D0-9F8B-8FFA1C03416F}"/>
              </a:ext>
            </a:extLst>
          </p:cNvPr>
          <p:cNvSpPr>
            <a:spLocks xmlns:a="http://schemas.openxmlformats.org/drawingml/2006/main" noGrp="1"/>
          </p:cNvSpPr>
          <p:nvPr/>
        </p:nvSpPr>
        <p:spPr>
          <a:xfrm xmlns:a="http://schemas.openxmlformats.org/drawingml/2006/main">
            <a:off x="3681374" y="7878128"/>
            <a:ext cx="181051" cy="10"/>
          </a:xfrm>
          <a:custGeom xmlns:a="http://schemas.openxmlformats.org/drawingml/2006/main">
            <a:pathLst>
              <a:path w="181051" h="10">
                <a:moveTo>
                  <a:pt x="0" y="0"/>
                </a:moveTo>
                <a:lnTo>
                  <a:pt x="181051" y="0"/>
                </a:lnTo>
              </a:path>
            </a:pathLst>
          </a:custGeom>
          <a:noFill xmlns:a="http://schemas.openxmlformats.org/drawingml/2006/main"/>
          <a:ln xmlns:a="http://schemas.openxmlformats.org/drawingml/2006/main" w="7620">
            <a:solidFill>
              <a:srgbClr val="68727A"/>
            </a:solidFill>
            <a:prstDash val="solid"/>
          </a:ln>
        </p:spPr>
      </p:sp>
      <p:sp>
        <p:nvSpPr>
          <p:cNvPr id="200" name="path-182">
            <a:extLst xmlns:a="http://schemas.openxmlformats.org/drawingml/2006/main">
              <a:ext uri="{FF2B5EF4-FFF2-40B4-BE49-F238E27FC236}">
                <a16:creationId xmlns:a16="http://schemas.microsoft.com/office/drawing/2014/main" id="{1F0DE667-4A3D-4802-BAFF-2930F62179FC}"/>
              </a:ext>
            </a:extLst>
          </p:cNvPr>
          <p:cNvSpPr>
            <a:spLocks xmlns:a="http://schemas.openxmlformats.org/drawingml/2006/main" noGrp="1"/>
          </p:cNvSpPr>
          <p:nvPr/>
        </p:nvSpPr>
        <p:spPr>
          <a:xfrm xmlns:a="http://schemas.openxmlformats.org/drawingml/2006/main">
            <a:off x="3771900" y="7297495"/>
            <a:ext cx="10" cy="207967"/>
          </a:xfrm>
          <a:custGeom xmlns:a="http://schemas.openxmlformats.org/drawingml/2006/main">
            <a:pathLst>
              <a:path w="10" h="207967">
                <a:moveTo>
                  <a:pt x="0" y="207967"/>
                </a:moveTo>
                <a:lnTo>
                  <a:pt x="0" y="0"/>
                </a:lnTo>
              </a:path>
            </a:pathLst>
          </a:custGeom>
          <a:noFill xmlns:a="http://schemas.openxmlformats.org/drawingml/2006/main"/>
          <a:ln xmlns:a="http://schemas.openxmlformats.org/drawingml/2006/main" w="33338">
            <a:solidFill>
              <a:srgbClr val="FFFFFF"/>
            </a:solidFill>
            <a:prstDash val="solid"/>
          </a:ln>
        </p:spPr>
      </p:sp>
      <p:sp>
        <p:nvSpPr>
          <p:cNvPr id="201" name="path-183">
            <a:extLst xmlns:a="http://schemas.openxmlformats.org/drawingml/2006/main">
              <a:ext uri="{FF2B5EF4-FFF2-40B4-BE49-F238E27FC236}">
                <a16:creationId xmlns:a16="http://schemas.microsoft.com/office/drawing/2014/main" id="{1B5D2EFB-B39E-4E20-A89F-0F2EF2D3D186}"/>
              </a:ext>
            </a:extLst>
          </p:cNvPr>
          <p:cNvSpPr>
            <a:spLocks xmlns:a="http://schemas.openxmlformats.org/drawingml/2006/main" noGrp="1"/>
          </p:cNvSpPr>
          <p:nvPr/>
        </p:nvSpPr>
        <p:spPr>
          <a:xfrm xmlns:a="http://schemas.openxmlformats.org/drawingml/2006/main">
            <a:off x="3771900" y="7297495"/>
            <a:ext cx="10" cy="207967"/>
          </a:xfrm>
          <a:custGeom xmlns:a="http://schemas.openxmlformats.org/drawingml/2006/main">
            <a:pathLst>
              <a:path w="10" h="207967">
                <a:moveTo>
                  <a:pt x="0" y="207967"/>
                </a:moveTo>
                <a:lnTo>
                  <a:pt x="0" y="0"/>
                </a:lnTo>
              </a:path>
            </a:pathLst>
          </a:custGeom>
          <a:noFill xmlns:a="http://schemas.openxmlformats.org/drawingml/2006/main"/>
          <a:ln xmlns:a="http://schemas.openxmlformats.org/drawingml/2006/main" w="19050">
            <a:solidFill>
              <a:srgbClr val="007858"/>
            </a:solidFill>
            <a:prstDash val="solid"/>
          </a:ln>
        </p:spPr>
      </p:sp>
      <p:sp>
        <p:nvSpPr>
          <p:cNvPr id="202" name="path-184">
            <a:extLst xmlns:a="http://schemas.openxmlformats.org/drawingml/2006/main">
              <a:ext uri="{FF2B5EF4-FFF2-40B4-BE49-F238E27FC236}">
                <a16:creationId xmlns:a16="http://schemas.microsoft.com/office/drawing/2014/main" id="{04212AA3-6C9D-4824-B209-55B47ABB9763}"/>
              </a:ext>
            </a:extLst>
          </p:cNvPr>
          <p:cNvSpPr>
            <a:spLocks xmlns:a="http://schemas.openxmlformats.org/drawingml/2006/main" noGrp="1"/>
          </p:cNvSpPr>
          <p:nvPr/>
        </p:nvSpPr>
        <p:spPr>
          <a:xfrm xmlns:a="http://schemas.openxmlformats.org/drawingml/2006/main">
            <a:off x="3771900" y="7088732"/>
            <a:ext cx="10" cy="445319"/>
          </a:xfrm>
          <a:custGeom xmlns:a="http://schemas.openxmlformats.org/drawingml/2006/main">
            <a:pathLst>
              <a:path w="10" h="445319">
                <a:moveTo>
                  <a:pt x="0" y="445319"/>
                </a:moveTo>
                <a:lnTo>
                  <a:pt x="0" y="0"/>
                </a:lnTo>
              </a:path>
            </a:pathLst>
          </a:custGeom>
          <a:noFill xmlns:a="http://schemas.openxmlformats.org/drawingml/2006/main"/>
          <a:ln xmlns:a="http://schemas.openxmlformats.org/drawingml/2006/main" w="33338">
            <a:solidFill>
              <a:srgbClr val="FFFFFF"/>
            </a:solidFill>
            <a:prstDash val="solid"/>
          </a:ln>
        </p:spPr>
      </p:sp>
      <p:sp>
        <p:nvSpPr>
          <p:cNvPr id="203" name="path-185">
            <a:extLst xmlns:a="http://schemas.openxmlformats.org/drawingml/2006/main">
              <a:ext uri="{FF2B5EF4-FFF2-40B4-BE49-F238E27FC236}">
                <a16:creationId xmlns:a16="http://schemas.microsoft.com/office/drawing/2014/main" id="{2262FA94-5156-44C3-935A-B74B085467EF}"/>
              </a:ext>
            </a:extLst>
          </p:cNvPr>
          <p:cNvSpPr>
            <a:spLocks xmlns:a="http://schemas.openxmlformats.org/drawingml/2006/main" noGrp="1"/>
          </p:cNvSpPr>
          <p:nvPr/>
        </p:nvSpPr>
        <p:spPr>
          <a:xfrm xmlns:a="http://schemas.openxmlformats.org/drawingml/2006/main">
            <a:off x="3771900" y="7088732"/>
            <a:ext cx="10" cy="445319"/>
          </a:xfrm>
          <a:custGeom xmlns:a="http://schemas.openxmlformats.org/drawingml/2006/main">
            <a:pathLst>
              <a:path w="10" h="445319">
                <a:moveTo>
                  <a:pt x="0" y="445319"/>
                </a:moveTo>
                <a:lnTo>
                  <a:pt x="0" y="0"/>
                </a:lnTo>
              </a:path>
            </a:pathLst>
          </a:custGeom>
          <a:noFill xmlns:a="http://schemas.openxmlformats.org/drawingml/2006/main"/>
          <a:ln xmlns:a="http://schemas.openxmlformats.org/drawingml/2006/main" w="19050">
            <a:solidFill>
              <a:srgbClr val="A02C87"/>
            </a:solidFill>
            <a:prstDash val="solid"/>
          </a:ln>
        </p:spPr>
      </p:sp>
      <p:sp>
        <p:nvSpPr>
          <p:cNvPr id="204" name="marker-186">
            <a:extLst xmlns:a="http://schemas.openxmlformats.org/drawingml/2006/main">
              <a:ext uri="{FF2B5EF4-FFF2-40B4-BE49-F238E27FC236}">
                <a16:creationId xmlns:a16="http://schemas.microsoft.com/office/drawing/2014/main" id="{3205370D-9A04-48C1-89A1-3224243D337A}"/>
              </a:ext>
            </a:extLst>
          </p:cNvPr>
          <p:cNvSpPr>
            <a:spLocks xmlns:a="http://schemas.openxmlformats.org/drawingml/2006/main" noGrp="1"/>
          </p:cNvSpPr>
          <p:nvPr/>
        </p:nvSpPr>
        <p:spPr>
          <a:xfrm xmlns:a="http://schemas.openxmlformats.org/drawingml/2006/main">
            <a:off x="3744959" y="7270554"/>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205" name="marker-187">
            <a:extLst xmlns:a="http://schemas.openxmlformats.org/drawingml/2006/main">
              <a:ext uri="{FF2B5EF4-FFF2-40B4-BE49-F238E27FC236}">
                <a16:creationId xmlns:a16="http://schemas.microsoft.com/office/drawing/2014/main" id="{8029C036-4A2A-481E-BD4F-F273B184115F}"/>
              </a:ext>
            </a:extLst>
          </p:cNvPr>
          <p:cNvSpPr>
            <a:spLocks xmlns:a="http://schemas.openxmlformats.org/drawingml/2006/main" noGrp="1"/>
          </p:cNvSpPr>
          <p:nvPr/>
        </p:nvSpPr>
        <p:spPr>
          <a:xfrm xmlns:a="http://schemas.openxmlformats.org/drawingml/2006/main">
            <a:off x="3744959" y="7061792"/>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206" name="marker-188">
            <a:extLst xmlns:a="http://schemas.openxmlformats.org/drawingml/2006/main">
              <a:ext uri="{FF2B5EF4-FFF2-40B4-BE49-F238E27FC236}">
                <a16:creationId xmlns:a16="http://schemas.microsoft.com/office/drawing/2014/main" id="{ABF9AB1B-F7D0-4DE8-B696-A75278623542}"/>
              </a:ext>
            </a:extLst>
          </p:cNvPr>
          <p:cNvSpPr>
            <a:spLocks xmlns:a="http://schemas.openxmlformats.org/drawingml/2006/main" noGrp="1"/>
          </p:cNvSpPr>
          <p:nvPr/>
        </p:nvSpPr>
        <p:spPr>
          <a:xfrm xmlns:a="http://schemas.openxmlformats.org/drawingml/2006/main">
            <a:off x="3749040" y="7482602"/>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9525">
            <a:solidFill>
              <a:srgbClr val="FFFFFF"/>
            </a:solidFill>
            <a:prstDash val="solid"/>
          </a:ln>
        </p:spPr>
      </p:sp>
      <p:sp>
        <p:nvSpPr>
          <p:cNvPr id="207" name="marker-189">
            <a:extLst xmlns:a="http://schemas.openxmlformats.org/drawingml/2006/main">
              <a:ext uri="{FF2B5EF4-FFF2-40B4-BE49-F238E27FC236}">
                <a16:creationId xmlns:a16="http://schemas.microsoft.com/office/drawing/2014/main" id="{0A8A85C4-EAF0-41A2-91C9-817A912EA7BB}"/>
              </a:ext>
            </a:extLst>
          </p:cNvPr>
          <p:cNvSpPr>
            <a:spLocks xmlns:a="http://schemas.openxmlformats.org/drawingml/2006/main" noGrp="1"/>
          </p:cNvSpPr>
          <p:nvPr/>
        </p:nvSpPr>
        <p:spPr>
          <a:xfrm xmlns:a="http://schemas.openxmlformats.org/drawingml/2006/main">
            <a:off x="3749040" y="751119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9525">
            <a:solidFill>
              <a:srgbClr val="FFFFFF"/>
            </a:solidFill>
            <a:prstDash val="solid"/>
          </a:ln>
        </p:spPr>
      </p:sp>
      <p:sp>
        <p:nvSpPr>
          <p:cNvPr id="208" name="native-text-051">
            <a:extLst xmlns:a="http://schemas.openxmlformats.org/drawingml/2006/main">
              <a:ext uri="{FF2B5EF4-FFF2-40B4-BE49-F238E27FC236}">
                <a16:creationId xmlns:a16="http://schemas.microsoft.com/office/drawing/2014/main" id="{0E92149B-D08F-4660-8E51-587EE6FB9A30}"/>
              </a:ext>
            </a:extLst>
          </p:cNvPr>
          <p:cNvSpPr>
            <a:spLocks xmlns:a="http://schemas.openxmlformats.org/drawingml/2006/main" noGrp="1"/>
          </p:cNvSpPr>
          <p:nvPr/>
        </p:nvSpPr>
        <p:spPr>
          <a:xfrm xmlns:a="http://schemas.openxmlformats.org/drawingml/2006/main" rot="0">
            <a:off x="3848100" y="7481078"/>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7858"/>
                </a:solidFill>
                <a:latin typeface="Helvetica"/>
                <a:ea typeface="Helvetica"/>
                <a:cs typeface="Helvetica"/>
              </a:defRPr>
            </a:defPPr>
            <a:lvl1pPr algn="ctr">
              <a:buNone/>
              <a:defRPr sz="1650" b="0">
                <a:solidFill>
                  <a:srgbClr val="007858"/>
                </a:solidFill>
                <a:latin typeface="Helvetica"/>
                <a:ea typeface="Helvetica"/>
                <a:cs typeface="Helvetica"/>
              </a:defRPr>
            </a:lvl1pPr>
            <a:lvl2pPr algn="ctr">
              <a:buNone/>
              <a:defRPr sz="1650" b="0">
                <a:solidFill>
                  <a:srgbClr val="007858"/>
                </a:solidFill>
                <a:latin typeface="Helvetica"/>
                <a:ea typeface="Helvetica"/>
                <a:cs typeface="Helvetica"/>
              </a:defRPr>
            </a:lvl2pPr>
            <a:lvl3pPr algn="ctr">
              <a:buNone/>
              <a:defRPr sz="1650" b="0">
                <a:solidFill>
                  <a:srgbClr val="007858"/>
                </a:solidFill>
                <a:latin typeface="Helvetica"/>
                <a:ea typeface="Helvetica"/>
                <a:cs typeface="Helvetica"/>
              </a:defRPr>
            </a:lvl3pPr>
            <a:lvl4pPr algn="ctr">
              <a:buNone/>
              <a:defRPr sz="1650" b="0">
                <a:solidFill>
                  <a:srgbClr val="007858"/>
                </a:solidFill>
                <a:latin typeface="Helvetica"/>
                <a:ea typeface="Helvetica"/>
                <a:cs typeface="Helvetica"/>
              </a:defRPr>
            </a:lvl4pPr>
            <a:lvl5pPr algn="ctr">
              <a:buNone/>
              <a:defRPr sz="1650" b="0">
                <a:solidFill>
                  <a:srgbClr val="007858"/>
                </a:solidFill>
                <a:latin typeface="Helvetica"/>
                <a:ea typeface="Helvetica"/>
                <a:cs typeface="Helvetica"/>
              </a:defRPr>
            </a:lvl5pPr>
            <a:lvl6pPr algn="ctr">
              <a:buNone/>
              <a:defRPr sz="1650" b="0">
                <a:solidFill>
                  <a:srgbClr val="007858"/>
                </a:solidFill>
                <a:latin typeface="Helvetica"/>
                <a:ea typeface="Helvetica"/>
                <a:cs typeface="Helvetica"/>
              </a:defRPr>
            </a:lvl6pPr>
            <a:lvl7pPr algn="ctr">
              <a:buNone/>
              <a:defRPr sz="1650" b="0">
                <a:solidFill>
                  <a:srgbClr val="007858"/>
                </a:solidFill>
                <a:latin typeface="Helvetica"/>
                <a:ea typeface="Helvetica"/>
                <a:cs typeface="Helvetica"/>
              </a:defRPr>
            </a:lvl7pPr>
            <a:lvl8pPr algn="ctr">
              <a:buNone/>
              <a:defRPr sz="1650" b="0">
                <a:solidFill>
                  <a:srgbClr val="007858"/>
                </a:solidFill>
                <a:latin typeface="Helvetica"/>
                <a:ea typeface="Helvetica"/>
                <a:cs typeface="Helvetica"/>
              </a:defRPr>
            </a:lvl8pPr>
            <a:lvl9pPr algn="ctr">
              <a:buNone/>
              <a:defRPr sz="1650" b="0">
                <a:solidFill>
                  <a:srgbClr val="007858"/>
                </a:solidFill>
                <a:latin typeface="Helvetica"/>
                <a:ea typeface="Helvetica"/>
                <a:cs typeface="Helvetica"/>
              </a:defRPr>
            </a:lvl9pPr>
          </a:lstStyle>
          <a:p xmlns:a="http://schemas.openxmlformats.org/drawingml/2006/main">
            <a:pPr algn="ctr">
              <a:buNone/>
              <a:defRPr sz="1650" b="0">
                <a:solidFill>
                  <a:srgbClr val="007858"/>
                </a:solidFill>
                <a:latin typeface="Helvetica"/>
                <a:ea typeface="Helvetica"/>
                <a:cs typeface="Helvetica"/>
              </a:defRPr>
            </a:pPr>
            <a:r>
              <a:rPr sz="1650" b="0">
                <a:solidFill>
                  <a:srgbClr val="007858"/>
                </a:solidFill>
                <a:latin typeface="Helvetica"/>
                <a:ea typeface="Helvetica"/>
                <a:cs typeface="Helvetica"/>
              </a:rPr>
              <a:t>A15</a:t>
            </a:r>
          </a:p>
        </p:txBody>
      </p:sp>
      <p:sp>
        <p:nvSpPr>
          <p:cNvPr id="209" name="native-text-052">
            <a:extLst xmlns:a="http://schemas.openxmlformats.org/drawingml/2006/main">
              <a:ext uri="{FF2B5EF4-FFF2-40B4-BE49-F238E27FC236}">
                <a16:creationId xmlns:a16="http://schemas.microsoft.com/office/drawing/2014/main" id="{82C33E1B-7DAB-46CC-865C-C6FFC61E8B28}"/>
              </a:ext>
            </a:extLst>
          </p:cNvPr>
          <p:cNvSpPr>
            <a:spLocks xmlns:a="http://schemas.openxmlformats.org/drawingml/2006/main" noGrp="1"/>
          </p:cNvSpPr>
          <p:nvPr/>
        </p:nvSpPr>
        <p:spPr>
          <a:xfrm xmlns:a="http://schemas.openxmlformats.org/drawingml/2006/main" rot="0">
            <a:off x="3848100" y="7262017"/>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A02C87"/>
                </a:solidFill>
                <a:latin typeface="Helvetica"/>
                <a:ea typeface="Helvetica"/>
                <a:cs typeface="Helvetica"/>
              </a:defRPr>
            </a:defPPr>
            <a:lvl1pPr algn="ctr">
              <a:buNone/>
              <a:defRPr sz="1650" b="0">
                <a:solidFill>
                  <a:srgbClr val="A02C87"/>
                </a:solidFill>
                <a:latin typeface="Helvetica"/>
                <a:ea typeface="Helvetica"/>
                <a:cs typeface="Helvetica"/>
              </a:defRPr>
            </a:lvl1pPr>
            <a:lvl2pPr algn="ctr">
              <a:buNone/>
              <a:defRPr sz="1650" b="0">
                <a:solidFill>
                  <a:srgbClr val="A02C87"/>
                </a:solidFill>
                <a:latin typeface="Helvetica"/>
                <a:ea typeface="Helvetica"/>
                <a:cs typeface="Helvetica"/>
              </a:defRPr>
            </a:lvl2pPr>
            <a:lvl3pPr algn="ctr">
              <a:buNone/>
              <a:defRPr sz="1650" b="0">
                <a:solidFill>
                  <a:srgbClr val="A02C87"/>
                </a:solidFill>
                <a:latin typeface="Helvetica"/>
                <a:ea typeface="Helvetica"/>
                <a:cs typeface="Helvetica"/>
              </a:defRPr>
            </a:lvl3pPr>
            <a:lvl4pPr algn="ctr">
              <a:buNone/>
              <a:defRPr sz="1650" b="0">
                <a:solidFill>
                  <a:srgbClr val="A02C87"/>
                </a:solidFill>
                <a:latin typeface="Helvetica"/>
                <a:ea typeface="Helvetica"/>
                <a:cs typeface="Helvetica"/>
              </a:defRPr>
            </a:lvl4pPr>
            <a:lvl5pPr algn="ctr">
              <a:buNone/>
              <a:defRPr sz="1650" b="0">
                <a:solidFill>
                  <a:srgbClr val="A02C87"/>
                </a:solidFill>
                <a:latin typeface="Helvetica"/>
                <a:ea typeface="Helvetica"/>
                <a:cs typeface="Helvetica"/>
              </a:defRPr>
            </a:lvl5pPr>
            <a:lvl6pPr algn="ctr">
              <a:buNone/>
              <a:defRPr sz="1650" b="0">
                <a:solidFill>
                  <a:srgbClr val="A02C87"/>
                </a:solidFill>
                <a:latin typeface="Helvetica"/>
                <a:ea typeface="Helvetica"/>
                <a:cs typeface="Helvetica"/>
              </a:defRPr>
            </a:lvl6pPr>
            <a:lvl7pPr algn="ctr">
              <a:buNone/>
              <a:defRPr sz="1650" b="0">
                <a:solidFill>
                  <a:srgbClr val="A02C87"/>
                </a:solidFill>
                <a:latin typeface="Helvetica"/>
                <a:ea typeface="Helvetica"/>
                <a:cs typeface="Helvetica"/>
              </a:defRPr>
            </a:lvl7pPr>
            <a:lvl8pPr algn="ctr">
              <a:buNone/>
              <a:defRPr sz="1650" b="0">
                <a:solidFill>
                  <a:srgbClr val="A02C87"/>
                </a:solidFill>
                <a:latin typeface="Helvetica"/>
                <a:ea typeface="Helvetica"/>
                <a:cs typeface="Helvetica"/>
              </a:defRPr>
            </a:lvl8pPr>
            <a:lvl9pPr algn="ctr">
              <a:buNone/>
              <a:defRPr sz="1650" b="0">
                <a:solidFill>
                  <a:srgbClr val="A02C87"/>
                </a:solidFill>
                <a:latin typeface="Helvetica"/>
                <a:ea typeface="Helvetica"/>
                <a:cs typeface="Helvetica"/>
              </a:defRPr>
            </a:lvl9pPr>
          </a:lstStyle>
          <a:p xmlns:a="http://schemas.openxmlformats.org/drawingml/2006/main">
            <a:pPr algn="ctr">
              <a:buNone/>
              <a:defRPr sz="1650" b="0">
                <a:solidFill>
                  <a:srgbClr val="A02C87"/>
                </a:solidFill>
                <a:latin typeface="Helvetica"/>
                <a:ea typeface="Helvetica"/>
                <a:cs typeface="Helvetica"/>
              </a:defRPr>
            </a:pPr>
            <a:r>
              <a:rPr sz="1650" b="0">
                <a:solidFill>
                  <a:srgbClr val="A02C87"/>
                </a:solidFill>
                <a:latin typeface="Helvetica"/>
                <a:ea typeface="Helvetica"/>
                <a:cs typeface="Helvetica"/>
              </a:rPr>
              <a:t>B15</a:t>
            </a:r>
          </a:p>
        </p:txBody>
      </p:sp>
      <p:sp>
        <p:nvSpPr>
          <p:cNvPr id="210" name="marker-192">
            <a:extLst xmlns:a="http://schemas.openxmlformats.org/drawingml/2006/main">
              <a:ext uri="{FF2B5EF4-FFF2-40B4-BE49-F238E27FC236}">
                <a16:creationId xmlns:a16="http://schemas.microsoft.com/office/drawing/2014/main" id="{47998673-F151-4521-818D-7ADD7F5FC17E}"/>
              </a:ext>
            </a:extLst>
          </p:cNvPr>
          <p:cNvSpPr>
            <a:spLocks xmlns:a="http://schemas.openxmlformats.org/drawingml/2006/main" noGrp="1"/>
          </p:cNvSpPr>
          <p:nvPr/>
        </p:nvSpPr>
        <p:spPr>
          <a:xfrm xmlns:a="http://schemas.openxmlformats.org/drawingml/2006/main">
            <a:off x="4934723"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11" name="native-text-066">
            <a:extLst xmlns:a="http://schemas.openxmlformats.org/drawingml/2006/main">
              <a:ext uri="{FF2B5EF4-FFF2-40B4-BE49-F238E27FC236}">
                <a16:creationId xmlns:a16="http://schemas.microsoft.com/office/drawing/2014/main" id="{B1637F4D-1DA9-4A46-864C-6E04D9593E2B}"/>
              </a:ext>
            </a:extLst>
          </p:cNvPr>
          <p:cNvSpPr>
            <a:spLocks xmlns:a="http://schemas.openxmlformats.org/drawingml/2006/main" noGrp="1"/>
          </p:cNvSpPr>
          <p:nvPr/>
        </p:nvSpPr>
        <p:spPr>
          <a:xfrm xmlns:a="http://schemas.openxmlformats.org/drawingml/2006/main" rot="0">
            <a:off x="4746176" y="5017770"/>
            <a:ext cx="377095"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212</a:t>
            </a:r>
          </a:p>
        </p:txBody>
      </p:sp>
      <p:sp>
        <p:nvSpPr>
          <p:cNvPr id="212" name="marker-194">
            <a:extLst xmlns:a="http://schemas.openxmlformats.org/drawingml/2006/main">
              <a:ext uri="{FF2B5EF4-FFF2-40B4-BE49-F238E27FC236}">
                <a16:creationId xmlns:a16="http://schemas.microsoft.com/office/drawing/2014/main" id="{1E4271E1-7B2D-48F1-A531-445165C05753}"/>
              </a:ext>
            </a:extLst>
          </p:cNvPr>
          <p:cNvSpPr>
            <a:spLocks xmlns:a="http://schemas.openxmlformats.org/drawingml/2006/main" noGrp="1"/>
          </p:cNvSpPr>
          <p:nvPr/>
        </p:nvSpPr>
        <p:spPr>
          <a:xfrm xmlns:a="http://schemas.openxmlformats.org/drawingml/2006/main">
            <a:off x="5684792"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13" name="native-text-067">
            <a:extLst xmlns:a="http://schemas.openxmlformats.org/drawingml/2006/main">
              <a:ext uri="{FF2B5EF4-FFF2-40B4-BE49-F238E27FC236}">
                <a16:creationId xmlns:a16="http://schemas.microsoft.com/office/drawing/2014/main" id="{9FE78A01-DC80-4542-9083-FCC6C3045285}"/>
              </a:ext>
            </a:extLst>
          </p:cNvPr>
          <p:cNvSpPr>
            <a:spLocks xmlns:a="http://schemas.openxmlformats.org/drawingml/2006/main" noGrp="1"/>
          </p:cNvSpPr>
          <p:nvPr/>
        </p:nvSpPr>
        <p:spPr>
          <a:xfrm xmlns:a="http://schemas.openxmlformats.org/drawingml/2006/main" rot="0">
            <a:off x="5496673"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224</a:t>
            </a:r>
          </a:p>
        </p:txBody>
      </p:sp>
      <p:sp>
        <p:nvSpPr>
          <p:cNvPr id="214" name="marker-196">
            <a:extLst xmlns:a="http://schemas.openxmlformats.org/drawingml/2006/main">
              <a:ext uri="{FF2B5EF4-FFF2-40B4-BE49-F238E27FC236}">
                <a16:creationId xmlns:a16="http://schemas.microsoft.com/office/drawing/2014/main" id="{AE7D4352-7D75-4755-B593-7E1C6043D158}"/>
              </a:ext>
            </a:extLst>
          </p:cNvPr>
          <p:cNvSpPr>
            <a:spLocks xmlns:a="http://schemas.openxmlformats.org/drawingml/2006/main" noGrp="1"/>
          </p:cNvSpPr>
          <p:nvPr/>
        </p:nvSpPr>
        <p:spPr>
          <a:xfrm xmlns:a="http://schemas.openxmlformats.org/drawingml/2006/main">
            <a:off x="6434861"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15" name="native-text-068">
            <a:extLst xmlns:a="http://schemas.openxmlformats.org/drawingml/2006/main">
              <a:ext uri="{FF2B5EF4-FFF2-40B4-BE49-F238E27FC236}">
                <a16:creationId xmlns:a16="http://schemas.microsoft.com/office/drawing/2014/main" id="{2D6784EB-0022-463A-9D87-3F651A077727}"/>
              </a:ext>
            </a:extLst>
          </p:cNvPr>
          <p:cNvSpPr>
            <a:spLocks xmlns:a="http://schemas.openxmlformats.org/drawingml/2006/main" noGrp="1"/>
          </p:cNvSpPr>
          <p:nvPr/>
        </p:nvSpPr>
        <p:spPr>
          <a:xfrm xmlns:a="http://schemas.openxmlformats.org/drawingml/2006/main" rot="0">
            <a:off x="6246743"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236</a:t>
            </a:r>
          </a:p>
        </p:txBody>
      </p:sp>
      <p:sp>
        <p:nvSpPr>
          <p:cNvPr id="216" name="marker-198">
            <a:extLst xmlns:a="http://schemas.openxmlformats.org/drawingml/2006/main">
              <a:ext uri="{FF2B5EF4-FFF2-40B4-BE49-F238E27FC236}">
                <a16:creationId xmlns:a16="http://schemas.microsoft.com/office/drawing/2014/main" id="{ABC7EA41-8377-4ABB-9905-8D90521BC312}"/>
              </a:ext>
            </a:extLst>
          </p:cNvPr>
          <p:cNvSpPr>
            <a:spLocks xmlns:a="http://schemas.openxmlformats.org/drawingml/2006/main" noGrp="1"/>
          </p:cNvSpPr>
          <p:nvPr/>
        </p:nvSpPr>
        <p:spPr>
          <a:xfrm xmlns:a="http://schemas.openxmlformats.org/drawingml/2006/main">
            <a:off x="4874895" y="498919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17" name="native-text-070">
            <a:extLst xmlns:a="http://schemas.openxmlformats.org/drawingml/2006/main">
              <a:ext uri="{FF2B5EF4-FFF2-40B4-BE49-F238E27FC236}">
                <a16:creationId xmlns:a16="http://schemas.microsoft.com/office/drawing/2014/main" id="{E111B08A-D60C-4511-9EC9-0831E4DEEA35}"/>
              </a:ext>
            </a:extLst>
          </p:cNvPr>
          <p:cNvSpPr>
            <a:spLocks xmlns:a="http://schemas.openxmlformats.org/drawingml/2006/main" noGrp="1"/>
          </p:cNvSpPr>
          <p:nvPr/>
        </p:nvSpPr>
        <p:spPr>
          <a:xfrm xmlns:a="http://schemas.openxmlformats.org/drawingml/2006/main" rot="0">
            <a:off x="4507230" y="4872228"/>
            <a:ext cx="367665"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0.0</a:t>
            </a:r>
          </a:p>
        </p:txBody>
      </p:sp>
      <p:sp>
        <p:nvSpPr>
          <p:cNvPr id="218" name="marker-200">
            <a:extLst xmlns:a="http://schemas.openxmlformats.org/drawingml/2006/main">
              <a:ext uri="{FF2B5EF4-FFF2-40B4-BE49-F238E27FC236}">
                <a16:creationId xmlns:a16="http://schemas.microsoft.com/office/drawing/2014/main" id="{59AA77C8-06C1-4C9F-9AB9-75BFAE9B7897}"/>
              </a:ext>
            </a:extLst>
          </p:cNvPr>
          <p:cNvSpPr>
            <a:spLocks xmlns:a="http://schemas.openxmlformats.org/drawingml/2006/main" noGrp="1"/>
          </p:cNvSpPr>
          <p:nvPr/>
        </p:nvSpPr>
        <p:spPr>
          <a:xfrm xmlns:a="http://schemas.openxmlformats.org/drawingml/2006/main">
            <a:off x="4874895" y="4046220"/>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19" name="native-text-071">
            <a:extLst xmlns:a="http://schemas.openxmlformats.org/drawingml/2006/main">
              <a:ext uri="{FF2B5EF4-FFF2-40B4-BE49-F238E27FC236}">
                <a16:creationId xmlns:a16="http://schemas.microsoft.com/office/drawing/2014/main" id="{72DFB731-862C-4BB8-AB78-A0D3BE286F07}"/>
              </a:ext>
            </a:extLst>
          </p:cNvPr>
          <p:cNvSpPr>
            <a:spLocks xmlns:a="http://schemas.openxmlformats.org/drawingml/2006/main" noGrp="1"/>
          </p:cNvSpPr>
          <p:nvPr/>
        </p:nvSpPr>
        <p:spPr>
          <a:xfrm xmlns:a="http://schemas.openxmlformats.org/drawingml/2006/main" rot="0">
            <a:off x="4508087" y="3929253"/>
            <a:ext cx="366808"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0.5</a:t>
            </a:r>
          </a:p>
        </p:txBody>
      </p:sp>
      <p:sp>
        <p:nvSpPr>
          <p:cNvPr id="220" name="marker-202">
            <a:extLst xmlns:a="http://schemas.openxmlformats.org/drawingml/2006/main">
              <a:ext uri="{FF2B5EF4-FFF2-40B4-BE49-F238E27FC236}">
                <a16:creationId xmlns:a16="http://schemas.microsoft.com/office/drawing/2014/main" id="{9C31DB2B-7FCC-4AB0-BFD3-82E89ACC7E3E}"/>
              </a:ext>
            </a:extLst>
          </p:cNvPr>
          <p:cNvSpPr>
            <a:spLocks xmlns:a="http://schemas.openxmlformats.org/drawingml/2006/main" noGrp="1"/>
          </p:cNvSpPr>
          <p:nvPr/>
        </p:nvSpPr>
        <p:spPr>
          <a:xfrm xmlns:a="http://schemas.openxmlformats.org/drawingml/2006/main">
            <a:off x="4874895" y="310324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21" name="native-text-072">
            <a:extLst xmlns:a="http://schemas.openxmlformats.org/drawingml/2006/main">
              <a:ext uri="{FF2B5EF4-FFF2-40B4-BE49-F238E27FC236}">
                <a16:creationId xmlns:a16="http://schemas.microsoft.com/office/drawing/2014/main" id="{BECFE12D-355E-434A-B870-7B2E356381AD}"/>
              </a:ext>
            </a:extLst>
          </p:cNvPr>
          <p:cNvSpPr>
            <a:spLocks xmlns:a="http://schemas.openxmlformats.org/drawingml/2006/main" noGrp="1"/>
          </p:cNvSpPr>
          <p:nvPr/>
        </p:nvSpPr>
        <p:spPr>
          <a:xfrm xmlns:a="http://schemas.openxmlformats.org/drawingml/2006/main" rot="0">
            <a:off x="4508087" y="2986278"/>
            <a:ext cx="366808"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1.0</a:t>
            </a:r>
          </a:p>
        </p:txBody>
      </p:sp>
      <p:sp>
        <p:nvSpPr>
          <p:cNvPr id="222" name="native-text-069">
            <a:extLst xmlns:a="http://schemas.openxmlformats.org/drawingml/2006/main">
              <a:ext uri="{FF2B5EF4-FFF2-40B4-BE49-F238E27FC236}">
                <a16:creationId xmlns:a16="http://schemas.microsoft.com/office/drawing/2014/main" id="{D417A8C0-D8C1-4146-B65E-5D470366DD03}"/>
              </a:ext>
            </a:extLst>
          </p:cNvPr>
          <p:cNvSpPr>
            <a:spLocks xmlns:a="http://schemas.openxmlformats.org/drawingml/2006/main" noGrp="1"/>
          </p:cNvSpPr>
          <p:nvPr/>
        </p:nvSpPr>
        <p:spPr>
          <a:xfrm xmlns:a="http://schemas.openxmlformats.org/drawingml/2006/main" rot="-5400000">
            <a:off x="3558350" y="3905250"/>
            <a:ext cx="1615821"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Mapped position</a:t>
            </a:r>
          </a:p>
        </p:txBody>
      </p:sp>
      <p:sp>
        <p:nvSpPr>
          <p:cNvPr id="223" name="path-205">
            <a:extLst xmlns:a="http://schemas.openxmlformats.org/drawingml/2006/main">
              <a:ext uri="{FF2B5EF4-FFF2-40B4-BE49-F238E27FC236}">
                <a16:creationId xmlns:a16="http://schemas.microsoft.com/office/drawing/2014/main" id="{A036577F-FFEA-44AB-8B1D-62EDE7946C0F}"/>
              </a:ext>
            </a:extLst>
          </p:cNvPr>
          <p:cNvSpPr>
            <a:spLocks xmlns:a="http://schemas.openxmlformats.org/drawingml/2006/main" noGrp="1"/>
          </p:cNvSpPr>
          <p:nvPr/>
        </p:nvSpPr>
        <p:spPr>
          <a:xfrm xmlns:a="http://schemas.openxmlformats.org/drawingml/2006/main">
            <a:off x="6434861"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13335">
            <a:solidFill>
              <a:srgbClr val="FFFFFF"/>
            </a:solidFill>
            <a:prstDash val="dash"/>
          </a:ln>
        </p:spPr>
      </p:sp>
      <p:sp>
        <p:nvSpPr>
          <p:cNvPr id="224" name="path-206">
            <a:extLst xmlns:a="http://schemas.openxmlformats.org/drawingml/2006/main">
              <a:ext uri="{FF2B5EF4-FFF2-40B4-BE49-F238E27FC236}">
                <a16:creationId xmlns:a16="http://schemas.microsoft.com/office/drawing/2014/main" id="{1F3B6B86-EE2D-4066-B082-1A5AFABD2058}"/>
              </a:ext>
            </a:extLst>
          </p:cNvPr>
          <p:cNvSpPr>
            <a:spLocks xmlns:a="http://schemas.openxmlformats.org/drawingml/2006/main" noGrp="1"/>
          </p:cNvSpPr>
          <p:nvPr/>
        </p:nvSpPr>
        <p:spPr>
          <a:xfrm xmlns:a="http://schemas.openxmlformats.org/drawingml/2006/main">
            <a:off x="4903470"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7620">
            <a:solidFill>
              <a:srgbClr val="68727A"/>
            </a:solidFill>
            <a:prstDash val="solid"/>
          </a:ln>
        </p:spPr>
      </p:sp>
      <p:sp>
        <p:nvSpPr>
          <p:cNvPr id="225" name="path-207">
            <a:extLst xmlns:a="http://schemas.openxmlformats.org/drawingml/2006/main">
              <a:ext uri="{FF2B5EF4-FFF2-40B4-BE49-F238E27FC236}">
                <a16:creationId xmlns:a16="http://schemas.microsoft.com/office/drawing/2014/main" id="{21D7263A-8EAD-417B-B7E1-8906F71249D7}"/>
              </a:ext>
            </a:extLst>
          </p:cNvPr>
          <p:cNvSpPr>
            <a:spLocks xmlns:a="http://schemas.openxmlformats.org/drawingml/2006/main" noGrp="1"/>
          </p:cNvSpPr>
          <p:nvPr/>
        </p:nvSpPr>
        <p:spPr>
          <a:xfrm xmlns:a="http://schemas.openxmlformats.org/drawingml/2006/main">
            <a:off x="4903470" y="4989195"/>
            <a:ext cx="1750162" cy="10"/>
          </a:xfrm>
          <a:custGeom xmlns:a="http://schemas.openxmlformats.org/drawingml/2006/main">
            <a:pathLst>
              <a:path w="1750162" h="10">
                <a:moveTo>
                  <a:pt x="0" y="0"/>
                </a:moveTo>
                <a:lnTo>
                  <a:pt x="1750162" y="0"/>
                </a:lnTo>
              </a:path>
            </a:pathLst>
          </a:custGeom>
          <a:noFill xmlns:a="http://schemas.openxmlformats.org/drawingml/2006/main"/>
          <a:ln xmlns:a="http://schemas.openxmlformats.org/drawingml/2006/main" w="7620">
            <a:solidFill>
              <a:srgbClr val="68727A"/>
            </a:solidFill>
            <a:prstDash val="solid"/>
          </a:ln>
        </p:spPr>
      </p:sp>
      <p:sp>
        <p:nvSpPr>
          <p:cNvPr id="226" name="native-text-073">
            <a:extLst xmlns:a="http://schemas.openxmlformats.org/drawingml/2006/main">
              <a:ext uri="{FF2B5EF4-FFF2-40B4-BE49-F238E27FC236}">
                <a16:creationId xmlns:a16="http://schemas.microsoft.com/office/drawing/2014/main" id="{A6AF15B8-373D-4F4C-85DF-4D675DE00BF3}"/>
              </a:ext>
            </a:extLst>
          </p:cNvPr>
          <p:cNvSpPr>
            <a:spLocks xmlns:a="http://schemas.openxmlformats.org/drawingml/2006/main" noGrp="1"/>
          </p:cNvSpPr>
          <p:nvPr/>
        </p:nvSpPr>
        <p:spPr>
          <a:xfrm xmlns:a="http://schemas.openxmlformats.org/drawingml/2006/main" rot="0">
            <a:off x="5411695" y="2793111"/>
            <a:ext cx="733711"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ε = 0%</a:t>
            </a:r>
          </a:p>
        </p:txBody>
      </p:sp>
      <p:sp>
        <p:nvSpPr>
          <p:cNvPr id="227" name="path-209">
            <a:extLst xmlns:a="http://schemas.openxmlformats.org/drawingml/2006/main">
              <a:ext uri="{FF2B5EF4-FFF2-40B4-BE49-F238E27FC236}">
                <a16:creationId xmlns:a16="http://schemas.microsoft.com/office/drawing/2014/main" id="{E1D76BF5-816B-45EF-9ED8-E793640DE010}"/>
              </a:ext>
            </a:extLst>
          </p:cNvPr>
          <p:cNvSpPr>
            <a:spLocks xmlns:a="http://schemas.openxmlformats.org/drawingml/2006/main" noGrp="1"/>
          </p:cNvSpPr>
          <p:nvPr/>
        </p:nvSpPr>
        <p:spPr>
          <a:xfrm xmlns:a="http://schemas.openxmlformats.org/drawingml/2006/main">
            <a:off x="6434861" y="3748190"/>
            <a:ext cx="10" cy="174296"/>
          </a:xfrm>
          <a:custGeom xmlns:a="http://schemas.openxmlformats.org/drawingml/2006/main">
            <a:pathLst>
              <a:path w="10" h="174296">
                <a:moveTo>
                  <a:pt x="0" y="174296"/>
                </a:moveTo>
                <a:lnTo>
                  <a:pt x="0" y="0"/>
                </a:lnTo>
              </a:path>
            </a:pathLst>
          </a:custGeom>
          <a:noFill xmlns:a="http://schemas.openxmlformats.org/drawingml/2006/main"/>
          <a:ln xmlns:a="http://schemas.openxmlformats.org/drawingml/2006/main" w="33338">
            <a:solidFill>
              <a:srgbClr val="FFFFFF"/>
            </a:solidFill>
            <a:prstDash val="solid"/>
          </a:ln>
        </p:spPr>
      </p:sp>
      <p:sp>
        <p:nvSpPr>
          <p:cNvPr id="228" name="path-210">
            <a:extLst xmlns:a="http://schemas.openxmlformats.org/drawingml/2006/main">
              <a:ext uri="{FF2B5EF4-FFF2-40B4-BE49-F238E27FC236}">
                <a16:creationId xmlns:a16="http://schemas.microsoft.com/office/drawing/2014/main" id="{DE5A0067-09B5-4EC1-A0AC-F95678709FB6}"/>
              </a:ext>
            </a:extLst>
          </p:cNvPr>
          <p:cNvSpPr>
            <a:spLocks xmlns:a="http://schemas.openxmlformats.org/drawingml/2006/main" noGrp="1"/>
          </p:cNvSpPr>
          <p:nvPr/>
        </p:nvSpPr>
        <p:spPr>
          <a:xfrm xmlns:a="http://schemas.openxmlformats.org/drawingml/2006/main">
            <a:off x="6434861" y="3748190"/>
            <a:ext cx="10" cy="174296"/>
          </a:xfrm>
          <a:custGeom xmlns:a="http://schemas.openxmlformats.org/drawingml/2006/main">
            <a:pathLst>
              <a:path w="10" h="174296">
                <a:moveTo>
                  <a:pt x="0" y="174296"/>
                </a:moveTo>
                <a:lnTo>
                  <a:pt x="0" y="0"/>
                </a:lnTo>
              </a:path>
            </a:pathLst>
          </a:custGeom>
          <a:noFill xmlns:a="http://schemas.openxmlformats.org/drawingml/2006/main"/>
          <a:ln xmlns:a="http://schemas.openxmlformats.org/drawingml/2006/main" w="23813">
            <a:solidFill>
              <a:srgbClr val="007858"/>
            </a:solidFill>
            <a:prstDash val="solid"/>
          </a:ln>
        </p:spPr>
      </p:sp>
      <p:sp>
        <p:nvSpPr>
          <p:cNvPr id="229" name="path-211">
            <a:extLst xmlns:a="http://schemas.openxmlformats.org/drawingml/2006/main">
              <a:ext uri="{FF2B5EF4-FFF2-40B4-BE49-F238E27FC236}">
                <a16:creationId xmlns:a16="http://schemas.microsoft.com/office/drawing/2014/main" id="{21E7D341-00B5-4371-8F9C-083C5F8923D9}"/>
              </a:ext>
            </a:extLst>
          </p:cNvPr>
          <p:cNvSpPr>
            <a:spLocks xmlns:a="http://schemas.openxmlformats.org/drawingml/2006/main" noGrp="1"/>
          </p:cNvSpPr>
          <p:nvPr/>
        </p:nvSpPr>
        <p:spPr>
          <a:xfrm xmlns:a="http://schemas.openxmlformats.org/drawingml/2006/main">
            <a:off x="6434861" y="3573227"/>
            <a:ext cx="10" cy="373219"/>
          </a:xfrm>
          <a:custGeom xmlns:a="http://schemas.openxmlformats.org/drawingml/2006/main">
            <a:pathLst>
              <a:path w="10" h="373219">
                <a:moveTo>
                  <a:pt x="0" y="373219"/>
                </a:moveTo>
                <a:lnTo>
                  <a:pt x="0" y="0"/>
                </a:lnTo>
              </a:path>
            </a:pathLst>
          </a:custGeom>
          <a:noFill xmlns:a="http://schemas.openxmlformats.org/drawingml/2006/main"/>
          <a:ln xmlns:a="http://schemas.openxmlformats.org/drawingml/2006/main" w="33338">
            <a:solidFill>
              <a:srgbClr val="FFFFFF"/>
            </a:solidFill>
            <a:prstDash val="dash"/>
          </a:ln>
        </p:spPr>
      </p:sp>
      <p:sp>
        <p:nvSpPr>
          <p:cNvPr id="230" name="path-212">
            <a:extLst xmlns:a="http://schemas.openxmlformats.org/drawingml/2006/main">
              <a:ext uri="{FF2B5EF4-FFF2-40B4-BE49-F238E27FC236}">
                <a16:creationId xmlns:a16="http://schemas.microsoft.com/office/drawing/2014/main" id="{4DAD6740-859E-45D7-900D-9F4EF72A396B}"/>
              </a:ext>
            </a:extLst>
          </p:cNvPr>
          <p:cNvSpPr>
            <a:spLocks xmlns:a="http://schemas.openxmlformats.org/drawingml/2006/main" noGrp="1"/>
          </p:cNvSpPr>
          <p:nvPr/>
        </p:nvSpPr>
        <p:spPr>
          <a:xfrm xmlns:a="http://schemas.openxmlformats.org/drawingml/2006/main">
            <a:off x="6434861" y="3573227"/>
            <a:ext cx="10" cy="373219"/>
          </a:xfrm>
          <a:custGeom xmlns:a="http://schemas.openxmlformats.org/drawingml/2006/main">
            <a:pathLst>
              <a:path w="10" h="373219">
                <a:moveTo>
                  <a:pt x="0" y="373219"/>
                </a:moveTo>
                <a:lnTo>
                  <a:pt x="0" y="0"/>
                </a:lnTo>
              </a:path>
            </a:pathLst>
          </a:custGeom>
          <a:noFill xmlns:a="http://schemas.openxmlformats.org/drawingml/2006/main"/>
          <a:ln xmlns:a="http://schemas.openxmlformats.org/drawingml/2006/main" w="23813">
            <a:solidFill>
              <a:srgbClr val="A02C87"/>
            </a:solidFill>
            <a:prstDash val="dash"/>
          </a:ln>
        </p:spPr>
      </p:sp>
      <p:sp>
        <p:nvSpPr>
          <p:cNvPr id="231" name="path-213">
            <a:extLst xmlns:a="http://schemas.openxmlformats.org/drawingml/2006/main">
              <a:ext uri="{FF2B5EF4-FFF2-40B4-BE49-F238E27FC236}">
                <a16:creationId xmlns:a16="http://schemas.microsoft.com/office/drawing/2014/main" id="{A191EBE8-3D4A-4AC9-9320-C7D725CC77E8}"/>
              </a:ext>
            </a:extLst>
          </p:cNvPr>
          <p:cNvSpPr>
            <a:spLocks xmlns:a="http://schemas.openxmlformats.org/drawingml/2006/main" noGrp="1"/>
          </p:cNvSpPr>
          <p:nvPr/>
        </p:nvSpPr>
        <p:spPr>
          <a:xfrm xmlns:a="http://schemas.openxmlformats.org/drawingml/2006/main">
            <a:off x="4911863" y="4076402"/>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232" name="path-214">
            <a:extLst xmlns:a="http://schemas.openxmlformats.org/drawingml/2006/main">
              <a:ext uri="{FF2B5EF4-FFF2-40B4-BE49-F238E27FC236}">
                <a16:creationId xmlns:a16="http://schemas.microsoft.com/office/drawing/2014/main" id="{207EDD80-1C3F-44A3-A408-A2F19392ECC9}"/>
              </a:ext>
            </a:extLst>
          </p:cNvPr>
          <p:cNvSpPr>
            <a:spLocks xmlns:a="http://schemas.openxmlformats.org/drawingml/2006/main" noGrp="1"/>
          </p:cNvSpPr>
          <p:nvPr/>
        </p:nvSpPr>
        <p:spPr>
          <a:xfrm xmlns:a="http://schemas.openxmlformats.org/drawingml/2006/main">
            <a:off x="4911863" y="4076402"/>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233" name="path-215">
            <a:extLst xmlns:a="http://schemas.openxmlformats.org/drawingml/2006/main">
              <a:ext uri="{FF2B5EF4-FFF2-40B4-BE49-F238E27FC236}">
                <a16:creationId xmlns:a16="http://schemas.microsoft.com/office/drawing/2014/main" id="{12D666CE-6073-468D-8EE3-DC52505FE287}"/>
              </a:ext>
            </a:extLst>
          </p:cNvPr>
          <p:cNvSpPr>
            <a:spLocks xmlns:a="http://schemas.openxmlformats.org/drawingml/2006/main" noGrp="1"/>
          </p:cNvSpPr>
          <p:nvPr/>
        </p:nvSpPr>
        <p:spPr>
          <a:xfrm xmlns:a="http://schemas.openxmlformats.org/drawingml/2006/main">
            <a:off x="5286898" y="3973765"/>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234" name="path-216">
            <a:extLst xmlns:a="http://schemas.openxmlformats.org/drawingml/2006/main">
              <a:ext uri="{FF2B5EF4-FFF2-40B4-BE49-F238E27FC236}">
                <a16:creationId xmlns:a16="http://schemas.microsoft.com/office/drawing/2014/main" id="{F28BE631-06A9-4C0C-AE0D-3FDADE41D9EE}"/>
              </a:ext>
            </a:extLst>
          </p:cNvPr>
          <p:cNvSpPr>
            <a:spLocks xmlns:a="http://schemas.openxmlformats.org/drawingml/2006/main" noGrp="1"/>
          </p:cNvSpPr>
          <p:nvPr/>
        </p:nvSpPr>
        <p:spPr>
          <a:xfrm xmlns:a="http://schemas.openxmlformats.org/drawingml/2006/main">
            <a:off x="5286898" y="3973765"/>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235" name="path-217">
            <a:extLst xmlns:a="http://schemas.openxmlformats.org/drawingml/2006/main">
              <a:ext uri="{FF2B5EF4-FFF2-40B4-BE49-F238E27FC236}">
                <a16:creationId xmlns:a16="http://schemas.microsoft.com/office/drawing/2014/main" id="{5D38670F-6E1F-4034-A1F6-76B782F3E30C}"/>
              </a:ext>
            </a:extLst>
          </p:cNvPr>
          <p:cNvSpPr>
            <a:spLocks xmlns:a="http://schemas.openxmlformats.org/drawingml/2006/main" noGrp="1"/>
          </p:cNvSpPr>
          <p:nvPr/>
        </p:nvSpPr>
        <p:spPr>
          <a:xfrm xmlns:a="http://schemas.openxmlformats.org/drawingml/2006/main">
            <a:off x="5661932" y="405173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236" name="path-218">
            <a:extLst xmlns:a="http://schemas.openxmlformats.org/drawingml/2006/main">
              <a:ext uri="{FF2B5EF4-FFF2-40B4-BE49-F238E27FC236}">
                <a16:creationId xmlns:a16="http://schemas.microsoft.com/office/drawing/2014/main" id="{B5D3F1AD-F5F5-4B90-94B8-3039319D9B7C}"/>
              </a:ext>
            </a:extLst>
          </p:cNvPr>
          <p:cNvSpPr>
            <a:spLocks xmlns:a="http://schemas.openxmlformats.org/drawingml/2006/main" noGrp="1"/>
          </p:cNvSpPr>
          <p:nvPr/>
        </p:nvSpPr>
        <p:spPr>
          <a:xfrm xmlns:a="http://schemas.openxmlformats.org/drawingml/2006/main">
            <a:off x="5661932" y="405173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237" name="path-219">
            <a:extLst xmlns:a="http://schemas.openxmlformats.org/drawingml/2006/main">
              <a:ext uri="{FF2B5EF4-FFF2-40B4-BE49-F238E27FC236}">
                <a16:creationId xmlns:a16="http://schemas.microsoft.com/office/drawing/2014/main" id="{1E9CD30D-5C1E-4A43-979A-45323A25987C}"/>
              </a:ext>
            </a:extLst>
          </p:cNvPr>
          <p:cNvSpPr>
            <a:spLocks xmlns:a="http://schemas.openxmlformats.org/drawingml/2006/main" noGrp="1"/>
          </p:cNvSpPr>
          <p:nvPr/>
        </p:nvSpPr>
        <p:spPr>
          <a:xfrm xmlns:a="http://schemas.openxmlformats.org/drawingml/2006/main">
            <a:off x="6036967" y="374996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238" name="path-220">
            <a:extLst xmlns:a="http://schemas.openxmlformats.org/drawingml/2006/main">
              <a:ext uri="{FF2B5EF4-FFF2-40B4-BE49-F238E27FC236}">
                <a16:creationId xmlns:a16="http://schemas.microsoft.com/office/drawing/2014/main" id="{8135ABE3-9C20-45A2-B240-BBB451CAA3D2}"/>
              </a:ext>
            </a:extLst>
          </p:cNvPr>
          <p:cNvSpPr>
            <a:spLocks xmlns:a="http://schemas.openxmlformats.org/drawingml/2006/main" noGrp="1"/>
          </p:cNvSpPr>
          <p:nvPr/>
        </p:nvSpPr>
        <p:spPr>
          <a:xfrm xmlns:a="http://schemas.openxmlformats.org/drawingml/2006/main">
            <a:off x="6036967" y="374996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239" name="path-221">
            <a:extLst xmlns:a="http://schemas.openxmlformats.org/drawingml/2006/main">
              <a:ext uri="{FF2B5EF4-FFF2-40B4-BE49-F238E27FC236}">
                <a16:creationId xmlns:a16="http://schemas.microsoft.com/office/drawing/2014/main" id="{A4930025-6783-4C91-ACFB-71C65A6FAD1A}"/>
              </a:ext>
            </a:extLst>
          </p:cNvPr>
          <p:cNvSpPr>
            <a:spLocks xmlns:a="http://schemas.openxmlformats.org/drawingml/2006/main" noGrp="1"/>
          </p:cNvSpPr>
          <p:nvPr/>
        </p:nvSpPr>
        <p:spPr>
          <a:xfrm xmlns:a="http://schemas.openxmlformats.org/drawingml/2006/main">
            <a:off x="6412001" y="389962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240" name="path-222">
            <a:extLst xmlns:a="http://schemas.openxmlformats.org/drawingml/2006/main">
              <a:ext uri="{FF2B5EF4-FFF2-40B4-BE49-F238E27FC236}">
                <a16:creationId xmlns:a16="http://schemas.microsoft.com/office/drawing/2014/main" id="{A4D21044-C394-4605-B371-D9EE4CFC0E76}"/>
              </a:ext>
            </a:extLst>
          </p:cNvPr>
          <p:cNvSpPr>
            <a:spLocks xmlns:a="http://schemas.openxmlformats.org/drawingml/2006/main" noGrp="1"/>
          </p:cNvSpPr>
          <p:nvPr/>
        </p:nvSpPr>
        <p:spPr>
          <a:xfrm xmlns:a="http://schemas.openxmlformats.org/drawingml/2006/main">
            <a:off x="6412001" y="389962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241" name="path-223">
            <a:extLst xmlns:a="http://schemas.openxmlformats.org/drawingml/2006/main">
              <a:ext uri="{FF2B5EF4-FFF2-40B4-BE49-F238E27FC236}">
                <a16:creationId xmlns:a16="http://schemas.microsoft.com/office/drawing/2014/main" id="{CF1B008F-F16B-489F-8897-61AD46408000}"/>
              </a:ext>
            </a:extLst>
          </p:cNvPr>
          <p:cNvSpPr>
            <a:spLocks xmlns:a="http://schemas.openxmlformats.org/drawingml/2006/main" noGrp="1"/>
          </p:cNvSpPr>
          <p:nvPr/>
        </p:nvSpPr>
        <p:spPr>
          <a:xfrm xmlns:a="http://schemas.openxmlformats.org/drawingml/2006/main">
            <a:off x="4911863" y="3796910"/>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242" name="path-224">
            <a:extLst xmlns:a="http://schemas.openxmlformats.org/drawingml/2006/main">
              <a:ext uri="{FF2B5EF4-FFF2-40B4-BE49-F238E27FC236}">
                <a16:creationId xmlns:a16="http://schemas.microsoft.com/office/drawing/2014/main" id="{FF23B338-32C4-4FD0-B73B-0ACACF87C76D}"/>
              </a:ext>
            </a:extLst>
          </p:cNvPr>
          <p:cNvSpPr>
            <a:spLocks xmlns:a="http://schemas.openxmlformats.org/drawingml/2006/main" noGrp="1"/>
          </p:cNvSpPr>
          <p:nvPr/>
        </p:nvSpPr>
        <p:spPr>
          <a:xfrm xmlns:a="http://schemas.openxmlformats.org/drawingml/2006/main">
            <a:off x="4911863" y="3796910"/>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243" name="path-225">
            <a:extLst xmlns:a="http://schemas.openxmlformats.org/drawingml/2006/main">
              <a:ext uri="{FF2B5EF4-FFF2-40B4-BE49-F238E27FC236}">
                <a16:creationId xmlns:a16="http://schemas.microsoft.com/office/drawing/2014/main" id="{7A8129F2-1CAE-449A-A41F-93C3B3CB619D}"/>
              </a:ext>
            </a:extLst>
          </p:cNvPr>
          <p:cNvSpPr>
            <a:spLocks xmlns:a="http://schemas.openxmlformats.org/drawingml/2006/main" noGrp="1"/>
          </p:cNvSpPr>
          <p:nvPr/>
        </p:nvSpPr>
        <p:spPr>
          <a:xfrm xmlns:a="http://schemas.openxmlformats.org/drawingml/2006/main">
            <a:off x="5286898" y="3668325"/>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244" name="path-226">
            <a:extLst xmlns:a="http://schemas.openxmlformats.org/drawingml/2006/main">
              <a:ext uri="{FF2B5EF4-FFF2-40B4-BE49-F238E27FC236}">
                <a16:creationId xmlns:a16="http://schemas.microsoft.com/office/drawing/2014/main" id="{E064E0D5-352C-416C-B9E0-9FE64331C0D3}"/>
              </a:ext>
            </a:extLst>
          </p:cNvPr>
          <p:cNvSpPr>
            <a:spLocks xmlns:a="http://schemas.openxmlformats.org/drawingml/2006/main" noGrp="1"/>
          </p:cNvSpPr>
          <p:nvPr/>
        </p:nvSpPr>
        <p:spPr>
          <a:xfrm xmlns:a="http://schemas.openxmlformats.org/drawingml/2006/main">
            <a:off x="5286898" y="3668325"/>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245" name="path-227">
            <a:extLst xmlns:a="http://schemas.openxmlformats.org/drawingml/2006/main">
              <a:ext uri="{FF2B5EF4-FFF2-40B4-BE49-F238E27FC236}">
                <a16:creationId xmlns:a16="http://schemas.microsoft.com/office/drawing/2014/main" id="{0440D39D-D93C-4DD4-B666-ECB29C8316B7}"/>
              </a:ext>
            </a:extLst>
          </p:cNvPr>
          <p:cNvSpPr>
            <a:spLocks xmlns:a="http://schemas.openxmlformats.org/drawingml/2006/main" noGrp="1"/>
          </p:cNvSpPr>
          <p:nvPr/>
        </p:nvSpPr>
        <p:spPr>
          <a:xfrm xmlns:a="http://schemas.openxmlformats.org/drawingml/2006/main">
            <a:off x="5661932" y="3785075"/>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246" name="path-228">
            <a:extLst xmlns:a="http://schemas.openxmlformats.org/drawingml/2006/main">
              <a:ext uri="{FF2B5EF4-FFF2-40B4-BE49-F238E27FC236}">
                <a16:creationId xmlns:a16="http://schemas.microsoft.com/office/drawing/2014/main" id="{726D5FF0-FAA0-4FC4-9717-DFDC1339F691}"/>
              </a:ext>
            </a:extLst>
          </p:cNvPr>
          <p:cNvSpPr>
            <a:spLocks xmlns:a="http://schemas.openxmlformats.org/drawingml/2006/main" noGrp="1"/>
          </p:cNvSpPr>
          <p:nvPr/>
        </p:nvSpPr>
        <p:spPr>
          <a:xfrm xmlns:a="http://schemas.openxmlformats.org/drawingml/2006/main">
            <a:off x="5661932" y="3785075"/>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247" name="path-229">
            <a:extLst xmlns:a="http://schemas.openxmlformats.org/drawingml/2006/main">
              <a:ext uri="{FF2B5EF4-FFF2-40B4-BE49-F238E27FC236}">
                <a16:creationId xmlns:a16="http://schemas.microsoft.com/office/drawing/2014/main" id="{2FB36FBF-60A3-4A12-B98D-3A177BFC04DC}"/>
              </a:ext>
            </a:extLst>
          </p:cNvPr>
          <p:cNvSpPr>
            <a:spLocks xmlns:a="http://schemas.openxmlformats.org/drawingml/2006/main" noGrp="1"/>
          </p:cNvSpPr>
          <p:nvPr/>
        </p:nvSpPr>
        <p:spPr>
          <a:xfrm xmlns:a="http://schemas.openxmlformats.org/drawingml/2006/main">
            <a:off x="6036967" y="3772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248" name="path-230">
            <a:extLst xmlns:a="http://schemas.openxmlformats.org/drawingml/2006/main">
              <a:ext uri="{FF2B5EF4-FFF2-40B4-BE49-F238E27FC236}">
                <a16:creationId xmlns:a16="http://schemas.microsoft.com/office/drawing/2014/main" id="{DC585DE6-06E6-424B-B831-7CA4835E46DB}"/>
              </a:ext>
            </a:extLst>
          </p:cNvPr>
          <p:cNvSpPr>
            <a:spLocks xmlns:a="http://schemas.openxmlformats.org/drawingml/2006/main" noGrp="1"/>
          </p:cNvSpPr>
          <p:nvPr/>
        </p:nvSpPr>
        <p:spPr>
          <a:xfrm xmlns:a="http://schemas.openxmlformats.org/drawingml/2006/main">
            <a:off x="6036967" y="3772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249" name="path-231">
            <a:extLst xmlns:a="http://schemas.openxmlformats.org/drawingml/2006/main">
              <a:ext uri="{FF2B5EF4-FFF2-40B4-BE49-F238E27FC236}">
                <a16:creationId xmlns:a16="http://schemas.microsoft.com/office/drawing/2014/main" id="{26D95C92-C3B2-4F7D-BB03-7FD60E48FA4C}"/>
              </a:ext>
            </a:extLst>
          </p:cNvPr>
          <p:cNvSpPr>
            <a:spLocks xmlns:a="http://schemas.openxmlformats.org/drawingml/2006/main" noGrp="1"/>
          </p:cNvSpPr>
          <p:nvPr/>
        </p:nvSpPr>
        <p:spPr>
          <a:xfrm xmlns:a="http://schemas.openxmlformats.org/drawingml/2006/main">
            <a:off x="6412001" y="392358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250" name="path-232">
            <a:extLst xmlns:a="http://schemas.openxmlformats.org/drawingml/2006/main">
              <a:ext uri="{FF2B5EF4-FFF2-40B4-BE49-F238E27FC236}">
                <a16:creationId xmlns:a16="http://schemas.microsoft.com/office/drawing/2014/main" id="{A211A149-1463-47AC-8515-422333A0666F}"/>
              </a:ext>
            </a:extLst>
          </p:cNvPr>
          <p:cNvSpPr>
            <a:spLocks xmlns:a="http://schemas.openxmlformats.org/drawingml/2006/main" noGrp="1"/>
          </p:cNvSpPr>
          <p:nvPr/>
        </p:nvSpPr>
        <p:spPr>
          <a:xfrm xmlns:a="http://schemas.openxmlformats.org/drawingml/2006/main">
            <a:off x="6412001" y="392358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251" name="marker-233">
            <a:extLst xmlns:a="http://schemas.openxmlformats.org/drawingml/2006/main">
              <a:ext uri="{FF2B5EF4-FFF2-40B4-BE49-F238E27FC236}">
                <a16:creationId xmlns:a16="http://schemas.microsoft.com/office/drawing/2014/main" id="{E431AE5C-B76D-4EBE-AD94-C05E429AEBED}"/>
              </a:ext>
            </a:extLst>
          </p:cNvPr>
          <p:cNvSpPr>
            <a:spLocks xmlns:a="http://schemas.openxmlformats.org/drawingml/2006/main" noGrp="1"/>
          </p:cNvSpPr>
          <p:nvPr/>
        </p:nvSpPr>
        <p:spPr>
          <a:xfrm xmlns:a="http://schemas.openxmlformats.org/drawingml/2006/main">
            <a:off x="6394450" y="3707779"/>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252" name="marker-234">
            <a:extLst xmlns:a="http://schemas.openxmlformats.org/drawingml/2006/main">
              <a:ext uri="{FF2B5EF4-FFF2-40B4-BE49-F238E27FC236}">
                <a16:creationId xmlns:a16="http://schemas.microsoft.com/office/drawing/2014/main" id="{B82940C8-1ABD-4062-B923-3DBC15A25648}"/>
              </a:ext>
            </a:extLst>
          </p:cNvPr>
          <p:cNvSpPr>
            <a:spLocks xmlns:a="http://schemas.openxmlformats.org/drawingml/2006/main" noGrp="1"/>
          </p:cNvSpPr>
          <p:nvPr/>
        </p:nvSpPr>
        <p:spPr>
          <a:xfrm xmlns:a="http://schemas.openxmlformats.org/drawingml/2006/main">
            <a:off x="6394450" y="3532816"/>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253" name="native-text-056">
            <a:extLst xmlns:a="http://schemas.openxmlformats.org/drawingml/2006/main">
              <a:ext uri="{FF2B5EF4-FFF2-40B4-BE49-F238E27FC236}">
                <a16:creationId xmlns:a16="http://schemas.microsoft.com/office/drawing/2014/main" id="{B36740B6-E09E-4E52-9334-E7570D044CEF}"/>
              </a:ext>
            </a:extLst>
          </p:cNvPr>
          <p:cNvSpPr>
            <a:spLocks xmlns:a="http://schemas.openxmlformats.org/drawingml/2006/main" noGrp="1"/>
          </p:cNvSpPr>
          <p:nvPr/>
        </p:nvSpPr>
        <p:spPr>
          <a:xfrm xmlns:a="http://schemas.openxmlformats.org/drawingml/2006/main" rot="0">
            <a:off x="4897956" y="4180034"/>
            <a:ext cx="340233"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A11</a:t>
            </a:r>
          </a:p>
        </p:txBody>
      </p:sp>
      <p:sp>
        <p:nvSpPr>
          <p:cNvPr id="254" name="native-text-057">
            <a:extLst xmlns:a="http://schemas.openxmlformats.org/drawingml/2006/main">
              <a:ext uri="{FF2B5EF4-FFF2-40B4-BE49-F238E27FC236}">
                <a16:creationId xmlns:a16="http://schemas.microsoft.com/office/drawing/2014/main" id="{65312FD2-6DB4-4DE0-9ED0-BAA958A1EE0B}"/>
              </a:ext>
            </a:extLst>
          </p:cNvPr>
          <p:cNvSpPr>
            <a:spLocks xmlns:a="http://schemas.openxmlformats.org/drawingml/2006/main" noGrp="1"/>
          </p:cNvSpPr>
          <p:nvPr/>
        </p:nvSpPr>
        <p:spPr>
          <a:xfrm xmlns:a="http://schemas.openxmlformats.org/drawingml/2006/main" rot="0">
            <a:off x="5215412" y="4077397"/>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A12</a:t>
            </a:r>
          </a:p>
        </p:txBody>
      </p:sp>
      <p:sp>
        <p:nvSpPr>
          <p:cNvPr id="255" name="native-text-058">
            <a:extLst xmlns:a="http://schemas.openxmlformats.org/drawingml/2006/main">
              <a:ext uri="{FF2B5EF4-FFF2-40B4-BE49-F238E27FC236}">
                <a16:creationId xmlns:a16="http://schemas.microsoft.com/office/drawing/2014/main" id="{908D830C-FA38-4184-9A2C-DAC54D7AB659}"/>
              </a:ext>
            </a:extLst>
          </p:cNvPr>
          <p:cNvSpPr>
            <a:spLocks xmlns:a="http://schemas.openxmlformats.org/drawingml/2006/main" noGrp="1"/>
          </p:cNvSpPr>
          <p:nvPr/>
        </p:nvSpPr>
        <p:spPr>
          <a:xfrm xmlns:a="http://schemas.openxmlformats.org/drawingml/2006/main" rot="0">
            <a:off x="5533297" y="4155369"/>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A13</a:t>
            </a:r>
          </a:p>
        </p:txBody>
      </p:sp>
      <p:sp>
        <p:nvSpPr>
          <p:cNvPr id="256" name="native-text-059">
            <a:extLst xmlns:a="http://schemas.openxmlformats.org/drawingml/2006/main">
              <a:ext uri="{FF2B5EF4-FFF2-40B4-BE49-F238E27FC236}">
                <a16:creationId xmlns:a16="http://schemas.microsoft.com/office/drawing/2014/main" id="{B479944F-D7FF-4C63-B482-C2996AEB9CDE}"/>
              </a:ext>
            </a:extLst>
          </p:cNvPr>
          <p:cNvSpPr>
            <a:spLocks xmlns:a="http://schemas.openxmlformats.org/drawingml/2006/main" noGrp="1"/>
          </p:cNvSpPr>
          <p:nvPr/>
        </p:nvSpPr>
        <p:spPr>
          <a:xfrm xmlns:a="http://schemas.openxmlformats.org/drawingml/2006/main" rot="0">
            <a:off x="5889710" y="3853596"/>
            <a:ext cx="340233"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A14</a:t>
            </a:r>
          </a:p>
        </p:txBody>
      </p:sp>
      <p:sp>
        <p:nvSpPr>
          <p:cNvPr id="257" name="native-text-060">
            <a:extLst xmlns:a="http://schemas.openxmlformats.org/drawingml/2006/main">
              <a:ext uri="{FF2B5EF4-FFF2-40B4-BE49-F238E27FC236}">
                <a16:creationId xmlns:a16="http://schemas.microsoft.com/office/drawing/2014/main" id="{F25B9A0C-F4B3-4484-93DF-FDB1533C36FC}"/>
              </a:ext>
            </a:extLst>
          </p:cNvPr>
          <p:cNvSpPr>
            <a:spLocks xmlns:a="http://schemas.openxmlformats.org/drawingml/2006/main" noGrp="1"/>
          </p:cNvSpPr>
          <p:nvPr/>
        </p:nvSpPr>
        <p:spPr>
          <a:xfrm xmlns:a="http://schemas.openxmlformats.org/drawingml/2006/main" rot="0">
            <a:off x="6264316" y="4003258"/>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A15</a:t>
            </a:r>
          </a:p>
        </p:txBody>
      </p:sp>
      <p:sp>
        <p:nvSpPr>
          <p:cNvPr id="258" name="native-text-061">
            <a:extLst xmlns:a="http://schemas.openxmlformats.org/drawingml/2006/main">
              <a:ext uri="{FF2B5EF4-FFF2-40B4-BE49-F238E27FC236}">
                <a16:creationId xmlns:a16="http://schemas.microsoft.com/office/drawing/2014/main" id="{26699C11-30A7-4560-808D-8146FC295B92}"/>
              </a:ext>
            </a:extLst>
          </p:cNvPr>
          <p:cNvSpPr>
            <a:spLocks xmlns:a="http://schemas.openxmlformats.org/drawingml/2006/main" noGrp="1"/>
          </p:cNvSpPr>
          <p:nvPr/>
        </p:nvSpPr>
        <p:spPr>
          <a:xfrm xmlns:a="http://schemas.openxmlformats.org/drawingml/2006/main" rot="0">
            <a:off x="4897528" y="3538592"/>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B11</a:t>
            </a:r>
          </a:p>
        </p:txBody>
      </p:sp>
      <p:sp>
        <p:nvSpPr>
          <p:cNvPr id="259" name="native-text-062">
            <a:extLst xmlns:a="http://schemas.openxmlformats.org/drawingml/2006/main">
              <a:ext uri="{FF2B5EF4-FFF2-40B4-BE49-F238E27FC236}">
                <a16:creationId xmlns:a16="http://schemas.microsoft.com/office/drawing/2014/main" id="{167C1C45-BEB8-402E-9BAC-CA269948CBD3}"/>
              </a:ext>
            </a:extLst>
          </p:cNvPr>
          <p:cNvSpPr>
            <a:spLocks xmlns:a="http://schemas.openxmlformats.org/drawingml/2006/main" noGrp="1"/>
          </p:cNvSpPr>
          <p:nvPr/>
        </p:nvSpPr>
        <p:spPr>
          <a:xfrm xmlns:a="http://schemas.openxmlformats.org/drawingml/2006/main" rot="0">
            <a:off x="5138784" y="3333807"/>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B12</a:t>
            </a:r>
          </a:p>
        </p:txBody>
      </p:sp>
      <p:sp>
        <p:nvSpPr>
          <p:cNvPr id="260" name="native-text-063">
            <a:extLst xmlns:a="http://schemas.openxmlformats.org/drawingml/2006/main">
              <a:ext uri="{FF2B5EF4-FFF2-40B4-BE49-F238E27FC236}">
                <a16:creationId xmlns:a16="http://schemas.microsoft.com/office/drawing/2014/main" id="{C661F58A-954F-47E4-BCF0-8139DC5686FB}"/>
              </a:ext>
            </a:extLst>
          </p:cNvPr>
          <p:cNvSpPr>
            <a:spLocks xmlns:a="http://schemas.openxmlformats.org/drawingml/2006/main" noGrp="1"/>
          </p:cNvSpPr>
          <p:nvPr/>
        </p:nvSpPr>
        <p:spPr>
          <a:xfrm xmlns:a="http://schemas.openxmlformats.org/drawingml/2006/main" rot="0">
            <a:off x="5513818" y="3526757"/>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B13</a:t>
            </a:r>
          </a:p>
        </p:txBody>
      </p:sp>
      <p:sp>
        <p:nvSpPr>
          <p:cNvPr id="261" name="native-text-064">
            <a:extLst xmlns:a="http://schemas.openxmlformats.org/drawingml/2006/main">
              <a:ext uri="{FF2B5EF4-FFF2-40B4-BE49-F238E27FC236}">
                <a16:creationId xmlns:a16="http://schemas.microsoft.com/office/drawing/2014/main" id="{387D7350-1972-4C7F-BC91-B61B080BD3BB}"/>
              </a:ext>
            </a:extLst>
          </p:cNvPr>
          <p:cNvSpPr>
            <a:spLocks xmlns:a="http://schemas.openxmlformats.org/drawingml/2006/main" noGrp="1"/>
          </p:cNvSpPr>
          <p:nvPr/>
        </p:nvSpPr>
        <p:spPr>
          <a:xfrm xmlns:a="http://schemas.openxmlformats.org/drawingml/2006/main" rot="0">
            <a:off x="5889282" y="3513839"/>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B14</a:t>
            </a:r>
          </a:p>
        </p:txBody>
      </p:sp>
      <p:sp>
        <p:nvSpPr>
          <p:cNvPr id="262" name="native-text-065">
            <a:extLst xmlns:a="http://schemas.openxmlformats.org/drawingml/2006/main">
              <a:ext uri="{FF2B5EF4-FFF2-40B4-BE49-F238E27FC236}">
                <a16:creationId xmlns:a16="http://schemas.microsoft.com/office/drawing/2014/main" id="{076BBC88-C41F-4810-B878-D09DD0B85804}"/>
              </a:ext>
            </a:extLst>
          </p:cNvPr>
          <p:cNvSpPr>
            <a:spLocks xmlns:a="http://schemas.openxmlformats.org/drawingml/2006/main" noGrp="1"/>
          </p:cNvSpPr>
          <p:nvPr/>
        </p:nvSpPr>
        <p:spPr>
          <a:xfrm xmlns:a="http://schemas.openxmlformats.org/drawingml/2006/main" rot="0">
            <a:off x="6263888" y="3284268"/>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B15</a:t>
            </a:r>
          </a:p>
        </p:txBody>
      </p:sp>
      <p:sp>
        <p:nvSpPr>
          <p:cNvPr id="263" name="marker-245">
            <a:extLst xmlns:a="http://schemas.openxmlformats.org/drawingml/2006/main">
              <a:ext uri="{FF2B5EF4-FFF2-40B4-BE49-F238E27FC236}">
                <a16:creationId xmlns:a16="http://schemas.microsoft.com/office/drawing/2014/main" id="{6C448563-D36F-44D7-B2CC-82068859A7A3}"/>
              </a:ext>
            </a:extLst>
          </p:cNvPr>
          <p:cNvSpPr>
            <a:spLocks xmlns:a="http://schemas.openxmlformats.org/drawingml/2006/main" noGrp="1"/>
          </p:cNvSpPr>
          <p:nvPr/>
        </p:nvSpPr>
        <p:spPr>
          <a:xfrm xmlns:a="http://schemas.openxmlformats.org/drawingml/2006/main">
            <a:off x="4874895" y="650938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64" name="native-text-078">
            <a:extLst xmlns:a="http://schemas.openxmlformats.org/drawingml/2006/main">
              <a:ext uri="{FF2B5EF4-FFF2-40B4-BE49-F238E27FC236}">
                <a16:creationId xmlns:a16="http://schemas.microsoft.com/office/drawing/2014/main" id="{0BA34CA1-CAFC-4AAB-B711-17878D3E377D}"/>
              </a:ext>
            </a:extLst>
          </p:cNvPr>
          <p:cNvSpPr>
            <a:spLocks xmlns:a="http://schemas.openxmlformats.org/drawingml/2006/main" noGrp="1"/>
          </p:cNvSpPr>
          <p:nvPr/>
        </p:nvSpPr>
        <p:spPr>
          <a:xfrm xmlns:a="http://schemas.openxmlformats.org/drawingml/2006/main" rot="0">
            <a:off x="4682109" y="6392418"/>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0</a:t>
            </a:r>
          </a:p>
        </p:txBody>
      </p:sp>
      <p:sp>
        <p:nvSpPr>
          <p:cNvPr id="265" name="marker-247">
            <a:extLst xmlns:a="http://schemas.openxmlformats.org/drawingml/2006/main">
              <a:ext uri="{FF2B5EF4-FFF2-40B4-BE49-F238E27FC236}">
                <a16:creationId xmlns:a16="http://schemas.microsoft.com/office/drawing/2014/main" id="{18A222BE-8068-4F25-9151-B025BD009561}"/>
              </a:ext>
            </a:extLst>
          </p:cNvPr>
          <p:cNvSpPr>
            <a:spLocks xmlns:a="http://schemas.openxmlformats.org/drawingml/2006/main" noGrp="1"/>
          </p:cNvSpPr>
          <p:nvPr/>
        </p:nvSpPr>
        <p:spPr>
          <a:xfrm xmlns:a="http://schemas.openxmlformats.org/drawingml/2006/main">
            <a:off x="4874895" y="705040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66" name="native-text-079">
            <a:extLst xmlns:a="http://schemas.openxmlformats.org/drawingml/2006/main">
              <a:ext uri="{FF2B5EF4-FFF2-40B4-BE49-F238E27FC236}">
                <a16:creationId xmlns:a16="http://schemas.microsoft.com/office/drawing/2014/main" id="{3ADDB982-45EE-4F63-8CD0-8960876BE134}"/>
              </a:ext>
            </a:extLst>
          </p:cNvPr>
          <p:cNvSpPr>
            <a:spLocks xmlns:a="http://schemas.openxmlformats.org/drawingml/2006/main" noGrp="1"/>
          </p:cNvSpPr>
          <p:nvPr/>
        </p:nvSpPr>
        <p:spPr>
          <a:xfrm xmlns:a="http://schemas.openxmlformats.org/drawingml/2006/main" rot="0">
            <a:off x="4682109" y="6933438"/>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2</a:t>
            </a:r>
          </a:p>
        </p:txBody>
      </p:sp>
      <p:sp>
        <p:nvSpPr>
          <p:cNvPr id="267" name="marker-249">
            <a:extLst xmlns:a="http://schemas.openxmlformats.org/drawingml/2006/main">
              <a:ext uri="{FF2B5EF4-FFF2-40B4-BE49-F238E27FC236}">
                <a16:creationId xmlns:a16="http://schemas.microsoft.com/office/drawing/2014/main" id="{E3C25BF7-0DEC-406E-9060-DF6370AB0245}"/>
              </a:ext>
            </a:extLst>
          </p:cNvPr>
          <p:cNvSpPr>
            <a:spLocks xmlns:a="http://schemas.openxmlformats.org/drawingml/2006/main" noGrp="1"/>
          </p:cNvSpPr>
          <p:nvPr/>
        </p:nvSpPr>
        <p:spPr>
          <a:xfrm xmlns:a="http://schemas.openxmlformats.org/drawingml/2006/main">
            <a:off x="4874895" y="759142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68" name="native-text-080">
            <a:extLst xmlns:a="http://schemas.openxmlformats.org/drawingml/2006/main">
              <a:ext uri="{FF2B5EF4-FFF2-40B4-BE49-F238E27FC236}">
                <a16:creationId xmlns:a16="http://schemas.microsoft.com/office/drawing/2014/main" id="{406D431B-D1DF-4EC3-AEC1-6D8F09D62499}"/>
              </a:ext>
            </a:extLst>
          </p:cNvPr>
          <p:cNvSpPr>
            <a:spLocks xmlns:a="http://schemas.openxmlformats.org/drawingml/2006/main" noGrp="1"/>
          </p:cNvSpPr>
          <p:nvPr/>
        </p:nvSpPr>
        <p:spPr>
          <a:xfrm xmlns:a="http://schemas.openxmlformats.org/drawingml/2006/main" rot="0">
            <a:off x="4682109" y="7474458"/>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4</a:t>
            </a:r>
          </a:p>
        </p:txBody>
      </p:sp>
      <p:sp>
        <p:nvSpPr>
          <p:cNvPr id="269" name="native-text-077">
            <a:extLst xmlns:a="http://schemas.openxmlformats.org/drawingml/2006/main">
              <a:ext uri="{FF2B5EF4-FFF2-40B4-BE49-F238E27FC236}">
                <a16:creationId xmlns:a16="http://schemas.microsoft.com/office/drawing/2014/main" id="{6BF087CF-4263-4403-A323-53AD7AF8A5C7}"/>
              </a:ext>
            </a:extLst>
          </p:cNvPr>
          <p:cNvSpPr>
            <a:spLocks xmlns:a="http://schemas.openxmlformats.org/drawingml/2006/main" noGrp="1"/>
          </p:cNvSpPr>
          <p:nvPr/>
        </p:nvSpPr>
        <p:spPr>
          <a:xfrm xmlns:a="http://schemas.openxmlformats.org/drawingml/2006/main" rot="-5400000">
            <a:off x="3548920" y="6875621"/>
            <a:ext cx="198443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Levels below root</a:t>
            </a:r>
          </a:p>
        </p:txBody>
      </p:sp>
      <p:sp>
        <p:nvSpPr>
          <p:cNvPr id="270" name="tree-1-branch-1">
            <a:extLst xmlns:a="http://schemas.openxmlformats.org/drawingml/2006/main">
              <a:ext uri="{FF2B5EF4-FFF2-40B4-BE49-F238E27FC236}">
                <a16:creationId xmlns:a16="http://schemas.microsoft.com/office/drawing/2014/main" id="{9DFBACBF-8A22-4878-8B37-E2162656B2C0}"/>
              </a:ext>
            </a:extLst>
          </p:cNvPr>
          <p:cNvSpPr>
            <a:spLocks xmlns:a="http://schemas.openxmlformats.org/drawingml/2006/main" noGrp="1"/>
          </p:cNvSpPr>
          <p:nvPr/>
        </p:nvSpPr>
        <p:spPr>
          <a:xfrm xmlns:a="http://schemas.openxmlformats.org/drawingml/2006/main">
            <a:off x="5426803" y="7320915"/>
            <a:ext cx="0" cy="270510"/>
          </a:xfrm>
          <a:prstGeom xmlns:a="http://schemas.openxmlformats.org/drawingml/2006/main" prst="line">
            <a:avLst/>
          </a:prstGeom>
          <a:noFill xmlns:a="http://schemas.openxmlformats.org/drawingml/2006/main"/>
          <a:ln xmlns:a="http://schemas.openxmlformats.org/drawingml/2006/main" w="16193">
            <a:solidFill>
              <a:srgbClr val="A02C87"/>
            </a:solidFill>
            <a:prstDash val="solid"/>
          </a:ln>
        </p:spPr>
      </p:sp>
      <p:sp>
        <p:nvSpPr>
          <p:cNvPr id="271" name="tree-1-branch-2">
            <a:extLst xmlns:a="http://schemas.openxmlformats.org/drawingml/2006/main">
              <a:ext uri="{FF2B5EF4-FFF2-40B4-BE49-F238E27FC236}">
                <a16:creationId xmlns:a16="http://schemas.microsoft.com/office/drawing/2014/main" id="{1723890E-8BD0-4759-9071-87B7B112FF5D}"/>
              </a:ext>
            </a:extLst>
          </p:cNvPr>
          <p:cNvSpPr>
            <a:spLocks xmlns:a="http://schemas.openxmlformats.org/drawingml/2006/main" noGrp="1"/>
          </p:cNvSpPr>
          <p:nvPr/>
        </p:nvSpPr>
        <p:spPr>
          <a:xfrm xmlns:a="http://schemas.openxmlformats.org/drawingml/2006/main">
            <a:off x="5778551" y="7320915"/>
            <a:ext cx="0" cy="270510"/>
          </a:xfrm>
          <a:prstGeom xmlns:a="http://schemas.openxmlformats.org/drawingml/2006/main" prst="line">
            <a:avLst/>
          </a:prstGeom>
          <a:noFill xmlns:a="http://schemas.openxmlformats.org/drawingml/2006/main"/>
          <a:ln xmlns:a="http://schemas.openxmlformats.org/drawingml/2006/main" w="16193">
            <a:solidFill>
              <a:srgbClr val="007858"/>
            </a:solidFill>
            <a:prstDash val="solid"/>
          </a:ln>
        </p:spPr>
      </p:sp>
      <p:sp>
        <p:nvSpPr>
          <p:cNvPr id="272" name="tree-1-branch-3">
            <a:extLst xmlns:a="http://schemas.openxmlformats.org/drawingml/2006/main">
              <a:ext uri="{FF2B5EF4-FFF2-40B4-BE49-F238E27FC236}">
                <a16:creationId xmlns:a16="http://schemas.microsoft.com/office/drawing/2014/main" id="{1085CF9C-AC43-43D2-B49F-ADFFF1A81C8E}"/>
              </a:ext>
            </a:extLst>
          </p:cNvPr>
          <p:cNvSpPr>
            <a:spLocks xmlns:a="http://schemas.openxmlformats.org/drawingml/2006/main" noGrp="1"/>
          </p:cNvSpPr>
          <p:nvPr/>
        </p:nvSpPr>
        <p:spPr>
          <a:xfrm xmlns:a="http://schemas.openxmlformats.org/drawingml/2006/main">
            <a:off x="5426803" y="7320915"/>
            <a:ext cx="351748"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73" name="tree-1-branch-4">
            <a:extLst xmlns:a="http://schemas.openxmlformats.org/drawingml/2006/main">
              <a:ext uri="{FF2B5EF4-FFF2-40B4-BE49-F238E27FC236}">
                <a16:creationId xmlns:a16="http://schemas.microsoft.com/office/drawing/2014/main" id="{5BD77ACF-A566-4264-8AC0-FDDB83F0A55B}"/>
              </a:ext>
            </a:extLst>
          </p:cNvPr>
          <p:cNvSpPr>
            <a:spLocks xmlns:a="http://schemas.openxmlformats.org/drawingml/2006/main" noGrp="1"/>
          </p:cNvSpPr>
          <p:nvPr/>
        </p:nvSpPr>
        <p:spPr>
          <a:xfrm xmlns:a="http://schemas.openxmlformats.org/drawingml/2006/main">
            <a:off x="5075054" y="7050405"/>
            <a:ext cx="0" cy="54102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74" name="tree-1-branch-5">
            <a:extLst xmlns:a="http://schemas.openxmlformats.org/drawingml/2006/main">
              <a:ext uri="{FF2B5EF4-FFF2-40B4-BE49-F238E27FC236}">
                <a16:creationId xmlns:a16="http://schemas.microsoft.com/office/drawing/2014/main" id="{DE8D27FF-D3EE-457A-B120-537272F4336B}"/>
              </a:ext>
            </a:extLst>
          </p:cNvPr>
          <p:cNvSpPr>
            <a:spLocks xmlns:a="http://schemas.openxmlformats.org/drawingml/2006/main" noGrp="1"/>
          </p:cNvSpPr>
          <p:nvPr/>
        </p:nvSpPr>
        <p:spPr>
          <a:xfrm xmlns:a="http://schemas.openxmlformats.org/drawingml/2006/main">
            <a:off x="5602677" y="705040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75" name="tree-1-branch-6">
            <a:extLst xmlns:a="http://schemas.openxmlformats.org/drawingml/2006/main">
              <a:ext uri="{FF2B5EF4-FFF2-40B4-BE49-F238E27FC236}">
                <a16:creationId xmlns:a16="http://schemas.microsoft.com/office/drawing/2014/main" id="{EF8062AB-4747-467B-9363-E99F1AE43E0A}"/>
              </a:ext>
            </a:extLst>
          </p:cNvPr>
          <p:cNvSpPr>
            <a:spLocks xmlns:a="http://schemas.openxmlformats.org/drawingml/2006/main" noGrp="1"/>
          </p:cNvSpPr>
          <p:nvPr/>
        </p:nvSpPr>
        <p:spPr>
          <a:xfrm xmlns:a="http://schemas.openxmlformats.org/drawingml/2006/main">
            <a:off x="5075054" y="7050405"/>
            <a:ext cx="527622"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76" name="tree-1-branch-7">
            <a:extLst xmlns:a="http://schemas.openxmlformats.org/drawingml/2006/main">
              <a:ext uri="{FF2B5EF4-FFF2-40B4-BE49-F238E27FC236}">
                <a16:creationId xmlns:a16="http://schemas.microsoft.com/office/drawing/2014/main" id="{33C1ED78-A788-443E-98BA-7A9C62AE3B43}"/>
              </a:ext>
            </a:extLst>
          </p:cNvPr>
          <p:cNvSpPr>
            <a:spLocks xmlns:a="http://schemas.openxmlformats.org/drawingml/2006/main" noGrp="1"/>
          </p:cNvSpPr>
          <p:nvPr/>
        </p:nvSpPr>
        <p:spPr>
          <a:xfrm xmlns:a="http://schemas.openxmlformats.org/drawingml/2006/main">
            <a:off x="5338866" y="677989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77" name="tree-1-branch-8">
            <a:extLst xmlns:a="http://schemas.openxmlformats.org/drawingml/2006/main">
              <a:ext uri="{FF2B5EF4-FFF2-40B4-BE49-F238E27FC236}">
                <a16:creationId xmlns:a16="http://schemas.microsoft.com/office/drawing/2014/main" id="{6B7E14C3-EED6-4C5C-B15F-E6D13F1E85EB}"/>
              </a:ext>
            </a:extLst>
          </p:cNvPr>
          <p:cNvSpPr>
            <a:spLocks xmlns:a="http://schemas.openxmlformats.org/drawingml/2006/main" noGrp="1"/>
          </p:cNvSpPr>
          <p:nvPr/>
        </p:nvSpPr>
        <p:spPr>
          <a:xfrm xmlns:a="http://schemas.openxmlformats.org/drawingml/2006/main">
            <a:off x="6130299" y="6779895"/>
            <a:ext cx="0" cy="81153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78" name="tree-1-branch-9">
            <a:extLst xmlns:a="http://schemas.openxmlformats.org/drawingml/2006/main">
              <a:ext uri="{FF2B5EF4-FFF2-40B4-BE49-F238E27FC236}">
                <a16:creationId xmlns:a16="http://schemas.microsoft.com/office/drawing/2014/main" id="{C13CEC55-549B-462A-AC6C-B41CBD3079AB}"/>
              </a:ext>
            </a:extLst>
          </p:cNvPr>
          <p:cNvSpPr>
            <a:spLocks xmlns:a="http://schemas.openxmlformats.org/drawingml/2006/main" noGrp="1"/>
          </p:cNvSpPr>
          <p:nvPr/>
        </p:nvSpPr>
        <p:spPr>
          <a:xfrm xmlns:a="http://schemas.openxmlformats.org/drawingml/2006/main">
            <a:off x="5338866" y="6779895"/>
            <a:ext cx="791433"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79" name="tree-1-branch-10">
            <a:extLst xmlns:a="http://schemas.openxmlformats.org/drawingml/2006/main">
              <a:ext uri="{FF2B5EF4-FFF2-40B4-BE49-F238E27FC236}">
                <a16:creationId xmlns:a16="http://schemas.microsoft.com/office/drawing/2014/main" id="{D54C452D-7FB1-441A-9C26-E6BF41E31414}"/>
              </a:ext>
            </a:extLst>
          </p:cNvPr>
          <p:cNvSpPr>
            <a:spLocks xmlns:a="http://schemas.openxmlformats.org/drawingml/2006/main" noGrp="1"/>
          </p:cNvSpPr>
          <p:nvPr/>
        </p:nvSpPr>
        <p:spPr>
          <a:xfrm xmlns:a="http://schemas.openxmlformats.org/drawingml/2006/main">
            <a:off x="5734582" y="650938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80" name="tree-1-branch-11">
            <a:extLst xmlns:a="http://schemas.openxmlformats.org/drawingml/2006/main">
              <a:ext uri="{FF2B5EF4-FFF2-40B4-BE49-F238E27FC236}">
                <a16:creationId xmlns:a16="http://schemas.microsoft.com/office/drawing/2014/main" id="{AD93443E-0F80-43DA-AD4A-B094918F72EE}"/>
              </a:ext>
            </a:extLst>
          </p:cNvPr>
          <p:cNvSpPr>
            <a:spLocks xmlns:a="http://schemas.openxmlformats.org/drawingml/2006/main" noGrp="1"/>
          </p:cNvSpPr>
          <p:nvPr/>
        </p:nvSpPr>
        <p:spPr>
          <a:xfrm xmlns:a="http://schemas.openxmlformats.org/drawingml/2006/main">
            <a:off x="6482047" y="6509385"/>
            <a:ext cx="0" cy="108204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81" name="tree-1-branch-12">
            <a:extLst xmlns:a="http://schemas.openxmlformats.org/drawingml/2006/main">
              <a:ext uri="{FF2B5EF4-FFF2-40B4-BE49-F238E27FC236}">
                <a16:creationId xmlns:a16="http://schemas.microsoft.com/office/drawing/2014/main" id="{E6A24301-950E-41FD-A497-856CF9F5F4CB}"/>
              </a:ext>
            </a:extLst>
          </p:cNvPr>
          <p:cNvSpPr>
            <a:spLocks xmlns:a="http://schemas.openxmlformats.org/drawingml/2006/main" noGrp="1"/>
          </p:cNvSpPr>
          <p:nvPr/>
        </p:nvSpPr>
        <p:spPr>
          <a:xfrm xmlns:a="http://schemas.openxmlformats.org/drawingml/2006/main">
            <a:off x="5734582" y="6509385"/>
            <a:ext cx="747465"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82" name="tree-1-branch-13">
            <a:extLst xmlns:a="http://schemas.openxmlformats.org/drawingml/2006/main">
              <a:ext uri="{FF2B5EF4-FFF2-40B4-BE49-F238E27FC236}">
                <a16:creationId xmlns:a16="http://schemas.microsoft.com/office/drawing/2014/main" id="{D808142F-6750-4530-AE15-5B161C025EA1}"/>
              </a:ext>
            </a:extLst>
          </p:cNvPr>
          <p:cNvSpPr>
            <a:spLocks xmlns:a="http://schemas.openxmlformats.org/drawingml/2006/main" noGrp="1"/>
          </p:cNvSpPr>
          <p:nvPr/>
        </p:nvSpPr>
        <p:spPr>
          <a:xfrm xmlns:a="http://schemas.openxmlformats.org/drawingml/2006/main">
            <a:off x="6108315" y="6333554"/>
            <a:ext cx="0" cy="175831"/>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83" name="path-265">
            <a:extLst xmlns:a="http://schemas.openxmlformats.org/drawingml/2006/main">
              <a:ext uri="{FF2B5EF4-FFF2-40B4-BE49-F238E27FC236}">
                <a16:creationId xmlns:a16="http://schemas.microsoft.com/office/drawing/2014/main" id="{976EC737-EDB9-409A-A172-5315EAA37852}"/>
              </a:ext>
            </a:extLst>
          </p:cNvPr>
          <p:cNvSpPr>
            <a:spLocks xmlns:a="http://schemas.openxmlformats.org/drawingml/2006/main" noGrp="1"/>
          </p:cNvSpPr>
          <p:nvPr/>
        </p:nvSpPr>
        <p:spPr>
          <a:xfrm xmlns:a="http://schemas.openxmlformats.org/drawingml/2006/main">
            <a:off x="4903470" y="6103620"/>
            <a:ext cx="10" cy="1825943"/>
          </a:xfrm>
          <a:custGeom xmlns:a="http://schemas.openxmlformats.org/drawingml/2006/main">
            <a:pathLst>
              <a:path w="10" h="1825943">
                <a:moveTo>
                  <a:pt x="0" y="1825943"/>
                </a:moveTo>
                <a:lnTo>
                  <a:pt x="0" y="0"/>
                </a:lnTo>
              </a:path>
            </a:pathLst>
          </a:custGeom>
          <a:noFill xmlns:a="http://schemas.openxmlformats.org/drawingml/2006/main"/>
          <a:ln xmlns:a="http://schemas.openxmlformats.org/drawingml/2006/main" w="7620">
            <a:solidFill>
              <a:srgbClr val="68727A"/>
            </a:solidFill>
            <a:prstDash val="solid"/>
          </a:ln>
        </p:spPr>
      </p:sp>
      <p:sp>
        <p:nvSpPr>
          <p:cNvPr id="284" name="native-text-074">
            <a:extLst xmlns:a="http://schemas.openxmlformats.org/drawingml/2006/main">
              <a:ext uri="{FF2B5EF4-FFF2-40B4-BE49-F238E27FC236}">
                <a16:creationId xmlns:a16="http://schemas.microsoft.com/office/drawing/2014/main" id="{E58FBC16-3C90-4656-87F8-8793DCE8C504}"/>
              </a:ext>
            </a:extLst>
          </p:cNvPr>
          <p:cNvSpPr>
            <a:spLocks xmlns:a="http://schemas.openxmlformats.org/drawingml/2006/main" noGrp="1"/>
          </p:cNvSpPr>
          <p:nvPr/>
        </p:nvSpPr>
        <p:spPr>
          <a:xfrm xmlns:a="http://schemas.openxmlformats.org/drawingml/2006/main" rot="0">
            <a:off x="5155483" y="7614666"/>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B15</a:t>
            </a:r>
          </a:p>
        </p:txBody>
      </p:sp>
      <p:sp>
        <p:nvSpPr>
          <p:cNvPr id="285" name="native-text-075">
            <a:extLst xmlns:a="http://schemas.openxmlformats.org/drawingml/2006/main">
              <a:ext uri="{FF2B5EF4-FFF2-40B4-BE49-F238E27FC236}">
                <a16:creationId xmlns:a16="http://schemas.microsoft.com/office/drawing/2014/main" id="{3339F120-A04B-4951-8F5D-830F04BAC0A3}"/>
              </a:ext>
            </a:extLst>
          </p:cNvPr>
          <p:cNvSpPr>
            <a:spLocks xmlns:a="http://schemas.openxmlformats.org/drawingml/2006/main" noGrp="1"/>
          </p:cNvSpPr>
          <p:nvPr/>
        </p:nvSpPr>
        <p:spPr>
          <a:xfrm xmlns:a="http://schemas.openxmlformats.org/drawingml/2006/main" rot="0">
            <a:off x="5602481" y="7614666"/>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A15</a:t>
            </a:r>
          </a:p>
        </p:txBody>
      </p:sp>
      <p:sp>
        <p:nvSpPr>
          <p:cNvPr id="286" name="native-text-076">
            <a:extLst xmlns:a="http://schemas.openxmlformats.org/drawingml/2006/main">
              <a:ext uri="{FF2B5EF4-FFF2-40B4-BE49-F238E27FC236}">
                <a16:creationId xmlns:a16="http://schemas.microsoft.com/office/drawing/2014/main" id="{482CE7EC-6006-4762-BA11-BD65988A396A}"/>
              </a:ext>
            </a:extLst>
          </p:cNvPr>
          <p:cNvSpPr>
            <a:spLocks xmlns:a="http://schemas.openxmlformats.org/drawingml/2006/main" noGrp="1"/>
          </p:cNvSpPr>
          <p:nvPr/>
        </p:nvSpPr>
        <p:spPr>
          <a:xfrm xmlns:a="http://schemas.openxmlformats.org/drawingml/2006/main" rot="0">
            <a:off x="5854938" y="5919445"/>
            <a:ext cx="7842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4 levels</a:t>
            </a:r>
          </a:p>
        </p:txBody>
      </p:sp>
      <p:sp>
        <p:nvSpPr>
          <p:cNvPr id="287" name="marker-269">
            <a:extLst xmlns:a="http://schemas.openxmlformats.org/drawingml/2006/main">
              <a:ext uri="{FF2B5EF4-FFF2-40B4-BE49-F238E27FC236}">
                <a16:creationId xmlns:a16="http://schemas.microsoft.com/office/drawing/2014/main" id="{5AAFFAC0-0664-4AE3-87CA-2E9A6AFD6772}"/>
              </a:ext>
            </a:extLst>
          </p:cNvPr>
          <p:cNvSpPr>
            <a:spLocks xmlns:a="http://schemas.openxmlformats.org/drawingml/2006/main" noGrp="1"/>
          </p:cNvSpPr>
          <p:nvPr/>
        </p:nvSpPr>
        <p:spPr>
          <a:xfrm xmlns:a="http://schemas.openxmlformats.org/drawingml/2006/main">
            <a:off x="6911198"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88" name="native-text-091">
            <a:extLst xmlns:a="http://schemas.openxmlformats.org/drawingml/2006/main">
              <a:ext uri="{FF2B5EF4-FFF2-40B4-BE49-F238E27FC236}">
                <a16:creationId xmlns:a16="http://schemas.microsoft.com/office/drawing/2014/main" id="{15306EC0-B921-4FF0-AB43-C18DCD261D00}"/>
              </a:ext>
            </a:extLst>
          </p:cNvPr>
          <p:cNvSpPr>
            <a:spLocks xmlns:a="http://schemas.openxmlformats.org/drawingml/2006/main" noGrp="1"/>
          </p:cNvSpPr>
          <p:nvPr/>
        </p:nvSpPr>
        <p:spPr>
          <a:xfrm xmlns:a="http://schemas.openxmlformats.org/drawingml/2006/main" rot="0">
            <a:off x="6722651" y="5017770"/>
            <a:ext cx="377095"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212</a:t>
            </a:r>
          </a:p>
        </p:txBody>
      </p:sp>
      <p:sp>
        <p:nvSpPr>
          <p:cNvPr id="289" name="marker-271">
            <a:extLst xmlns:a="http://schemas.openxmlformats.org/drawingml/2006/main">
              <a:ext uri="{FF2B5EF4-FFF2-40B4-BE49-F238E27FC236}">
                <a16:creationId xmlns:a16="http://schemas.microsoft.com/office/drawing/2014/main" id="{9A7E6F8D-D83E-4E30-A099-7CB14D035287}"/>
              </a:ext>
            </a:extLst>
          </p:cNvPr>
          <p:cNvSpPr>
            <a:spLocks xmlns:a="http://schemas.openxmlformats.org/drawingml/2006/main" noGrp="1"/>
          </p:cNvSpPr>
          <p:nvPr/>
        </p:nvSpPr>
        <p:spPr>
          <a:xfrm xmlns:a="http://schemas.openxmlformats.org/drawingml/2006/main">
            <a:off x="7661268"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90" name="native-text-092">
            <a:extLst xmlns:a="http://schemas.openxmlformats.org/drawingml/2006/main">
              <a:ext uri="{FF2B5EF4-FFF2-40B4-BE49-F238E27FC236}">
                <a16:creationId xmlns:a16="http://schemas.microsoft.com/office/drawing/2014/main" id="{9467C8B1-2AF2-496E-865E-9A4FCC1DA73B}"/>
              </a:ext>
            </a:extLst>
          </p:cNvPr>
          <p:cNvSpPr>
            <a:spLocks xmlns:a="http://schemas.openxmlformats.org/drawingml/2006/main" noGrp="1"/>
          </p:cNvSpPr>
          <p:nvPr/>
        </p:nvSpPr>
        <p:spPr>
          <a:xfrm xmlns:a="http://schemas.openxmlformats.org/drawingml/2006/main" rot="0">
            <a:off x="7473149"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224</a:t>
            </a:r>
          </a:p>
        </p:txBody>
      </p:sp>
      <p:sp>
        <p:nvSpPr>
          <p:cNvPr id="291" name="marker-273">
            <a:extLst xmlns:a="http://schemas.openxmlformats.org/drawingml/2006/main">
              <a:ext uri="{FF2B5EF4-FFF2-40B4-BE49-F238E27FC236}">
                <a16:creationId xmlns:a16="http://schemas.microsoft.com/office/drawing/2014/main" id="{B6F6F42D-D524-4E5E-98C6-D6F4BF90EF04}"/>
              </a:ext>
            </a:extLst>
          </p:cNvPr>
          <p:cNvSpPr>
            <a:spLocks xmlns:a="http://schemas.openxmlformats.org/drawingml/2006/main" noGrp="1"/>
          </p:cNvSpPr>
          <p:nvPr/>
        </p:nvSpPr>
        <p:spPr>
          <a:xfrm xmlns:a="http://schemas.openxmlformats.org/drawingml/2006/main">
            <a:off x="8411337"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92" name="native-text-093">
            <a:extLst xmlns:a="http://schemas.openxmlformats.org/drawingml/2006/main">
              <a:ext uri="{FF2B5EF4-FFF2-40B4-BE49-F238E27FC236}">
                <a16:creationId xmlns:a16="http://schemas.microsoft.com/office/drawing/2014/main" id="{C4373313-BE89-4449-9800-4CFAC0552883}"/>
              </a:ext>
            </a:extLst>
          </p:cNvPr>
          <p:cNvSpPr>
            <a:spLocks xmlns:a="http://schemas.openxmlformats.org/drawingml/2006/main" noGrp="1"/>
          </p:cNvSpPr>
          <p:nvPr/>
        </p:nvSpPr>
        <p:spPr>
          <a:xfrm xmlns:a="http://schemas.openxmlformats.org/drawingml/2006/main" rot="0">
            <a:off x="8223218"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236</a:t>
            </a:r>
          </a:p>
        </p:txBody>
      </p:sp>
      <p:sp>
        <p:nvSpPr>
          <p:cNvPr id="293" name="marker-275">
            <a:extLst xmlns:a="http://schemas.openxmlformats.org/drawingml/2006/main">
              <a:ext uri="{FF2B5EF4-FFF2-40B4-BE49-F238E27FC236}">
                <a16:creationId xmlns:a16="http://schemas.microsoft.com/office/drawing/2014/main" id="{FE397F21-7A53-411E-B0E7-93E760F0218B}"/>
              </a:ext>
            </a:extLst>
          </p:cNvPr>
          <p:cNvSpPr>
            <a:spLocks xmlns:a="http://schemas.openxmlformats.org/drawingml/2006/main" noGrp="1"/>
          </p:cNvSpPr>
          <p:nvPr/>
        </p:nvSpPr>
        <p:spPr>
          <a:xfrm xmlns:a="http://schemas.openxmlformats.org/drawingml/2006/main">
            <a:off x="6851371" y="498919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94" name="marker-276">
            <a:extLst xmlns:a="http://schemas.openxmlformats.org/drawingml/2006/main">
              <a:ext uri="{FF2B5EF4-FFF2-40B4-BE49-F238E27FC236}">
                <a16:creationId xmlns:a16="http://schemas.microsoft.com/office/drawing/2014/main" id="{B2D66405-4D6F-42FC-A893-AB2B36B286B7}"/>
              </a:ext>
            </a:extLst>
          </p:cNvPr>
          <p:cNvSpPr>
            <a:spLocks xmlns:a="http://schemas.openxmlformats.org/drawingml/2006/main" noGrp="1"/>
          </p:cNvSpPr>
          <p:nvPr/>
        </p:nvSpPr>
        <p:spPr>
          <a:xfrm xmlns:a="http://schemas.openxmlformats.org/drawingml/2006/main">
            <a:off x="6851371" y="4046220"/>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95" name="marker-277">
            <a:extLst xmlns:a="http://schemas.openxmlformats.org/drawingml/2006/main">
              <a:ext uri="{FF2B5EF4-FFF2-40B4-BE49-F238E27FC236}">
                <a16:creationId xmlns:a16="http://schemas.microsoft.com/office/drawing/2014/main" id="{D3FF8958-4E84-4EF4-BB65-3BB42765F7FC}"/>
              </a:ext>
            </a:extLst>
          </p:cNvPr>
          <p:cNvSpPr>
            <a:spLocks xmlns:a="http://schemas.openxmlformats.org/drawingml/2006/main" noGrp="1"/>
          </p:cNvSpPr>
          <p:nvPr/>
        </p:nvSpPr>
        <p:spPr>
          <a:xfrm xmlns:a="http://schemas.openxmlformats.org/drawingml/2006/main">
            <a:off x="6851371" y="310324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96" name="path-278">
            <a:extLst xmlns:a="http://schemas.openxmlformats.org/drawingml/2006/main">
              <a:ext uri="{FF2B5EF4-FFF2-40B4-BE49-F238E27FC236}">
                <a16:creationId xmlns:a16="http://schemas.microsoft.com/office/drawing/2014/main" id="{1B87C2A7-0774-4FC9-982D-0B4B8D10C377}"/>
              </a:ext>
            </a:extLst>
          </p:cNvPr>
          <p:cNvSpPr>
            <a:spLocks xmlns:a="http://schemas.openxmlformats.org/drawingml/2006/main" noGrp="1"/>
          </p:cNvSpPr>
          <p:nvPr/>
        </p:nvSpPr>
        <p:spPr>
          <a:xfrm xmlns:a="http://schemas.openxmlformats.org/drawingml/2006/main">
            <a:off x="8411337"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13335">
            <a:solidFill>
              <a:srgbClr val="FFFFFF"/>
            </a:solidFill>
            <a:prstDash val="dash"/>
          </a:ln>
        </p:spPr>
      </p:sp>
      <p:sp>
        <p:nvSpPr>
          <p:cNvPr id="297" name="path-279">
            <a:extLst xmlns:a="http://schemas.openxmlformats.org/drawingml/2006/main">
              <a:ext uri="{FF2B5EF4-FFF2-40B4-BE49-F238E27FC236}">
                <a16:creationId xmlns:a16="http://schemas.microsoft.com/office/drawing/2014/main" id="{38363AAA-9834-4C13-9500-8C9E033EE55B}"/>
              </a:ext>
            </a:extLst>
          </p:cNvPr>
          <p:cNvSpPr>
            <a:spLocks xmlns:a="http://schemas.openxmlformats.org/drawingml/2006/main" noGrp="1"/>
          </p:cNvSpPr>
          <p:nvPr/>
        </p:nvSpPr>
        <p:spPr>
          <a:xfrm xmlns:a="http://schemas.openxmlformats.org/drawingml/2006/main">
            <a:off x="6879946"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7620">
            <a:solidFill>
              <a:srgbClr val="68727A"/>
            </a:solidFill>
            <a:prstDash val="solid"/>
          </a:ln>
        </p:spPr>
      </p:sp>
      <p:sp>
        <p:nvSpPr>
          <p:cNvPr id="298" name="path-280">
            <a:extLst xmlns:a="http://schemas.openxmlformats.org/drawingml/2006/main">
              <a:ext uri="{FF2B5EF4-FFF2-40B4-BE49-F238E27FC236}">
                <a16:creationId xmlns:a16="http://schemas.microsoft.com/office/drawing/2014/main" id="{A307C830-750D-452F-8406-5F1A04506C4D}"/>
              </a:ext>
            </a:extLst>
          </p:cNvPr>
          <p:cNvSpPr>
            <a:spLocks xmlns:a="http://schemas.openxmlformats.org/drawingml/2006/main" noGrp="1"/>
          </p:cNvSpPr>
          <p:nvPr/>
        </p:nvSpPr>
        <p:spPr>
          <a:xfrm xmlns:a="http://schemas.openxmlformats.org/drawingml/2006/main">
            <a:off x="6879946" y="4989195"/>
            <a:ext cx="1750162" cy="10"/>
          </a:xfrm>
          <a:custGeom xmlns:a="http://schemas.openxmlformats.org/drawingml/2006/main">
            <a:pathLst>
              <a:path w="1750162" h="10">
                <a:moveTo>
                  <a:pt x="0" y="0"/>
                </a:moveTo>
                <a:lnTo>
                  <a:pt x="1750162" y="0"/>
                </a:lnTo>
              </a:path>
            </a:pathLst>
          </a:custGeom>
          <a:noFill xmlns:a="http://schemas.openxmlformats.org/drawingml/2006/main"/>
          <a:ln xmlns:a="http://schemas.openxmlformats.org/drawingml/2006/main" w="7620">
            <a:solidFill>
              <a:srgbClr val="68727A"/>
            </a:solidFill>
            <a:prstDash val="solid"/>
          </a:ln>
        </p:spPr>
      </p:sp>
      <p:sp>
        <p:nvSpPr>
          <p:cNvPr id="299" name="native-text-094">
            <a:extLst xmlns:a="http://schemas.openxmlformats.org/drawingml/2006/main">
              <a:ext uri="{FF2B5EF4-FFF2-40B4-BE49-F238E27FC236}">
                <a16:creationId xmlns:a16="http://schemas.microsoft.com/office/drawing/2014/main" id="{05850D78-0ED1-479A-A19E-FF575CE8CC9D}"/>
              </a:ext>
            </a:extLst>
          </p:cNvPr>
          <p:cNvSpPr>
            <a:spLocks xmlns:a="http://schemas.openxmlformats.org/drawingml/2006/main" noGrp="1"/>
          </p:cNvSpPr>
          <p:nvPr/>
        </p:nvSpPr>
        <p:spPr>
          <a:xfrm xmlns:a="http://schemas.openxmlformats.org/drawingml/2006/main" rot="0">
            <a:off x="7388600" y="2793111"/>
            <a:ext cx="732854"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ε = 1%</a:t>
            </a:r>
          </a:p>
        </p:txBody>
      </p:sp>
      <p:sp>
        <p:nvSpPr>
          <p:cNvPr id="300" name="path-282">
            <a:extLst xmlns:a="http://schemas.openxmlformats.org/drawingml/2006/main">
              <a:ext uri="{FF2B5EF4-FFF2-40B4-BE49-F238E27FC236}">
                <a16:creationId xmlns:a16="http://schemas.microsoft.com/office/drawing/2014/main" id="{F52EB202-329F-444B-9AC6-CFA002123CF3}"/>
              </a:ext>
            </a:extLst>
          </p:cNvPr>
          <p:cNvSpPr>
            <a:spLocks xmlns:a="http://schemas.openxmlformats.org/drawingml/2006/main" noGrp="1"/>
          </p:cNvSpPr>
          <p:nvPr/>
        </p:nvSpPr>
        <p:spPr>
          <a:xfrm xmlns:a="http://schemas.openxmlformats.org/drawingml/2006/main">
            <a:off x="8411337" y="3748190"/>
            <a:ext cx="10" cy="174296"/>
          </a:xfrm>
          <a:custGeom xmlns:a="http://schemas.openxmlformats.org/drawingml/2006/main">
            <a:pathLst>
              <a:path w="10" h="174296">
                <a:moveTo>
                  <a:pt x="0" y="174296"/>
                </a:moveTo>
                <a:lnTo>
                  <a:pt x="0" y="0"/>
                </a:lnTo>
              </a:path>
            </a:pathLst>
          </a:custGeom>
          <a:noFill xmlns:a="http://schemas.openxmlformats.org/drawingml/2006/main"/>
          <a:ln xmlns:a="http://schemas.openxmlformats.org/drawingml/2006/main" w="33338">
            <a:solidFill>
              <a:srgbClr val="FFFFFF"/>
            </a:solidFill>
            <a:prstDash val="solid"/>
          </a:ln>
        </p:spPr>
      </p:sp>
      <p:sp>
        <p:nvSpPr>
          <p:cNvPr id="301" name="path-283">
            <a:extLst xmlns:a="http://schemas.openxmlformats.org/drawingml/2006/main">
              <a:ext uri="{FF2B5EF4-FFF2-40B4-BE49-F238E27FC236}">
                <a16:creationId xmlns:a16="http://schemas.microsoft.com/office/drawing/2014/main" id="{C5C115CB-BA61-4AA4-B37D-F379C0A12232}"/>
              </a:ext>
            </a:extLst>
          </p:cNvPr>
          <p:cNvSpPr>
            <a:spLocks xmlns:a="http://schemas.openxmlformats.org/drawingml/2006/main" noGrp="1"/>
          </p:cNvSpPr>
          <p:nvPr/>
        </p:nvSpPr>
        <p:spPr>
          <a:xfrm xmlns:a="http://schemas.openxmlformats.org/drawingml/2006/main">
            <a:off x="8411337" y="3748190"/>
            <a:ext cx="10" cy="174296"/>
          </a:xfrm>
          <a:custGeom xmlns:a="http://schemas.openxmlformats.org/drawingml/2006/main">
            <a:pathLst>
              <a:path w="10" h="174296">
                <a:moveTo>
                  <a:pt x="0" y="174296"/>
                </a:moveTo>
                <a:lnTo>
                  <a:pt x="0" y="0"/>
                </a:lnTo>
              </a:path>
            </a:pathLst>
          </a:custGeom>
          <a:noFill xmlns:a="http://schemas.openxmlformats.org/drawingml/2006/main"/>
          <a:ln xmlns:a="http://schemas.openxmlformats.org/drawingml/2006/main" w="23813">
            <a:solidFill>
              <a:srgbClr val="007858"/>
            </a:solidFill>
            <a:prstDash val="solid"/>
          </a:ln>
        </p:spPr>
      </p:sp>
      <p:sp>
        <p:nvSpPr>
          <p:cNvPr id="302" name="path-284">
            <a:extLst xmlns:a="http://schemas.openxmlformats.org/drawingml/2006/main">
              <a:ext uri="{FF2B5EF4-FFF2-40B4-BE49-F238E27FC236}">
                <a16:creationId xmlns:a16="http://schemas.microsoft.com/office/drawing/2014/main" id="{630ADA36-7047-4167-A186-CC8905B70C0C}"/>
              </a:ext>
            </a:extLst>
          </p:cNvPr>
          <p:cNvSpPr>
            <a:spLocks xmlns:a="http://schemas.openxmlformats.org/drawingml/2006/main" noGrp="1"/>
          </p:cNvSpPr>
          <p:nvPr/>
        </p:nvSpPr>
        <p:spPr>
          <a:xfrm xmlns:a="http://schemas.openxmlformats.org/drawingml/2006/main">
            <a:off x="8411337" y="3573227"/>
            <a:ext cx="10" cy="373219"/>
          </a:xfrm>
          <a:custGeom xmlns:a="http://schemas.openxmlformats.org/drawingml/2006/main">
            <a:pathLst>
              <a:path w="10" h="373219">
                <a:moveTo>
                  <a:pt x="0" y="373219"/>
                </a:moveTo>
                <a:lnTo>
                  <a:pt x="0" y="0"/>
                </a:lnTo>
              </a:path>
            </a:pathLst>
          </a:custGeom>
          <a:noFill xmlns:a="http://schemas.openxmlformats.org/drawingml/2006/main"/>
          <a:ln xmlns:a="http://schemas.openxmlformats.org/drawingml/2006/main" w="33338">
            <a:solidFill>
              <a:srgbClr val="FFFFFF"/>
            </a:solidFill>
            <a:prstDash val="dash"/>
          </a:ln>
        </p:spPr>
      </p:sp>
      <p:sp>
        <p:nvSpPr>
          <p:cNvPr id="303" name="path-285">
            <a:extLst xmlns:a="http://schemas.openxmlformats.org/drawingml/2006/main">
              <a:ext uri="{FF2B5EF4-FFF2-40B4-BE49-F238E27FC236}">
                <a16:creationId xmlns:a16="http://schemas.microsoft.com/office/drawing/2014/main" id="{9E5FDDB5-AC17-42D9-B200-950E6FBEB891}"/>
              </a:ext>
            </a:extLst>
          </p:cNvPr>
          <p:cNvSpPr>
            <a:spLocks xmlns:a="http://schemas.openxmlformats.org/drawingml/2006/main" noGrp="1"/>
          </p:cNvSpPr>
          <p:nvPr/>
        </p:nvSpPr>
        <p:spPr>
          <a:xfrm xmlns:a="http://schemas.openxmlformats.org/drawingml/2006/main">
            <a:off x="8411337" y="3573227"/>
            <a:ext cx="10" cy="373219"/>
          </a:xfrm>
          <a:custGeom xmlns:a="http://schemas.openxmlformats.org/drawingml/2006/main">
            <a:pathLst>
              <a:path w="10" h="373219">
                <a:moveTo>
                  <a:pt x="0" y="373219"/>
                </a:moveTo>
                <a:lnTo>
                  <a:pt x="0" y="0"/>
                </a:lnTo>
              </a:path>
            </a:pathLst>
          </a:custGeom>
          <a:noFill xmlns:a="http://schemas.openxmlformats.org/drawingml/2006/main"/>
          <a:ln xmlns:a="http://schemas.openxmlformats.org/drawingml/2006/main" w="23813">
            <a:solidFill>
              <a:srgbClr val="A02C87"/>
            </a:solidFill>
            <a:prstDash val="dash"/>
          </a:ln>
        </p:spPr>
      </p:sp>
      <p:sp>
        <p:nvSpPr>
          <p:cNvPr id="304" name="path-286">
            <a:extLst xmlns:a="http://schemas.openxmlformats.org/drawingml/2006/main">
              <a:ext uri="{FF2B5EF4-FFF2-40B4-BE49-F238E27FC236}">
                <a16:creationId xmlns:a16="http://schemas.microsoft.com/office/drawing/2014/main" id="{3245C6DD-1AFC-4F92-A206-E364394A591B}"/>
              </a:ext>
            </a:extLst>
          </p:cNvPr>
          <p:cNvSpPr>
            <a:spLocks xmlns:a="http://schemas.openxmlformats.org/drawingml/2006/main" noGrp="1"/>
          </p:cNvSpPr>
          <p:nvPr/>
        </p:nvSpPr>
        <p:spPr>
          <a:xfrm xmlns:a="http://schemas.openxmlformats.org/drawingml/2006/main">
            <a:off x="6888338" y="414508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05" name="path-287">
            <a:extLst xmlns:a="http://schemas.openxmlformats.org/drawingml/2006/main">
              <a:ext uri="{FF2B5EF4-FFF2-40B4-BE49-F238E27FC236}">
                <a16:creationId xmlns:a16="http://schemas.microsoft.com/office/drawing/2014/main" id="{EA0D5936-B5A0-4D2E-94C4-1C763686CB0C}"/>
              </a:ext>
            </a:extLst>
          </p:cNvPr>
          <p:cNvSpPr>
            <a:spLocks xmlns:a="http://schemas.openxmlformats.org/drawingml/2006/main" noGrp="1"/>
          </p:cNvSpPr>
          <p:nvPr/>
        </p:nvSpPr>
        <p:spPr>
          <a:xfrm xmlns:a="http://schemas.openxmlformats.org/drawingml/2006/main">
            <a:off x="6888338" y="414508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06" name="path-288">
            <a:extLst xmlns:a="http://schemas.openxmlformats.org/drawingml/2006/main">
              <a:ext uri="{FF2B5EF4-FFF2-40B4-BE49-F238E27FC236}">
                <a16:creationId xmlns:a16="http://schemas.microsoft.com/office/drawing/2014/main" id="{080440CA-2AA4-4860-AB62-BA4ADF7B7E5C}"/>
              </a:ext>
            </a:extLst>
          </p:cNvPr>
          <p:cNvSpPr>
            <a:spLocks xmlns:a="http://schemas.openxmlformats.org/drawingml/2006/main" noGrp="1"/>
          </p:cNvSpPr>
          <p:nvPr/>
        </p:nvSpPr>
        <p:spPr>
          <a:xfrm xmlns:a="http://schemas.openxmlformats.org/drawingml/2006/main">
            <a:off x="7263373" y="407984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07" name="path-289">
            <a:extLst xmlns:a="http://schemas.openxmlformats.org/drawingml/2006/main">
              <a:ext uri="{FF2B5EF4-FFF2-40B4-BE49-F238E27FC236}">
                <a16:creationId xmlns:a16="http://schemas.microsoft.com/office/drawing/2014/main" id="{29A7507D-DA62-40E9-A952-E00D2F2065D2}"/>
              </a:ext>
            </a:extLst>
          </p:cNvPr>
          <p:cNvSpPr>
            <a:spLocks xmlns:a="http://schemas.openxmlformats.org/drawingml/2006/main" noGrp="1"/>
          </p:cNvSpPr>
          <p:nvPr/>
        </p:nvSpPr>
        <p:spPr>
          <a:xfrm xmlns:a="http://schemas.openxmlformats.org/drawingml/2006/main">
            <a:off x="7263373" y="407984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08" name="path-290">
            <a:extLst xmlns:a="http://schemas.openxmlformats.org/drawingml/2006/main">
              <a:ext uri="{FF2B5EF4-FFF2-40B4-BE49-F238E27FC236}">
                <a16:creationId xmlns:a16="http://schemas.microsoft.com/office/drawing/2014/main" id="{0B5FDDD8-9C60-4901-9F26-F17BB1FCCB0A}"/>
              </a:ext>
            </a:extLst>
          </p:cNvPr>
          <p:cNvSpPr>
            <a:spLocks xmlns:a="http://schemas.openxmlformats.org/drawingml/2006/main" noGrp="1"/>
          </p:cNvSpPr>
          <p:nvPr/>
        </p:nvSpPr>
        <p:spPr>
          <a:xfrm xmlns:a="http://schemas.openxmlformats.org/drawingml/2006/main">
            <a:off x="7638408" y="390402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09" name="path-291">
            <a:extLst xmlns:a="http://schemas.openxmlformats.org/drawingml/2006/main">
              <a:ext uri="{FF2B5EF4-FFF2-40B4-BE49-F238E27FC236}">
                <a16:creationId xmlns:a16="http://schemas.microsoft.com/office/drawing/2014/main" id="{FE9D7D1D-2EA0-4EA2-9EBA-42900D875D86}"/>
              </a:ext>
            </a:extLst>
          </p:cNvPr>
          <p:cNvSpPr>
            <a:spLocks xmlns:a="http://schemas.openxmlformats.org/drawingml/2006/main" noGrp="1"/>
          </p:cNvSpPr>
          <p:nvPr/>
        </p:nvSpPr>
        <p:spPr>
          <a:xfrm xmlns:a="http://schemas.openxmlformats.org/drawingml/2006/main">
            <a:off x="7638408" y="390402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10" name="path-292">
            <a:extLst xmlns:a="http://schemas.openxmlformats.org/drawingml/2006/main">
              <a:ext uri="{FF2B5EF4-FFF2-40B4-BE49-F238E27FC236}">
                <a16:creationId xmlns:a16="http://schemas.microsoft.com/office/drawing/2014/main" id="{3EBE80AC-C3E2-4298-A2AE-29B8CB4E0F2F}"/>
              </a:ext>
            </a:extLst>
          </p:cNvPr>
          <p:cNvSpPr>
            <a:spLocks xmlns:a="http://schemas.openxmlformats.org/drawingml/2006/main" noGrp="1"/>
          </p:cNvSpPr>
          <p:nvPr/>
        </p:nvSpPr>
        <p:spPr>
          <a:xfrm xmlns:a="http://schemas.openxmlformats.org/drawingml/2006/main">
            <a:off x="8013442" y="401522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11" name="path-293">
            <a:extLst xmlns:a="http://schemas.openxmlformats.org/drawingml/2006/main">
              <a:ext uri="{FF2B5EF4-FFF2-40B4-BE49-F238E27FC236}">
                <a16:creationId xmlns:a16="http://schemas.microsoft.com/office/drawing/2014/main" id="{31A46142-46FF-4426-B5C1-C8FE0796DF1E}"/>
              </a:ext>
            </a:extLst>
          </p:cNvPr>
          <p:cNvSpPr>
            <a:spLocks xmlns:a="http://schemas.openxmlformats.org/drawingml/2006/main" noGrp="1"/>
          </p:cNvSpPr>
          <p:nvPr/>
        </p:nvSpPr>
        <p:spPr>
          <a:xfrm xmlns:a="http://schemas.openxmlformats.org/drawingml/2006/main">
            <a:off x="8013442" y="401522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12" name="path-294">
            <a:extLst xmlns:a="http://schemas.openxmlformats.org/drawingml/2006/main">
              <a:ext uri="{FF2B5EF4-FFF2-40B4-BE49-F238E27FC236}">
                <a16:creationId xmlns:a16="http://schemas.microsoft.com/office/drawing/2014/main" id="{4B9B6430-9DA3-4C76-A5F6-44A48342E8C9}"/>
              </a:ext>
            </a:extLst>
          </p:cNvPr>
          <p:cNvSpPr>
            <a:spLocks xmlns:a="http://schemas.openxmlformats.org/drawingml/2006/main" noGrp="1"/>
          </p:cNvSpPr>
          <p:nvPr/>
        </p:nvSpPr>
        <p:spPr>
          <a:xfrm xmlns:a="http://schemas.openxmlformats.org/drawingml/2006/main">
            <a:off x="8388477" y="389962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13" name="path-295">
            <a:extLst xmlns:a="http://schemas.openxmlformats.org/drawingml/2006/main">
              <a:ext uri="{FF2B5EF4-FFF2-40B4-BE49-F238E27FC236}">
                <a16:creationId xmlns:a16="http://schemas.microsoft.com/office/drawing/2014/main" id="{0FBEC627-04CD-460C-AFD0-669CA6BD211B}"/>
              </a:ext>
            </a:extLst>
          </p:cNvPr>
          <p:cNvSpPr>
            <a:spLocks xmlns:a="http://schemas.openxmlformats.org/drawingml/2006/main" noGrp="1"/>
          </p:cNvSpPr>
          <p:nvPr/>
        </p:nvSpPr>
        <p:spPr>
          <a:xfrm xmlns:a="http://schemas.openxmlformats.org/drawingml/2006/main">
            <a:off x="8388477" y="389962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14" name="path-296">
            <a:extLst xmlns:a="http://schemas.openxmlformats.org/drawingml/2006/main">
              <a:ext uri="{FF2B5EF4-FFF2-40B4-BE49-F238E27FC236}">
                <a16:creationId xmlns:a16="http://schemas.microsoft.com/office/drawing/2014/main" id="{E23CF5B5-3807-4610-AFF8-B8B4B14C719C}"/>
              </a:ext>
            </a:extLst>
          </p:cNvPr>
          <p:cNvSpPr>
            <a:spLocks xmlns:a="http://schemas.openxmlformats.org/drawingml/2006/main" noGrp="1"/>
          </p:cNvSpPr>
          <p:nvPr/>
        </p:nvSpPr>
        <p:spPr>
          <a:xfrm xmlns:a="http://schemas.openxmlformats.org/drawingml/2006/main">
            <a:off x="6888338" y="3834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15" name="path-297">
            <a:extLst xmlns:a="http://schemas.openxmlformats.org/drawingml/2006/main">
              <a:ext uri="{FF2B5EF4-FFF2-40B4-BE49-F238E27FC236}">
                <a16:creationId xmlns:a16="http://schemas.microsoft.com/office/drawing/2014/main" id="{04D4F4A0-7E6C-4529-8512-B9BD2F869CD8}"/>
              </a:ext>
            </a:extLst>
          </p:cNvPr>
          <p:cNvSpPr>
            <a:spLocks xmlns:a="http://schemas.openxmlformats.org/drawingml/2006/main" noGrp="1"/>
          </p:cNvSpPr>
          <p:nvPr/>
        </p:nvSpPr>
        <p:spPr>
          <a:xfrm xmlns:a="http://schemas.openxmlformats.org/drawingml/2006/main">
            <a:off x="6888338" y="3834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16" name="path-298">
            <a:extLst xmlns:a="http://schemas.openxmlformats.org/drawingml/2006/main">
              <a:ext uri="{FF2B5EF4-FFF2-40B4-BE49-F238E27FC236}">
                <a16:creationId xmlns:a16="http://schemas.microsoft.com/office/drawing/2014/main" id="{18D4F5C7-489C-4B7A-930D-5A1CF5378655}"/>
              </a:ext>
            </a:extLst>
          </p:cNvPr>
          <p:cNvSpPr>
            <a:spLocks xmlns:a="http://schemas.openxmlformats.org/drawingml/2006/main" noGrp="1"/>
          </p:cNvSpPr>
          <p:nvPr/>
        </p:nvSpPr>
        <p:spPr>
          <a:xfrm xmlns:a="http://schemas.openxmlformats.org/drawingml/2006/main">
            <a:off x="7263373" y="374297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17" name="path-299">
            <a:extLst xmlns:a="http://schemas.openxmlformats.org/drawingml/2006/main">
              <a:ext uri="{FF2B5EF4-FFF2-40B4-BE49-F238E27FC236}">
                <a16:creationId xmlns:a16="http://schemas.microsoft.com/office/drawing/2014/main" id="{BBDE21D3-0B86-4962-97CB-AB6F68C93582}"/>
              </a:ext>
            </a:extLst>
          </p:cNvPr>
          <p:cNvSpPr>
            <a:spLocks xmlns:a="http://schemas.openxmlformats.org/drawingml/2006/main" noGrp="1"/>
          </p:cNvSpPr>
          <p:nvPr/>
        </p:nvSpPr>
        <p:spPr>
          <a:xfrm xmlns:a="http://schemas.openxmlformats.org/drawingml/2006/main">
            <a:off x="7263373" y="374297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18" name="path-300">
            <a:extLst xmlns:a="http://schemas.openxmlformats.org/drawingml/2006/main">
              <a:ext uri="{FF2B5EF4-FFF2-40B4-BE49-F238E27FC236}">
                <a16:creationId xmlns:a16="http://schemas.microsoft.com/office/drawing/2014/main" id="{6D3E7353-D7C0-4AE1-BB9D-747FE251C52C}"/>
              </a:ext>
            </a:extLst>
          </p:cNvPr>
          <p:cNvSpPr>
            <a:spLocks xmlns:a="http://schemas.openxmlformats.org/drawingml/2006/main" noGrp="1"/>
          </p:cNvSpPr>
          <p:nvPr/>
        </p:nvSpPr>
        <p:spPr>
          <a:xfrm xmlns:a="http://schemas.openxmlformats.org/drawingml/2006/main">
            <a:off x="7638408" y="3587249"/>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19" name="path-301">
            <a:extLst xmlns:a="http://schemas.openxmlformats.org/drawingml/2006/main">
              <a:ext uri="{FF2B5EF4-FFF2-40B4-BE49-F238E27FC236}">
                <a16:creationId xmlns:a16="http://schemas.microsoft.com/office/drawing/2014/main" id="{EC6474C8-9494-42C7-ACCA-38279A6FCB62}"/>
              </a:ext>
            </a:extLst>
          </p:cNvPr>
          <p:cNvSpPr>
            <a:spLocks xmlns:a="http://schemas.openxmlformats.org/drawingml/2006/main" noGrp="1"/>
          </p:cNvSpPr>
          <p:nvPr/>
        </p:nvSpPr>
        <p:spPr>
          <a:xfrm xmlns:a="http://schemas.openxmlformats.org/drawingml/2006/main">
            <a:off x="7638408" y="3587249"/>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20" name="path-302">
            <a:extLst xmlns:a="http://schemas.openxmlformats.org/drawingml/2006/main">
              <a:ext uri="{FF2B5EF4-FFF2-40B4-BE49-F238E27FC236}">
                <a16:creationId xmlns:a16="http://schemas.microsoft.com/office/drawing/2014/main" id="{13ABDFAB-0FAB-4BD9-9ADE-61BB4168A748}"/>
              </a:ext>
            </a:extLst>
          </p:cNvPr>
          <p:cNvSpPr>
            <a:spLocks xmlns:a="http://schemas.openxmlformats.org/drawingml/2006/main" noGrp="1"/>
          </p:cNvSpPr>
          <p:nvPr/>
        </p:nvSpPr>
        <p:spPr>
          <a:xfrm xmlns:a="http://schemas.openxmlformats.org/drawingml/2006/main">
            <a:off x="8013442" y="374240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21" name="path-303">
            <a:extLst xmlns:a="http://schemas.openxmlformats.org/drawingml/2006/main">
              <a:ext uri="{FF2B5EF4-FFF2-40B4-BE49-F238E27FC236}">
                <a16:creationId xmlns:a16="http://schemas.microsoft.com/office/drawing/2014/main" id="{E932AB19-82E4-4137-8432-62154953CA02}"/>
              </a:ext>
            </a:extLst>
          </p:cNvPr>
          <p:cNvSpPr>
            <a:spLocks xmlns:a="http://schemas.openxmlformats.org/drawingml/2006/main" noGrp="1"/>
          </p:cNvSpPr>
          <p:nvPr/>
        </p:nvSpPr>
        <p:spPr>
          <a:xfrm xmlns:a="http://schemas.openxmlformats.org/drawingml/2006/main">
            <a:off x="8013442" y="374240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22" name="path-304">
            <a:extLst xmlns:a="http://schemas.openxmlformats.org/drawingml/2006/main">
              <a:ext uri="{FF2B5EF4-FFF2-40B4-BE49-F238E27FC236}">
                <a16:creationId xmlns:a16="http://schemas.microsoft.com/office/drawing/2014/main" id="{E78D5B04-7896-410D-B2F7-53AF3F24253E}"/>
              </a:ext>
            </a:extLst>
          </p:cNvPr>
          <p:cNvSpPr>
            <a:spLocks xmlns:a="http://schemas.openxmlformats.org/drawingml/2006/main" noGrp="1"/>
          </p:cNvSpPr>
          <p:nvPr/>
        </p:nvSpPr>
        <p:spPr>
          <a:xfrm xmlns:a="http://schemas.openxmlformats.org/drawingml/2006/main">
            <a:off x="8388477" y="392358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23" name="path-305">
            <a:extLst xmlns:a="http://schemas.openxmlformats.org/drawingml/2006/main">
              <a:ext uri="{FF2B5EF4-FFF2-40B4-BE49-F238E27FC236}">
                <a16:creationId xmlns:a16="http://schemas.microsoft.com/office/drawing/2014/main" id="{8982855E-3E49-4961-AEDC-8B67E7E89FD2}"/>
              </a:ext>
            </a:extLst>
          </p:cNvPr>
          <p:cNvSpPr>
            <a:spLocks xmlns:a="http://schemas.openxmlformats.org/drawingml/2006/main" noGrp="1"/>
          </p:cNvSpPr>
          <p:nvPr/>
        </p:nvSpPr>
        <p:spPr>
          <a:xfrm xmlns:a="http://schemas.openxmlformats.org/drawingml/2006/main">
            <a:off x="8388477" y="392358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24" name="marker-306">
            <a:extLst xmlns:a="http://schemas.openxmlformats.org/drawingml/2006/main">
              <a:ext uri="{FF2B5EF4-FFF2-40B4-BE49-F238E27FC236}">
                <a16:creationId xmlns:a16="http://schemas.microsoft.com/office/drawing/2014/main" id="{996321E0-9F3B-4631-B883-0A59B9FC5D02}"/>
              </a:ext>
            </a:extLst>
          </p:cNvPr>
          <p:cNvSpPr>
            <a:spLocks xmlns:a="http://schemas.openxmlformats.org/drawingml/2006/main" noGrp="1"/>
          </p:cNvSpPr>
          <p:nvPr/>
        </p:nvSpPr>
        <p:spPr>
          <a:xfrm xmlns:a="http://schemas.openxmlformats.org/drawingml/2006/main">
            <a:off x="8370926" y="3707779"/>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325" name="marker-307">
            <a:extLst xmlns:a="http://schemas.openxmlformats.org/drawingml/2006/main">
              <a:ext uri="{FF2B5EF4-FFF2-40B4-BE49-F238E27FC236}">
                <a16:creationId xmlns:a16="http://schemas.microsoft.com/office/drawing/2014/main" id="{2A3CA42B-409D-4A6E-8E72-EC82A84F4583}"/>
              </a:ext>
            </a:extLst>
          </p:cNvPr>
          <p:cNvSpPr>
            <a:spLocks xmlns:a="http://schemas.openxmlformats.org/drawingml/2006/main" noGrp="1"/>
          </p:cNvSpPr>
          <p:nvPr/>
        </p:nvSpPr>
        <p:spPr>
          <a:xfrm xmlns:a="http://schemas.openxmlformats.org/drawingml/2006/main">
            <a:off x="8370926" y="3532816"/>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326" name="native-text-081">
            <a:extLst xmlns:a="http://schemas.openxmlformats.org/drawingml/2006/main">
              <a:ext uri="{FF2B5EF4-FFF2-40B4-BE49-F238E27FC236}">
                <a16:creationId xmlns:a16="http://schemas.microsoft.com/office/drawing/2014/main" id="{E1FC4E1F-A18F-4528-9B08-83376632C360}"/>
              </a:ext>
            </a:extLst>
          </p:cNvPr>
          <p:cNvSpPr>
            <a:spLocks xmlns:a="http://schemas.openxmlformats.org/drawingml/2006/main" noGrp="1"/>
          </p:cNvSpPr>
          <p:nvPr/>
        </p:nvSpPr>
        <p:spPr>
          <a:xfrm xmlns:a="http://schemas.openxmlformats.org/drawingml/2006/main" rot="0">
            <a:off x="6874003" y="4248713"/>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A21</a:t>
            </a:r>
          </a:p>
        </p:txBody>
      </p:sp>
      <p:sp>
        <p:nvSpPr>
          <p:cNvPr id="327" name="native-text-082">
            <a:extLst xmlns:a="http://schemas.openxmlformats.org/drawingml/2006/main">
              <a:ext uri="{FF2B5EF4-FFF2-40B4-BE49-F238E27FC236}">
                <a16:creationId xmlns:a16="http://schemas.microsoft.com/office/drawing/2014/main" id="{C89EDC4F-DE00-43D4-AB2D-4BC0D404CD28}"/>
              </a:ext>
            </a:extLst>
          </p:cNvPr>
          <p:cNvSpPr>
            <a:spLocks xmlns:a="http://schemas.openxmlformats.org/drawingml/2006/main" noGrp="1"/>
          </p:cNvSpPr>
          <p:nvPr/>
        </p:nvSpPr>
        <p:spPr>
          <a:xfrm xmlns:a="http://schemas.openxmlformats.org/drawingml/2006/main" rot="0">
            <a:off x="7191459" y="4183475"/>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A22</a:t>
            </a:r>
          </a:p>
        </p:txBody>
      </p:sp>
      <p:sp>
        <p:nvSpPr>
          <p:cNvPr id="328" name="native-text-083">
            <a:extLst xmlns:a="http://schemas.openxmlformats.org/drawingml/2006/main">
              <a:ext uri="{FF2B5EF4-FFF2-40B4-BE49-F238E27FC236}">
                <a16:creationId xmlns:a16="http://schemas.microsoft.com/office/drawing/2014/main" id="{6DCEB3CF-FBFB-41B8-A45D-4B6084B08A83}"/>
              </a:ext>
            </a:extLst>
          </p:cNvPr>
          <p:cNvSpPr>
            <a:spLocks xmlns:a="http://schemas.openxmlformats.org/drawingml/2006/main" noGrp="1"/>
          </p:cNvSpPr>
          <p:nvPr/>
        </p:nvSpPr>
        <p:spPr>
          <a:xfrm xmlns:a="http://schemas.openxmlformats.org/drawingml/2006/main" rot="0">
            <a:off x="7509344" y="4007658"/>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A23</a:t>
            </a:r>
          </a:p>
        </p:txBody>
      </p:sp>
      <p:sp>
        <p:nvSpPr>
          <p:cNvPr id="329" name="native-text-084">
            <a:extLst xmlns:a="http://schemas.openxmlformats.org/drawingml/2006/main">
              <a:ext uri="{FF2B5EF4-FFF2-40B4-BE49-F238E27FC236}">
                <a16:creationId xmlns:a16="http://schemas.microsoft.com/office/drawing/2014/main" id="{4C329843-3F65-43B6-B494-5005A85DD111}"/>
              </a:ext>
            </a:extLst>
          </p:cNvPr>
          <p:cNvSpPr>
            <a:spLocks xmlns:a="http://schemas.openxmlformats.org/drawingml/2006/main" noGrp="1"/>
          </p:cNvSpPr>
          <p:nvPr/>
        </p:nvSpPr>
        <p:spPr>
          <a:xfrm xmlns:a="http://schemas.openxmlformats.org/drawingml/2006/main" rot="0">
            <a:off x="7865757" y="4118856"/>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A24</a:t>
            </a:r>
          </a:p>
        </p:txBody>
      </p:sp>
      <p:sp>
        <p:nvSpPr>
          <p:cNvPr id="330" name="native-text-085">
            <a:extLst xmlns:a="http://schemas.openxmlformats.org/drawingml/2006/main">
              <a:ext uri="{FF2B5EF4-FFF2-40B4-BE49-F238E27FC236}">
                <a16:creationId xmlns:a16="http://schemas.microsoft.com/office/drawing/2014/main" id="{5CD4FCAA-7F7E-465D-9285-D1165B6A1344}"/>
              </a:ext>
            </a:extLst>
          </p:cNvPr>
          <p:cNvSpPr>
            <a:spLocks xmlns:a="http://schemas.openxmlformats.org/drawingml/2006/main" noGrp="1"/>
          </p:cNvSpPr>
          <p:nvPr/>
        </p:nvSpPr>
        <p:spPr>
          <a:xfrm xmlns:a="http://schemas.openxmlformats.org/drawingml/2006/main" rot="0">
            <a:off x="8240363" y="4003258"/>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A25</a:t>
            </a:r>
          </a:p>
        </p:txBody>
      </p:sp>
      <p:sp>
        <p:nvSpPr>
          <p:cNvPr id="331" name="native-text-086">
            <a:extLst xmlns:a="http://schemas.openxmlformats.org/drawingml/2006/main">
              <a:ext uri="{FF2B5EF4-FFF2-40B4-BE49-F238E27FC236}">
                <a16:creationId xmlns:a16="http://schemas.microsoft.com/office/drawing/2014/main" id="{ABF78179-AD8E-47A4-B754-64EEEE220FC6}"/>
              </a:ext>
            </a:extLst>
          </p:cNvPr>
          <p:cNvSpPr>
            <a:spLocks xmlns:a="http://schemas.openxmlformats.org/drawingml/2006/main" noGrp="1"/>
          </p:cNvSpPr>
          <p:nvPr/>
        </p:nvSpPr>
        <p:spPr>
          <a:xfrm xmlns:a="http://schemas.openxmlformats.org/drawingml/2006/main" rot="0">
            <a:off x="6873575" y="3575839"/>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B21</a:t>
            </a:r>
          </a:p>
        </p:txBody>
      </p:sp>
      <p:sp>
        <p:nvSpPr>
          <p:cNvPr id="332" name="native-text-087">
            <a:extLst xmlns:a="http://schemas.openxmlformats.org/drawingml/2006/main">
              <a:ext uri="{FF2B5EF4-FFF2-40B4-BE49-F238E27FC236}">
                <a16:creationId xmlns:a16="http://schemas.microsoft.com/office/drawing/2014/main" id="{67FE4567-A4BA-4E1D-95BA-399CC807B4F8}"/>
              </a:ext>
            </a:extLst>
          </p:cNvPr>
          <p:cNvSpPr>
            <a:spLocks xmlns:a="http://schemas.openxmlformats.org/drawingml/2006/main" noGrp="1"/>
          </p:cNvSpPr>
          <p:nvPr/>
        </p:nvSpPr>
        <p:spPr>
          <a:xfrm xmlns:a="http://schemas.openxmlformats.org/drawingml/2006/main" rot="0">
            <a:off x="7191031" y="3484653"/>
            <a:ext cx="34280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B22</a:t>
            </a:r>
          </a:p>
        </p:txBody>
      </p:sp>
      <p:sp>
        <p:nvSpPr>
          <p:cNvPr id="333" name="native-text-088">
            <a:extLst xmlns:a="http://schemas.openxmlformats.org/drawingml/2006/main">
              <a:ext uri="{FF2B5EF4-FFF2-40B4-BE49-F238E27FC236}">
                <a16:creationId xmlns:a16="http://schemas.microsoft.com/office/drawing/2014/main" id="{6856F74C-4529-4072-B9E7-33BF7FE1540D}"/>
              </a:ext>
            </a:extLst>
          </p:cNvPr>
          <p:cNvSpPr>
            <a:spLocks xmlns:a="http://schemas.openxmlformats.org/drawingml/2006/main" noGrp="1"/>
          </p:cNvSpPr>
          <p:nvPr/>
        </p:nvSpPr>
        <p:spPr>
          <a:xfrm xmlns:a="http://schemas.openxmlformats.org/drawingml/2006/main" rot="0">
            <a:off x="7508915" y="3328931"/>
            <a:ext cx="34280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B23</a:t>
            </a:r>
          </a:p>
        </p:txBody>
      </p:sp>
      <p:sp>
        <p:nvSpPr>
          <p:cNvPr id="334" name="native-text-089">
            <a:extLst xmlns:a="http://schemas.openxmlformats.org/drawingml/2006/main">
              <a:ext uri="{FF2B5EF4-FFF2-40B4-BE49-F238E27FC236}">
                <a16:creationId xmlns:a16="http://schemas.microsoft.com/office/drawing/2014/main" id="{0F10E977-626B-4F3C-B1D5-C3817A6EAB5E}"/>
              </a:ext>
            </a:extLst>
          </p:cNvPr>
          <p:cNvSpPr>
            <a:spLocks xmlns:a="http://schemas.openxmlformats.org/drawingml/2006/main" noGrp="1"/>
          </p:cNvSpPr>
          <p:nvPr/>
        </p:nvSpPr>
        <p:spPr>
          <a:xfrm xmlns:a="http://schemas.openxmlformats.org/drawingml/2006/main" rot="0">
            <a:off x="7865329" y="3484085"/>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B24</a:t>
            </a:r>
          </a:p>
        </p:txBody>
      </p:sp>
      <p:sp>
        <p:nvSpPr>
          <p:cNvPr id="335" name="native-text-090">
            <a:extLst xmlns:a="http://schemas.openxmlformats.org/drawingml/2006/main">
              <a:ext uri="{FF2B5EF4-FFF2-40B4-BE49-F238E27FC236}">
                <a16:creationId xmlns:a16="http://schemas.microsoft.com/office/drawing/2014/main" id="{56E92A4B-4BFA-4603-809A-510F2D54E876}"/>
              </a:ext>
            </a:extLst>
          </p:cNvPr>
          <p:cNvSpPr>
            <a:spLocks xmlns:a="http://schemas.openxmlformats.org/drawingml/2006/main" noGrp="1"/>
          </p:cNvSpPr>
          <p:nvPr/>
        </p:nvSpPr>
        <p:spPr>
          <a:xfrm xmlns:a="http://schemas.openxmlformats.org/drawingml/2006/main" rot="0">
            <a:off x="8239935" y="3284268"/>
            <a:ext cx="34280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B25</a:t>
            </a:r>
          </a:p>
        </p:txBody>
      </p:sp>
      <p:sp>
        <p:nvSpPr>
          <p:cNvPr id="336" name="marker-318">
            <a:extLst xmlns:a="http://schemas.openxmlformats.org/drawingml/2006/main">
              <a:ext uri="{FF2B5EF4-FFF2-40B4-BE49-F238E27FC236}">
                <a16:creationId xmlns:a16="http://schemas.microsoft.com/office/drawing/2014/main" id="{36BEFB4F-780C-488A-9417-FD165B3701F5}"/>
              </a:ext>
            </a:extLst>
          </p:cNvPr>
          <p:cNvSpPr>
            <a:spLocks xmlns:a="http://schemas.openxmlformats.org/drawingml/2006/main" noGrp="1"/>
          </p:cNvSpPr>
          <p:nvPr/>
        </p:nvSpPr>
        <p:spPr>
          <a:xfrm xmlns:a="http://schemas.openxmlformats.org/drawingml/2006/main">
            <a:off x="6851371" y="759142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37" name="marker-319">
            <a:extLst xmlns:a="http://schemas.openxmlformats.org/drawingml/2006/main">
              <a:ext uri="{FF2B5EF4-FFF2-40B4-BE49-F238E27FC236}">
                <a16:creationId xmlns:a16="http://schemas.microsoft.com/office/drawing/2014/main" id="{2DCABA29-1EED-425E-8386-2402DC3ADE77}"/>
              </a:ext>
            </a:extLst>
          </p:cNvPr>
          <p:cNvSpPr>
            <a:spLocks xmlns:a="http://schemas.openxmlformats.org/drawingml/2006/main" noGrp="1"/>
          </p:cNvSpPr>
          <p:nvPr/>
        </p:nvSpPr>
        <p:spPr>
          <a:xfrm xmlns:a="http://schemas.openxmlformats.org/drawingml/2006/main">
            <a:off x="6851371" y="705040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38" name="marker-320">
            <a:extLst xmlns:a="http://schemas.openxmlformats.org/drawingml/2006/main">
              <a:ext uri="{FF2B5EF4-FFF2-40B4-BE49-F238E27FC236}">
                <a16:creationId xmlns:a16="http://schemas.microsoft.com/office/drawing/2014/main" id="{5BEC402B-081B-4924-BC0B-9B35CF7E30B3}"/>
              </a:ext>
            </a:extLst>
          </p:cNvPr>
          <p:cNvSpPr>
            <a:spLocks xmlns:a="http://schemas.openxmlformats.org/drawingml/2006/main" noGrp="1"/>
          </p:cNvSpPr>
          <p:nvPr/>
        </p:nvSpPr>
        <p:spPr>
          <a:xfrm xmlns:a="http://schemas.openxmlformats.org/drawingml/2006/main">
            <a:off x="6851371" y="650938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39" name="tree-2-branch-1">
            <a:extLst xmlns:a="http://schemas.openxmlformats.org/drawingml/2006/main">
              <a:ext uri="{FF2B5EF4-FFF2-40B4-BE49-F238E27FC236}">
                <a16:creationId xmlns:a16="http://schemas.microsoft.com/office/drawing/2014/main" id="{580EB28A-3215-4108-AD00-11D4EC01042B}"/>
              </a:ext>
            </a:extLst>
          </p:cNvPr>
          <p:cNvSpPr>
            <a:spLocks xmlns:a="http://schemas.openxmlformats.org/drawingml/2006/main" noGrp="1"/>
          </p:cNvSpPr>
          <p:nvPr/>
        </p:nvSpPr>
        <p:spPr>
          <a:xfrm xmlns:a="http://schemas.openxmlformats.org/drawingml/2006/main">
            <a:off x="7403278" y="7320915"/>
            <a:ext cx="0" cy="270510"/>
          </a:xfrm>
          <a:prstGeom xmlns:a="http://schemas.openxmlformats.org/drawingml/2006/main" prst="line">
            <a:avLst/>
          </a:prstGeom>
          <a:noFill xmlns:a="http://schemas.openxmlformats.org/drawingml/2006/main"/>
          <a:ln xmlns:a="http://schemas.openxmlformats.org/drawingml/2006/main" w="16193">
            <a:solidFill>
              <a:srgbClr val="A02C87"/>
            </a:solidFill>
            <a:prstDash val="solid"/>
          </a:ln>
        </p:spPr>
      </p:sp>
      <p:sp>
        <p:nvSpPr>
          <p:cNvPr id="340" name="tree-2-branch-2">
            <a:extLst xmlns:a="http://schemas.openxmlformats.org/drawingml/2006/main">
              <a:ext uri="{FF2B5EF4-FFF2-40B4-BE49-F238E27FC236}">
                <a16:creationId xmlns:a16="http://schemas.microsoft.com/office/drawing/2014/main" id="{21B03BDE-E237-46D4-9876-51A2A5306C02}"/>
              </a:ext>
            </a:extLst>
          </p:cNvPr>
          <p:cNvSpPr>
            <a:spLocks xmlns:a="http://schemas.openxmlformats.org/drawingml/2006/main" noGrp="1"/>
          </p:cNvSpPr>
          <p:nvPr/>
        </p:nvSpPr>
        <p:spPr>
          <a:xfrm xmlns:a="http://schemas.openxmlformats.org/drawingml/2006/main">
            <a:off x="7755026" y="7320915"/>
            <a:ext cx="0" cy="270510"/>
          </a:xfrm>
          <a:prstGeom xmlns:a="http://schemas.openxmlformats.org/drawingml/2006/main" prst="line">
            <a:avLst/>
          </a:prstGeom>
          <a:noFill xmlns:a="http://schemas.openxmlformats.org/drawingml/2006/main"/>
          <a:ln xmlns:a="http://schemas.openxmlformats.org/drawingml/2006/main" w="16193">
            <a:solidFill>
              <a:srgbClr val="007858"/>
            </a:solidFill>
            <a:prstDash val="solid"/>
          </a:ln>
        </p:spPr>
      </p:sp>
      <p:sp>
        <p:nvSpPr>
          <p:cNvPr id="341" name="tree-2-branch-3">
            <a:extLst xmlns:a="http://schemas.openxmlformats.org/drawingml/2006/main">
              <a:ext uri="{FF2B5EF4-FFF2-40B4-BE49-F238E27FC236}">
                <a16:creationId xmlns:a16="http://schemas.microsoft.com/office/drawing/2014/main" id="{F9E9B538-7D13-4951-A9DA-846EB7F24971}"/>
              </a:ext>
            </a:extLst>
          </p:cNvPr>
          <p:cNvSpPr>
            <a:spLocks xmlns:a="http://schemas.openxmlformats.org/drawingml/2006/main" noGrp="1"/>
          </p:cNvSpPr>
          <p:nvPr/>
        </p:nvSpPr>
        <p:spPr>
          <a:xfrm xmlns:a="http://schemas.openxmlformats.org/drawingml/2006/main">
            <a:off x="7403278" y="7320915"/>
            <a:ext cx="351748"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42" name="tree-2-branch-4">
            <a:extLst xmlns:a="http://schemas.openxmlformats.org/drawingml/2006/main">
              <a:ext uri="{FF2B5EF4-FFF2-40B4-BE49-F238E27FC236}">
                <a16:creationId xmlns:a16="http://schemas.microsoft.com/office/drawing/2014/main" id="{415737C5-D93F-4FD5-A63F-2C4E0E82D8F5}"/>
              </a:ext>
            </a:extLst>
          </p:cNvPr>
          <p:cNvSpPr>
            <a:spLocks xmlns:a="http://schemas.openxmlformats.org/drawingml/2006/main" noGrp="1"/>
          </p:cNvSpPr>
          <p:nvPr/>
        </p:nvSpPr>
        <p:spPr>
          <a:xfrm xmlns:a="http://schemas.openxmlformats.org/drawingml/2006/main">
            <a:off x="7051530" y="7050405"/>
            <a:ext cx="0" cy="54102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43" name="tree-2-branch-5">
            <a:extLst xmlns:a="http://schemas.openxmlformats.org/drawingml/2006/main">
              <a:ext uri="{FF2B5EF4-FFF2-40B4-BE49-F238E27FC236}">
                <a16:creationId xmlns:a16="http://schemas.microsoft.com/office/drawing/2014/main" id="{4F339A59-D4CC-4636-B6C5-9F7DD93DC549}"/>
              </a:ext>
            </a:extLst>
          </p:cNvPr>
          <p:cNvSpPr>
            <a:spLocks xmlns:a="http://schemas.openxmlformats.org/drawingml/2006/main" noGrp="1"/>
          </p:cNvSpPr>
          <p:nvPr/>
        </p:nvSpPr>
        <p:spPr>
          <a:xfrm xmlns:a="http://schemas.openxmlformats.org/drawingml/2006/main">
            <a:off x="7579152" y="705040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44" name="tree-2-branch-6">
            <a:extLst xmlns:a="http://schemas.openxmlformats.org/drawingml/2006/main">
              <a:ext uri="{FF2B5EF4-FFF2-40B4-BE49-F238E27FC236}">
                <a16:creationId xmlns:a16="http://schemas.microsoft.com/office/drawing/2014/main" id="{F8366F7F-B5C7-47D2-B7EF-579336496D1D}"/>
              </a:ext>
            </a:extLst>
          </p:cNvPr>
          <p:cNvSpPr>
            <a:spLocks xmlns:a="http://schemas.openxmlformats.org/drawingml/2006/main" noGrp="1"/>
          </p:cNvSpPr>
          <p:nvPr/>
        </p:nvSpPr>
        <p:spPr>
          <a:xfrm xmlns:a="http://schemas.openxmlformats.org/drawingml/2006/main">
            <a:off x="7051530" y="7050405"/>
            <a:ext cx="527622"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45" name="tree-2-branch-7">
            <a:extLst xmlns:a="http://schemas.openxmlformats.org/drawingml/2006/main">
              <a:ext uri="{FF2B5EF4-FFF2-40B4-BE49-F238E27FC236}">
                <a16:creationId xmlns:a16="http://schemas.microsoft.com/office/drawing/2014/main" id="{993FA653-166C-4B7E-B445-DA001E169497}"/>
              </a:ext>
            </a:extLst>
          </p:cNvPr>
          <p:cNvSpPr>
            <a:spLocks xmlns:a="http://schemas.openxmlformats.org/drawingml/2006/main" noGrp="1"/>
          </p:cNvSpPr>
          <p:nvPr/>
        </p:nvSpPr>
        <p:spPr>
          <a:xfrm xmlns:a="http://schemas.openxmlformats.org/drawingml/2006/main">
            <a:off x="7315341" y="677989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46" name="tree-2-branch-8">
            <a:extLst xmlns:a="http://schemas.openxmlformats.org/drawingml/2006/main">
              <a:ext uri="{FF2B5EF4-FFF2-40B4-BE49-F238E27FC236}">
                <a16:creationId xmlns:a16="http://schemas.microsoft.com/office/drawing/2014/main" id="{19D0C285-A835-470C-BB0E-308C5E02EC17}"/>
              </a:ext>
            </a:extLst>
          </p:cNvPr>
          <p:cNvSpPr>
            <a:spLocks xmlns:a="http://schemas.openxmlformats.org/drawingml/2006/main" noGrp="1"/>
          </p:cNvSpPr>
          <p:nvPr/>
        </p:nvSpPr>
        <p:spPr>
          <a:xfrm xmlns:a="http://schemas.openxmlformats.org/drawingml/2006/main">
            <a:off x="8106775" y="6779895"/>
            <a:ext cx="0" cy="81153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47" name="tree-2-branch-9">
            <a:extLst xmlns:a="http://schemas.openxmlformats.org/drawingml/2006/main">
              <a:ext uri="{FF2B5EF4-FFF2-40B4-BE49-F238E27FC236}">
                <a16:creationId xmlns:a16="http://schemas.microsoft.com/office/drawing/2014/main" id="{C42A590E-C1AA-4FAD-93F1-4A08A6DE3085}"/>
              </a:ext>
            </a:extLst>
          </p:cNvPr>
          <p:cNvSpPr>
            <a:spLocks xmlns:a="http://schemas.openxmlformats.org/drawingml/2006/main" noGrp="1"/>
          </p:cNvSpPr>
          <p:nvPr/>
        </p:nvSpPr>
        <p:spPr>
          <a:xfrm xmlns:a="http://schemas.openxmlformats.org/drawingml/2006/main">
            <a:off x="7315341" y="6779895"/>
            <a:ext cx="791433"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48" name="tree-2-branch-10">
            <a:extLst xmlns:a="http://schemas.openxmlformats.org/drawingml/2006/main">
              <a:ext uri="{FF2B5EF4-FFF2-40B4-BE49-F238E27FC236}">
                <a16:creationId xmlns:a16="http://schemas.microsoft.com/office/drawing/2014/main" id="{EA22731F-EA16-4004-B4D5-4CD71E20C759}"/>
              </a:ext>
            </a:extLst>
          </p:cNvPr>
          <p:cNvSpPr>
            <a:spLocks xmlns:a="http://schemas.openxmlformats.org/drawingml/2006/main" noGrp="1"/>
          </p:cNvSpPr>
          <p:nvPr/>
        </p:nvSpPr>
        <p:spPr>
          <a:xfrm xmlns:a="http://schemas.openxmlformats.org/drawingml/2006/main">
            <a:off x="7711058" y="650938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49" name="tree-2-branch-11">
            <a:extLst xmlns:a="http://schemas.openxmlformats.org/drawingml/2006/main">
              <a:ext uri="{FF2B5EF4-FFF2-40B4-BE49-F238E27FC236}">
                <a16:creationId xmlns:a16="http://schemas.microsoft.com/office/drawing/2014/main" id="{CC414AA2-ACC6-464A-953D-88D42894846F}"/>
              </a:ext>
            </a:extLst>
          </p:cNvPr>
          <p:cNvSpPr>
            <a:spLocks xmlns:a="http://schemas.openxmlformats.org/drawingml/2006/main" noGrp="1"/>
          </p:cNvSpPr>
          <p:nvPr/>
        </p:nvSpPr>
        <p:spPr>
          <a:xfrm xmlns:a="http://schemas.openxmlformats.org/drawingml/2006/main">
            <a:off x="8458523" y="6509385"/>
            <a:ext cx="0" cy="108204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50" name="tree-2-branch-12">
            <a:extLst xmlns:a="http://schemas.openxmlformats.org/drawingml/2006/main">
              <a:ext uri="{FF2B5EF4-FFF2-40B4-BE49-F238E27FC236}">
                <a16:creationId xmlns:a16="http://schemas.microsoft.com/office/drawing/2014/main" id="{AF1489A7-A5B0-46E8-98E6-0AE8B517F1F5}"/>
              </a:ext>
            </a:extLst>
          </p:cNvPr>
          <p:cNvSpPr>
            <a:spLocks xmlns:a="http://schemas.openxmlformats.org/drawingml/2006/main" noGrp="1"/>
          </p:cNvSpPr>
          <p:nvPr/>
        </p:nvSpPr>
        <p:spPr>
          <a:xfrm xmlns:a="http://schemas.openxmlformats.org/drawingml/2006/main">
            <a:off x="7711058" y="6509385"/>
            <a:ext cx="747465"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51" name="tree-2-branch-13">
            <a:extLst xmlns:a="http://schemas.openxmlformats.org/drawingml/2006/main">
              <a:ext uri="{FF2B5EF4-FFF2-40B4-BE49-F238E27FC236}">
                <a16:creationId xmlns:a16="http://schemas.microsoft.com/office/drawing/2014/main" id="{F84F1CC1-4970-446D-9F14-6874EB8B3062}"/>
              </a:ext>
            </a:extLst>
          </p:cNvPr>
          <p:cNvSpPr>
            <a:spLocks xmlns:a="http://schemas.openxmlformats.org/drawingml/2006/main" noGrp="1"/>
          </p:cNvSpPr>
          <p:nvPr/>
        </p:nvSpPr>
        <p:spPr>
          <a:xfrm xmlns:a="http://schemas.openxmlformats.org/drawingml/2006/main">
            <a:off x="8084790" y="6333554"/>
            <a:ext cx="0" cy="175831"/>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52" name="path-334">
            <a:extLst xmlns:a="http://schemas.openxmlformats.org/drawingml/2006/main">
              <a:ext uri="{FF2B5EF4-FFF2-40B4-BE49-F238E27FC236}">
                <a16:creationId xmlns:a16="http://schemas.microsoft.com/office/drawing/2014/main" id="{E69147C2-950E-46D2-9130-E9A6FC327E3D}"/>
              </a:ext>
            </a:extLst>
          </p:cNvPr>
          <p:cNvSpPr>
            <a:spLocks xmlns:a="http://schemas.openxmlformats.org/drawingml/2006/main" noGrp="1"/>
          </p:cNvSpPr>
          <p:nvPr/>
        </p:nvSpPr>
        <p:spPr>
          <a:xfrm xmlns:a="http://schemas.openxmlformats.org/drawingml/2006/main">
            <a:off x="6879946" y="6103620"/>
            <a:ext cx="10" cy="1825943"/>
          </a:xfrm>
          <a:custGeom xmlns:a="http://schemas.openxmlformats.org/drawingml/2006/main">
            <a:pathLst>
              <a:path w="10" h="1825943">
                <a:moveTo>
                  <a:pt x="0" y="1825943"/>
                </a:moveTo>
                <a:lnTo>
                  <a:pt x="0" y="0"/>
                </a:lnTo>
              </a:path>
            </a:pathLst>
          </a:custGeom>
          <a:noFill xmlns:a="http://schemas.openxmlformats.org/drawingml/2006/main"/>
          <a:ln xmlns:a="http://schemas.openxmlformats.org/drawingml/2006/main" w="7620">
            <a:solidFill>
              <a:srgbClr val="68727A"/>
            </a:solidFill>
            <a:prstDash val="solid"/>
          </a:ln>
        </p:spPr>
      </p:sp>
      <p:sp>
        <p:nvSpPr>
          <p:cNvPr id="353" name="native-text-095">
            <a:extLst xmlns:a="http://schemas.openxmlformats.org/drawingml/2006/main">
              <a:ext uri="{FF2B5EF4-FFF2-40B4-BE49-F238E27FC236}">
                <a16:creationId xmlns:a16="http://schemas.microsoft.com/office/drawing/2014/main" id="{65C02039-F612-45E4-B336-1F30B9205315}"/>
              </a:ext>
            </a:extLst>
          </p:cNvPr>
          <p:cNvSpPr>
            <a:spLocks xmlns:a="http://schemas.openxmlformats.org/drawingml/2006/main" noGrp="1"/>
          </p:cNvSpPr>
          <p:nvPr/>
        </p:nvSpPr>
        <p:spPr>
          <a:xfrm xmlns:a="http://schemas.openxmlformats.org/drawingml/2006/main" rot="0">
            <a:off x="7131530" y="7614666"/>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B25</a:t>
            </a:r>
          </a:p>
        </p:txBody>
      </p:sp>
      <p:sp>
        <p:nvSpPr>
          <p:cNvPr id="354" name="native-text-096">
            <a:extLst xmlns:a="http://schemas.openxmlformats.org/drawingml/2006/main">
              <a:ext uri="{FF2B5EF4-FFF2-40B4-BE49-F238E27FC236}">
                <a16:creationId xmlns:a16="http://schemas.microsoft.com/office/drawing/2014/main" id="{01E33311-1054-44A4-BEA1-1D4D94D9D33B}"/>
              </a:ext>
            </a:extLst>
          </p:cNvPr>
          <p:cNvSpPr>
            <a:spLocks xmlns:a="http://schemas.openxmlformats.org/drawingml/2006/main" noGrp="1"/>
          </p:cNvSpPr>
          <p:nvPr/>
        </p:nvSpPr>
        <p:spPr>
          <a:xfrm xmlns:a="http://schemas.openxmlformats.org/drawingml/2006/main" rot="0">
            <a:off x="7578528" y="7614666"/>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A25</a:t>
            </a:r>
          </a:p>
        </p:txBody>
      </p:sp>
      <p:sp>
        <p:nvSpPr>
          <p:cNvPr id="355" name="native-text-097">
            <a:extLst xmlns:a="http://schemas.openxmlformats.org/drawingml/2006/main">
              <a:ext uri="{FF2B5EF4-FFF2-40B4-BE49-F238E27FC236}">
                <a16:creationId xmlns:a16="http://schemas.microsoft.com/office/drawing/2014/main" id="{576E736C-3A78-4109-A730-6258ACA47E12}"/>
              </a:ext>
            </a:extLst>
          </p:cNvPr>
          <p:cNvSpPr>
            <a:spLocks xmlns:a="http://schemas.openxmlformats.org/drawingml/2006/main" noGrp="1"/>
          </p:cNvSpPr>
          <p:nvPr/>
        </p:nvSpPr>
        <p:spPr>
          <a:xfrm xmlns:a="http://schemas.openxmlformats.org/drawingml/2006/main" rot="0">
            <a:off x="7831414" y="5919445"/>
            <a:ext cx="7842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4 levels</a:t>
            </a:r>
          </a:p>
        </p:txBody>
      </p:sp>
      <p:sp>
        <p:nvSpPr>
          <p:cNvPr id="356" name="marker-338">
            <a:extLst xmlns:a="http://schemas.openxmlformats.org/drawingml/2006/main">
              <a:ext uri="{FF2B5EF4-FFF2-40B4-BE49-F238E27FC236}">
                <a16:creationId xmlns:a16="http://schemas.microsoft.com/office/drawing/2014/main" id="{F8864121-E750-4A22-816D-AEA3D1DEE52A}"/>
              </a:ext>
            </a:extLst>
          </p:cNvPr>
          <p:cNvSpPr>
            <a:spLocks xmlns:a="http://schemas.openxmlformats.org/drawingml/2006/main" noGrp="1"/>
          </p:cNvSpPr>
          <p:nvPr/>
        </p:nvSpPr>
        <p:spPr>
          <a:xfrm xmlns:a="http://schemas.openxmlformats.org/drawingml/2006/main">
            <a:off x="8887674"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57" name="native-text-108">
            <a:extLst xmlns:a="http://schemas.openxmlformats.org/drawingml/2006/main">
              <a:ext uri="{FF2B5EF4-FFF2-40B4-BE49-F238E27FC236}">
                <a16:creationId xmlns:a16="http://schemas.microsoft.com/office/drawing/2014/main" id="{BEB7A386-27A0-4431-8DF1-2A3F330D1CED}"/>
              </a:ext>
            </a:extLst>
          </p:cNvPr>
          <p:cNvSpPr>
            <a:spLocks xmlns:a="http://schemas.openxmlformats.org/drawingml/2006/main" noGrp="1"/>
          </p:cNvSpPr>
          <p:nvPr/>
        </p:nvSpPr>
        <p:spPr>
          <a:xfrm xmlns:a="http://schemas.openxmlformats.org/drawingml/2006/main" rot="0">
            <a:off x="8699127" y="5017770"/>
            <a:ext cx="377095"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212</a:t>
            </a:r>
          </a:p>
        </p:txBody>
      </p:sp>
      <p:sp>
        <p:nvSpPr>
          <p:cNvPr id="358" name="marker-340">
            <a:extLst xmlns:a="http://schemas.openxmlformats.org/drawingml/2006/main">
              <a:ext uri="{FF2B5EF4-FFF2-40B4-BE49-F238E27FC236}">
                <a16:creationId xmlns:a16="http://schemas.microsoft.com/office/drawing/2014/main" id="{8DEEAFEE-0C4F-466C-866E-527EEEEA29A6}"/>
              </a:ext>
            </a:extLst>
          </p:cNvPr>
          <p:cNvSpPr>
            <a:spLocks xmlns:a="http://schemas.openxmlformats.org/drawingml/2006/main" noGrp="1"/>
          </p:cNvSpPr>
          <p:nvPr/>
        </p:nvSpPr>
        <p:spPr>
          <a:xfrm xmlns:a="http://schemas.openxmlformats.org/drawingml/2006/main">
            <a:off x="9637743"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59" name="native-text-109">
            <a:extLst xmlns:a="http://schemas.openxmlformats.org/drawingml/2006/main">
              <a:ext uri="{FF2B5EF4-FFF2-40B4-BE49-F238E27FC236}">
                <a16:creationId xmlns:a16="http://schemas.microsoft.com/office/drawing/2014/main" id="{83FE7A6D-EF59-49EB-B103-099340402A15}"/>
              </a:ext>
            </a:extLst>
          </p:cNvPr>
          <p:cNvSpPr>
            <a:spLocks xmlns:a="http://schemas.openxmlformats.org/drawingml/2006/main" noGrp="1"/>
          </p:cNvSpPr>
          <p:nvPr/>
        </p:nvSpPr>
        <p:spPr>
          <a:xfrm xmlns:a="http://schemas.openxmlformats.org/drawingml/2006/main" rot="0">
            <a:off x="9449625"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224</a:t>
            </a:r>
          </a:p>
        </p:txBody>
      </p:sp>
      <p:sp>
        <p:nvSpPr>
          <p:cNvPr id="360" name="marker-342">
            <a:extLst xmlns:a="http://schemas.openxmlformats.org/drawingml/2006/main">
              <a:ext uri="{FF2B5EF4-FFF2-40B4-BE49-F238E27FC236}">
                <a16:creationId xmlns:a16="http://schemas.microsoft.com/office/drawing/2014/main" id="{B729E91E-252E-41FE-81E1-47D8A239C9CC}"/>
              </a:ext>
            </a:extLst>
          </p:cNvPr>
          <p:cNvSpPr>
            <a:spLocks xmlns:a="http://schemas.openxmlformats.org/drawingml/2006/main" noGrp="1"/>
          </p:cNvSpPr>
          <p:nvPr/>
        </p:nvSpPr>
        <p:spPr>
          <a:xfrm xmlns:a="http://schemas.openxmlformats.org/drawingml/2006/main">
            <a:off x="10387813"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61" name="native-text-110">
            <a:extLst xmlns:a="http://schemas.openxmlformats.org/drawingml/2006/main">
              <a:ext uri="{FF2B5EF4-FFF2-40B4-BE49-F238E27FC236}">
                <a16:creationId xmlns:a16="http://schemas.microsoft.com/office/drawing/2014/main" id="{9316ACC1-766F-428C-BC07-BD2073A687C9}"/>
              </a:ext>
            </a:extLst>
          </p:cNvPr>
          <p:cNvSpPr>
            <a:spLocks xmlns:a="http://schemas.openxmlformats.org/drawingml/2006/main" noGrp="1"/>
          </p:cNvSpPr>
          <p:nvPr/>
        </p:nvSpPr>
        <p:spPr>
          <a:xfrm xmlns:a="http://schemas.openxmlformats.org/drawingml/2006/main" rot="0">
            <a:off x="10199694"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236</a:t>
            </a:r>
          </a:p>
        </p:txBody>
      </p:sp>
      <p:sp>
        <p:nvSpPr>
          <p:cNvPr id="362" name="marker-344">
            <a:extLst xmlns:a="http://schemas.openxmlformats.org/drawingml/2006/main">
              <a:ext uri="{FF2B5EF4-FFF2-40B4-BE49-F238E27FC236}">
                <a16:creationId xmlns:a16="http://schemas.microsoft.com/office/drawing/2014/main" id="{B0323BC9-CF6C-4634-AB39-EB81F9B3E1F5}"/>
              </a:ext>
            </a:extLst>
          </p:cNvPr>
          <p:cNvSpPr>
            <a:spLocks xmlns:a="http://schemas.openxmlformats.org/drawingml/2006/main" noGrp="1"/>
          </p:cNvSpPr>
          <p:nvPr/>
        </p:nvSpPr>
        <p:spPr>
          <a:xfrm xmlns:a="http://schemas.openxmlformats.org/drawingml/2006/main">
            <a:off x="8827846" y="498919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63" name="marker-345">
            <a:extLst xmlns:a="http://schemas.openxmlformats.org/drawingml/2006/main">
              <a:ext uri="{FF2B5EF4-FFF2-40B4-BE49-F238E27FC236}">
                <a16:creationId xmlns:a16="http://schemas.microsoft.com/office/drawing/2014/main" id="{586B3F50-ABCB-4663-A578-D1ED75417263}"/>
              </a:ext>
            </a:extLst>
          </p:cNvPr>
          <p:cNvSpPr>
            <a:spLocks xmlns:a="http://schemas.openxmlformats.org/drawingml/2006/main" noGrp="1"/>
          </p:cNvSpPr>
          <p:nvPr/>
        </p:nvSpPr>
        <p:spPr>
          <a:xfrm xmlns:a="http://schemas.openxmlformats.org/drawingml/2006/main">
            <a:off x="8827846" y="4046220"/>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64" name="marker-346">
            <a:extLst xmlns:a="http://schemas.openxmlformats.org/drawingml/2006/main">
              <a:ext uri="{FF2B5EF4-FFF2-40B4-BE49-F238E27FC236}">
                <a16:creationId xmlns:a16="http://schemas.microsoft.com/office/drawing/2014/main" id="{1C03B168-2AC1-4C9B-9944-4CE8BA2C9486}"/>
              </a:ext>
            </a:extLst>
          </p:cNvPr>
          <p:cNvSpPr>
            <a:spLocks xmlns:a="http://schemas.openxmlformats.org/drawingml/2006/main" noGrp="1"/>
          </p:cNvSpPr>
          <p:nvPr/>
        </p:nvSpPr>
        <p:spPr>
          <a:xfrm xmlns:a="http://schemas.openxmlformats.org/drawingml/2006/main">
            <a:off x="8827846" y="310324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65" name="path-347">
            <a:extLst xmlns:a="http://schemas.openxmlformats.org/drawingml/2006/main">
              <a:ext uri="{FF2B5EF4-FFF2-40B4-BE49-F238E27FC236}">
                <a16:creationId xmlns:a16="http://schemas.microsoft.com/office/drawing/2014/main" id="{51B14148-6AF7-4594-9016-37218F1DD6AC}"/>
              </a:ext>
            </a:extLst>
          </p:cNvPr>
          <p:cNvSpPr>
            <a:spLocks xmlns:a="http://schemas.openxmlformats.org/drawingml/2006/main" noGrp="1"/>
          </p:cNvSpPr>
          <p:nvPr/>
        </p:nvSpPr>
        <p:spPr>
          <a:xfrm xmlns:a="http://schemas.openxmlformats.org/drawingml/2006/main">
            <a:off x="10387813"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13335">
            <a:solidFill>
              <a:srgbClr val="FFFFFF"/>
            </a:solidFill>
            <a:prstDash val="dash"/>
          </a:ln>
        </p:spPr>
      </p:sp>
      <p:sp>
        <p:nvSpPr>
          <p:cNvPr id="366" name="path-348">
            <a:extLst xmlns:a="http://schemas.openxmlformats.org/drawingml/2006/main">
              <a:ext uri="{FF2B5EF4-FFF2-40B4-BE49-F238E27FC236}">
                <a16:creationId xmlns:a16="http://schemas.microsoft.com/office/drawing/2014/main" id="{CF93B861-F132-4348-9AEF-C7624D54EEB8}"/>
              </a:ext>
            </a:extLst>
          </p:cNvPr>
          <p:cNvSpPr>
            <a:spLocks xmlns:a="http://schemas.openxmlformats.org/drawingml/2006/main" noGrp="1"/>
          </p:cNvSpPr>
          <p:nvPr/>
        </p:nvSpPr>
        <p:spPr>
          <a:xfrm xmlns:a="http://schemas.openxmlformats.org/drawingml/2006/main">
            <a:off x="8856421"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7620">
            <a:solidFill>
              <a:srgbClr val="68727A"/>
            </a:solidFill>
            <a:prstDash val="solid"/>
          </a:ln>
        </p:spPr>
      </p:sp>
      <p:sp>
        <p:nvSpPr>
          <p:cNvPr id="367" name="path-349">
            <a:extLst xmlns:a="http://schemas.openxmlformats.org/drawingml/2006/main">
              <a:ext uri="{FF2B5EF4-FFF2-40B4-BE49-F238E27FC236}">
                <a16:creationId xmlns:a16="http://schemas.microsoft.com/office/drawing/2014/main" id="{2A8C1602-122B-4476-8615-4D0F882F0996}"/>
              </a:ext>
            </a:extLst>
          </p:cNvPr>
          <p:cNvSpPr>
            <a:spLocks xmlns:a="http://schemas.openxmlformats.org/drawingml/2006/main" noGrp="1"/>
          </p:cNvSpPr>
          <p:nvPr/>
        </p:nvSpPr>
        <p:spPr>
          <a:xfrm xmlns:a="http://schemas.openxmlformats.org/drawingml/2006/main">
            <a:off x="8856421" y="4989195"/>
            <a:ext cx="1750162" cy="10"/>
          </a:xfrm>
          <a:custGeom xmlns:a="http://schemas.openxmlformats.org/drawingml/2006/main">
            <a:pathLst>
              <a:path w="1750162" h="10">
                <a:moveTo>
                  <a:pt x="0" y="0"/>
                </a:moveTo>
                <a:lnTo>
                  <a:pt x="1750162" y="0"/>
                </a:lnTo>
              </a:path>
            </a:pathLst>
          </a:custGeom>
          <a:noFill xmlns:a="http://schemas.openxmlformats.org/drawingml/2006/main"/>
          <a:ln xmlns:a="http://schemas.openxmlformats.org/drawingml/2006/main" w="7620">
            <a:solidFill>
              <a:srgbClr val="68727A"/>
            </a:solidFill>
            <a:prstDash val="solid"/>
          </a:ln>
        </p:spPr>
      </p:sp>
      <p:sp>
        <p:nvSpPr>
          <p:cNvPr id="368" name="native-text-111">
            <a:extLst xmlns:a="http://schemas.openxmlformats.org/drawingml/2006/main">
              <a:ext uri="{FF2B5EF4-FFF2-40B4-BE49-F238E27FC236}">
                <a16:creationId xmlns:a16="http://schemas.microsoft.com/office/drawing/2014/main" id="{155BB8C0-01D5-4C68-9A6E-681FFC378CC1}"/>
              </a:ext>
            </a:extLst>
          </p:cNvPr>
          <p:cNvSpPr>
            <a:spLocks xmlns:a="http://schemas.openxmlformats.org/drawingml/2006/main" noGrp="1"/>
          </p:cNvSpPr>
          <p:nvPr/>
        </p:nvSpPr>
        <p:spPr>
          <a:xfrm xmlns:a="http://schemas.openxmlformats.org/drawingml/2006/main" rot="0">
            <a:off x="9364647" y="2793111"/>
            <a:ext cx="733711"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ε = 2%</a:t>
            </a:r>
          </a:p>
        </p:txBody>
      </p:sp>
      <p:sp>
        <p:nvSpPr>
          <p:cNvPr id="369" name="path-351">
            <a:extLst xmlns:a="http://schemas.openxmlformats.org/drawingml/2006/main">
              <a:ext uri="{FF2B5EF4-FFF2-40B4-BE49-F238E27FC236}">
                <a16:creationId xmlns:a16="http://schemas.microsoft.com/office/drawing/2014/main" id="{C22F465C-4789-4788-984F-795829A5B3F7}"/>
              </a:ext>
            </a:extLst>
          </p:cNvPr>
          <p:cNvSpPr>
            <a:spLocks xmlns:a="http://schemas.openxmlformats.org/drawingml/2006/main" noGrp="1"/>
          </p:cNvSpPr>
          <p:nvPr/>
        </p:nvSpPr>
        <p:spPr>
          <a:xfrm xmlns:a="http://schemas.openxmlformats.org/drawingml/2006/main">
            <a:off x="10387813" y="3748190"/>
            <a:ext cx="10" cy="98308"/>
          </a:xfrm>
          <a:custGeom xmlns:a="http://schemas.openxmlformats.org/drawingml/2006/main">
            <a:pathLst>
              <a:path w="10" h="98308">
                <a:moveTo>
                  <a:pt x="0" y="98308"/>
                </a:moveTo>
                <a:lnTo>
                  <a:pt x="0" y="0"/>
                </a:lnTo>
              </a:path>
            </a:pathLst>
          </a:custGeom>
          <a:noFill xmlns:a="http://schemas.openxmlformats.org/drawingml/2006/main"/>
          <a:ln xmlns:a="http://schemas.openxmlformats.org/drawingml/2006/main" w="33338">
            <a:solidFill>
              <a:srgbClr val="FFFFFF"/>
            </a:solidFill>
            <a:prstDash val="solid"/>
          </a:ln>
        </p:spPr>
      </p:sp>
      <p:sp>
        <p:nvSpPr>
          <p:cNvPr id="370" name="path-352">
            <a:extLst xmlns:a="http://schemas.openxmlformats.org/drawingml/2006/main">
              <a:ext uri="{FF2B5EF4-FFF2-40B4-BE49-F238E27FC236}">
                <a16:creationId xmlns:a16="http://schemas.microsoft.com/office/drawing/2014/main" id="{89C0996A-B255-4DD9-90D6-E6E9EFF7CA44}"/>
              </a:ext>
            </a:extLst>
          </p:cNvPr>
          <p:cNvSpPr>
            <a:spLocks xmlns:a="http://schemas.openxmlformats.org/drawingml/2006/main" noGrp="1"/>
          </p:cNvSpPr>
          <p:nvPr/>
        </p:nvSpPr>
        <p:spPr>
          <a:xfrm xmlns:a="http://schemas.openxmlformats.org/drawingml/2006/main">
            <a:off x="10387813" y="3748190"/>
            <a:ext cx="10" cy="98308"/>
          </a:xfrm>
          <a:custGeom xmlns:a="http://schemas.openxmlformats.org/drawingml/2006/main">
            <a:pathLst>
              <a:path w="10" h="98308">
                <a:moveTo>
                  <a:pt x="0" y="98308"/>
                </a:moveTo>
                <a:lnTo>
                  <a:pt x="0" y="0"/>
                </a:lnTo>
              </a:path>
            </a:pathLst>
          </a:custGeom>
          <a:noFill xmlns:a="http://schemas.openxmlformats.org/drawingml/2006/main"/>
          <a:ln xmlns:a="http://schemas.openxmlformats.org/drawingml/2006/main" w="23813">
            <a:solidFill>
              <a:srgbClr val="007858"/>
            </a:solidFill>
            <a:prstDash val="solid"/>
          </a:ln>
        </p:spPr>
      </p:sp>
      <p:sp>
        <p:nvSpPr>
          <p:cNvPr id="371" name="path-353">
            <a:extLst xmlns:a="http://schemas.openxmlformats.org/drawingml/2006/main">
              <a:ext uri="{FF2B5EF4-FFF2-40B4-BE49-F238E27FC236}">
                <a16:creationId xmlns:a16="http://schemas.microsoft.com/office/drawing/2014/main" id="{726C9B52-CC73-49C0-BCC9-9E9DED6B29FF}"/>
              </a:ext>
            </a:extLst>
          </p:cNvPr>
          <p:cNvSpPr>
            <a:spLocks xmlns:a="http://schemas.openxmlformats.org/drawingml/2006/main" noGrp="1"/>
          </p:cNvSpPr>
          <p:nvPr/>
        </p:nvSpPr>
        <p:spPr>
          <a:xfrm xmlns:a="http://schemas.openxmlformats.org/drawingml/2006/main">
            <a:off x="10387813" y="3573227"/>
            <a:ext cx="10" cy="297232"/>
          </a:xfrm>
          <a:custGeom xmlns:a="http://schemas.openxmlformats.org/drawingml/2006/main">
            <a:pathLst>
              <a:path w="10" h="297232">
                <a:moveTo>
                  <a:pt x="0" y="297232"/>
                </a:moveTo>
                <a:lnTo>
                  <a:pt x="0" y="0"/>
                </a:lnTo>
              </a:path>
            </a:pathLst>
          </a:custGeom>
          <a:noFill xmlns:a="http://schemas.openxmlformats.org/drawingml/2006/main"/>
          <a:ln xmlns:a="http://schemas.openxmlformats.org/drawingml/2006/main" w="33338">
            <a:solidFill>
              <a:srgbClr val="FFFFFF"/>
            </a:solidFill>
            <a:prstDash val="dash"/>
          </a:ln>
        </p:spPr>
      </p:sp>
      <p:sp>
        <p:nvSpPr>
          <p:cNvPr id="372" name="path-354">
            <a:extLst xmlns:a="http://schemas.openxmlformats.org/drawingml/2006/main">
              <a:ext uri="{FF2B5EF4-FFF2-40B4-BE49-F238E27FC236}">
                <a16:creationId xmlns:a16="http://schemas.microsoft.com/office/drawing/2014/main" id="{A8CA5202-6434-4B0F-AC67-33C0D06D9F33}"/>
              </a:ext>
            </a:extLst>
          </p:cNvPr>
          <p:cNvSpPr>
            <a:spLocks xmlns:a="http://schemas.openxmlformats.org/drawingml/2006/main" noGrp="1"/>
          </p:cNvSpPr>
          <p:nvPr/>
        </p:nvSpPr>
        <p:spPr>
          <a:xfrm xmlns:a="http://schemas.openxmlformats.org/drawingml/2006/main">
            <a:off x="10387813" y="3573227"/>
            <a:ext cx="10" cy="297232"/>
          </a:xfrm>
          <a:custGeom xmlns:a="http://schemas.openxmlformats.org/drawingml/2006/main">
            <a:pathLst>
              <a:path w="10" h="297232">
                <a:moveTo>
                  <a:pt x="0" y="297232"/>
                </a:moveTo>
                <a:lnTo>
                  <a:pt x="0" y="0"/>
                </a:lnTo>
              </a:path>
            </a:pathLst>
          </a:custGeom>
          <a:noFill xmlns:a="http://schemas.openxmlformats.org/drawingml/2006/main"/>
          <a:ln xmlns:a="http://schemas.openxmlformats.org/drawingml/2006/main" w="23813">
            <a:solidFill>
              <a:srgbClr val="A02C87"/>
            </a:solidFill>
            <a:prstDash val="dash"/>
          </a:ln>
        </p:spPr>
      </p:sp>
      <p:sp>
        <p:nvSpPr>
          <p:cNvPr id="373" name="path-355">
            <a:extLst xmlns:a="http://schemas.openxmlformats.org/drawingml/2006/main">
              <a:ext uri="{FF2B5EF4-FFF2-40B4-BE49-F238E27FC236}">
                <a16:creationId xmlns:a16="http://schemas.microsoft.com/office/drawing/2014/main" id="{C6293992-B4E7-4C08-A297-14E5565FA503}"/>
              </a:ext>
            </a:extLst>
          </p:cNvPr>
          <p:cNvSpPr>
            <a:spLocks xmlns:a="http://schemas.openxmlformats.org/drawingml/2006/main" noGrp="1"/>
          </p:cNvSpPr>
          <p:nvPr/>
        </p:nvSpPr>
        <p:spPr>
          <a:xfrm xmlns:a="http://schemas.openxmlformats.org/drawingml/2006/main">
            <a:off x="8864814" y="414508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74" name="path-356">
            <a:extLst xmlns:a="http://schemas.openxmlformats.org/drawingml/2006/main">
              <a:ext uri="{FF2B5EF4-FFF2-40B4-BE49-F238E27FC236}">
                <a16:creationId xmlns:a16="http://schemas.microsoft.com/office/drawing/2014/main" id="{9CFF23D9-C0C3-4574-8E5F-4CACFC8CA2B6}"/>
              </a:ext>
            </a:extLst>
          </p:cNvPr>
          <p:cNvSpPr>
            <a:spLocks xmlns:a="http://schemas.openxmlformats.org/drawingml/2006/main" noGrp="1"/>
          </p:cNvSpPr>
          <p:nvPr/>
        </p:nvSpPr>
        <p:spPr>
          <a:xfrm xmlns:a="http://schemas.openxmlformats.org/drawingml/2006/main">
            <a:off x="8864814" y="414508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75" name="path-357">
            <a:extLst xmlns:a="http://schemas.openxmlformats.org/drawingml/2006/main">
              <a:ext uri="{FF2B5EF4-FFF2-40B4-BE49-F238E27FC236}">
                <a16:creationId xmlns:a16="http://schemas.microsoft.com/office/drawing/2014/main" id="{5DE65765-A81B-4602-BD6C-0941B7805F37}"/>
              </a:ext>
            </a:extLst>
          </p:cNvPr>
          <p:cNvSpPr>
            <a:spLocks xmlns:a="http://schemas.openxmlformats.org/drawingml/2006/main" noGrp="1"/>
          </p:cNvSpPr>
          <p:nvPr/>
        </p:nvSpPr>
        <p:spPr>
          <a:xfrm xmlns:a="http://schemas.openxmlformats.org/drawingml/2006/main">
            <a:off x="9239849" y="407984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76" name="path-358">
            <a:extLst xmlns:a="http://schemas.openxmlformats.org/drawingml/2006/main">
              <a:ext uri="{FF2B5EF4-FFF2-40B4-BE49-F238E27FC236}">
                <a16:creationId xmlns:a16="http://schemas.microsoft.com/office/drawing/2014/main" id="{9BE9D306-9CB6-423D-BBE4-B0D01BB71013}"/>
              </a:ext>
            </a:extLst>
          </p:cNvPr>
          <p:cNvSpPr>
            <a:spLocks xmlns:a="http://schemas.openxmlformats.org/drawingml/2006/main" noGrp="1"/>
          </p:cNvSpPr>
          <p:nvPr/>
        </p:nvSpPr>
        <p:spPr>
          <a:xfrm xmlns:a="http://schemas.openxmlformats.org/drawingml/2006/main">
            <a:off x="9239849" y="407984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77" name="path-359">
            <a:extLst xmlns:a="http://schemas.openxmlformats.org/drawingml/2006/main">
              <a:ext uri="{FF2B5EF4-FFF2-40B4-BE49-F238E27FC236}">
                <a16:creationId xmlns:a16="http://schemas.microsoft.com/office/drawing/2014/main" id="{488DE71B-2674-42FC-BC8C-3FA73A0F0C9C}"/>
              </a:ext>
            </a:extLst>
          </p:cNvPr>
          <p:cNvSpPr>
            <a:spLocks xmlns:a="http://schemas.openxmlformats.org/drawingml/2006/main" noGrp="1"/>
          </p:cNvSpPr>
          <p:nvPr/>
        </p:nvSpPr>
        <p:spPr>
          <a:xfrm xmlns:a="http://schemas.openxmlformats.org/drawingml/2006/main">
            <a:off x="9614883" y="402127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78" name="path-360">
            <a:extLst xmlns:a="http://schemas.openxmlformats.org/drawingml/2006/main">
              <a:ext uri="{FF2B5EF4-FFF2-40B4-BE49-F238E27FC236}">
                <a16:creationId xmlns:a16="http://schemas.microsoft.com/office/drawing/2014/main" id="{FDA2CC1B-53D9-407F-8716-8C086A03EB2C}"/>
              </a:ext>
            </a:extLst>
          </p:cNvPr>
          <p:cNvSpPr>
            <a:spLocks xmlns:a="http://schemas.openxmlformats.org/drawingml/2006/main" noGrp="1"/>
          </p:cNvSpPr>
          <p:nvPr/>
        </p:nvSpPr>
        <p:spPr>
          <a:xfrm xmlns:a="http://schemas.openxmlformats.org/drawingml/2006/main">
            <a:off x="9614883" y="402127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79" name="path-361">
            <a:extLst xmlns:a="http://schemas.openxmlformats.org/drawingml/2006/main">
              <a:ext uri="{FF2B5EF4-FFF2-40B4-BE49-F238E27FC236}">
                <a16:creationId xmlns:a16="http://schemas.microsoft.com/office/drawing/2014/main" id="{60579533-0AC2-4F46-9454-6089AA1D8934}"/>
              </a:ext>
            </a:extLst>
          </p:cNvPr>
          <p:cNvSpPr>
            <a:spLocks xmlns:a="http://schemas.openxmlformats.org/drawingml/2006/main" noGrp="1"/>
          </p:cNvSpPr>
          <p:nvPr/>
        </p:nvSpPr>
        <p:spPr>
          <a:xfrm xmlns:a="http://schemas.openxmlformats.org/drawingml/2006/main">
            <a:off x="9989918" y="3897470"/>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80" name="path-362">
            <a:extLst xmlns:a="http://schemas.openxmlformats.org/drawingml/2006/main">
              <a:ext uri="{FF2B5EF4-FFF2-40B4-BE49-F238E27FC236}">
                <a16:creationId xmlns:a16="http://schemas.microsoft.com/office/drawing/2014/main" id="{E1091F32-58D6-43FA-BBD4-E7F289797249}"/>
              </a:ext>
            </a:extLst>
          </p:cNvPr>
          <p:cNvSpPr>
            <a:spLocks xmlns:a="http://schemas.openxmlformats.org/drawingml/2006/main" noGrp="1"/>
          </p:cNvSpPr>
          <p:nvPr/>
        </p:nvSpPr>
        <p:spPr>
          <a:xfrm xmlns:a="http://schemas.openxmlformats.org/drawingml/2006/main">
            <a:off x="9989918" y="3897470"/>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81" name="path-363">
            <a:extLst xmlns:a="http://schemas.openxmlformats.org/drawingml/2006/main">
              <a:ext uri="{FF2B5EF4-FFF2-40B4-BE49-F238E27FC236}">
                <a16:creationId xmlns:a16="http://schemas.microsoft.com/office/drawing/2014/main" id="{94ADBC12-9F39-4F12-BB63-D95CFE41992D}"/>
              </a:ext>
            </a:extLst>
          </p:cNvPr>
          <p:cNvSpPr>
            <a:spLocks xmlns:a="http://schemas.openxmlformats.org/drawingml/2006/main" noGrp="1"/>
          </p:cNvSpPr>
          <p:nvPr/>
        </p:nvSpPr>
        <p:spPr>
          <a:xfrm xmlns:a="http://schemas.openxmlformats.org/drawingml/2006/main">
            <a:off x="10364953" y="382363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82" name="path-364">
            <a:extLst xmlns:a="http://schemas.openxmlformats.org/drawingml/2006/main">
              <a:ext uri="{FF2B5EF4-FFF2-40B4-BE49-F238E27FC236}">
                <a16:creationId xmlns:a16="http://schemas.microsoft.com/office/drawing/2014/main" id="{5673644F-98BD-4481-A370-A6F8EDC07DA0}"/>
              </a:ext>
            </a:extLst>
          </p:cNvPr>
          <p:cNvSpPr>
            <a:spLocks xmlns:a="http://schemas.openxmlformats.org/drawingml/2006/main" noGrp="1"/>
          </p:cNvSpPr>
          <p:nvPr/>
        </p:nvSpPr>
        <p:spPr>
          <a:xfrm xmlns:a="http://schemas.openxmlformats.org/drawingml/2006/main">
            <a:off x="10364953" y="382363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83" name="path-365">
            <a:extLst xmlns:a="http://schemas.openxmlformats.org/drawingml/2006/main">
              <a:ext uri="{FF2B5EF4-FFF2-40B4-BE49-F238E27FC236}">
                <a16:creationId xmlns:a16="http://schemas.microsoft.com/office/drawing/2014/main" id="{F15CD150-4122-41F9-A7A1-B57C1447B366}"/>
              </a:ext>
            </a:extLst>
          </p:cNvPr>
          <p:cNvSpPr>
            <a:spLocks xmlns:a="http://schemas.openxmlformats.org/drawingml/2006/main" noGrp="1"/>
          </p:cNvSpPr>
          <p:nvPr/>
        </p:nvSpPr>
        <p:spPr>
          <a:xfrm xmlns:a="http://schemas.openxmlformats.org/drawingml/2006/main">
            <a:off x="8864814" y="3834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84" name="path-366">
            <a:extLst xmlns:a="http://schemas.openxmlformats.org/drawingml/2006/main">
              <a:ext uri="{FF2B5EF4-FFF2-40B4-BE49-F238E27FC236}">
                <a16:creationId xmlns:a16="http://schemas.microsoft.com/office/drawing/2014/main" id="{9D6098C3-1AA7-49BA-BC33-B0CD05F79F50}"/>
              </a:ext>
            </a:extLst>
          </p:cNvPr>
          <p:cNvSpPr>
            <a:spLocks xmlns:a="http://schemas.openxmlformats.org/drawingml/2006/main" noGrp="1"/>
          </p:cNvSpPr>
          <p:nvPr/>
        </p:nvSpPr>
        <p:spPr>
          <a:xfrm xmlns:a="http://schemas.openxmlformats.org/drawingml/2006/main">
            <a:off x="8864814" y="3834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85" name="path-367">
            <a:extLst xmlns:a="http://schemas.openxmlformats.org/drawingml/2006/main">
              <a:ext uri="{FF2B5EF4-FFF2-40B4-BE49-F238E27FC236}">
                <a16:creationId xmlns:a16="http://schemas.microsoft.com/office/drawing/2014/main" id="{5A93441C-4F4E-45F5-B134-A8DD725683B3}"/>
              </a:ext>
            </a:extLst>
          </p:cNvPr>
          <p:cNvSpPr>
            <a:spLocks xmlns:a="http://schemas.openxmlformats.org/drawingml/2006/main" noGrp="1"/>
          </p:cNvSpPr>
          <p:nvPr/>
        </p:nvSpPr>
        <p:spPr>
          <a:xfrm xmlns:a="http://schemas.openxmlformats.org/drawingml/2006/main">
            <a:off x="9239849" y="374297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86" name="path-368">
            <a:extLst xmlns:a="http://schemas.openxmlformats.org/drawingml/2006/main">
              <a:ext uri="{FF2B5EF4-FFF2-40B4-BE49-F238E27FC236}">
                <a16:creationId xmlns:a16="http://schemas.microsoft.com/office/drawing/2014/main" id="{51162807-1D9F-41B6-89E4-1F26EC228304}"/>
              </a:ext>
            </a:extLst>
          </p:cNvPr>
          <p:cNvSpPr>
            <a:spLocks xmlns:a="http://schemas.openxmlformats.org/drawingml/2006/main" noGrp="1"/>
          </p:cNvSpPr>
          <p:nvPr/>
        </p:nvSpPr>
        <p:spPr>
          <a:xfrm xmlns:a="http://schemas.openxmlformats.org/drawingml/2006/main">
            <a:off x="9239849" y="374297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87" name="path-369">
            <a:extLst xmlns:a="http://schemas.openxmlformats.org/drawingml/2006/main">
              <a:ext uri="{FF2B5EF4-FFF2-40B4-BE49-F238E27FC236}">
                <a16:creationId xmlns:a16="http://schemas.microsoft.com/office/drawing/2014/main" id="{C9A33F8C-AEBB-44CD-82A2-CB3980EA6261}"/>
              </a:ext>
            </a:extLst>
          </p:cNvPr>
          <p:cNvSpPr>
            <a:spLocks xmlns:a="http://schemas.openxmlformats.org/drawingml/2006/main" noGrp="1"/>
          </p:cNvSpPr>
          <p:nvPr/>
        </p:nvSpPr>
        <p:spPr>
          <a:xfrm xmlns:a="http://schemas.openxmlformats.org/drawingml/2006/main">
            <a:off x="9614883" y="365178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88" name="path-370">
            <a:extLst xmlns:a="http://schemas.openxmlformats.org/drawingml/2006/main">
              <a:ext uri="{FF2B5EF4-FFF2-40B4-BE49-F238E27FC236}">
                <a16:creationId xmlns:a16="http://schemas.microsoft.com/office/drawing/2014/main" id="{ABA5C304-DFB5-4FEC-AA84-8A91F0CF9FCE}"/>
              </a:ext>
            </a:extLst>
          </p:cNvPr>
          <p:cNvSpPr>
            <a:spLocks xmlns:a="http://schemas.openxmlformats.org/drawingml/2006/main" noGrp="1"/>
          </p:cNvSpPr>
          <p:nvPr/>
        </p:nvSpPr>
        <p:spPr>
          <a:xfrm xmlns:a="http://schemas.openxmlformats.org/drawingml/2006/main">
            <a:off x="9614883" y="365178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89" name="path-371">
            <a:extLst xmlns:a="http://schemas.openxmlformats.org/drawingml/2006/main">
              <a:ext uri="{FF2B5EF4-FFF2-40B4-BE49-F238E27FC236}">
                <a16:creationId xmlns:a16="http://schemas.microsoft.com/office/drawing/2014/main" id="{4B7EF74C-2659-4096-8E44-362B388B265F}"/>
              </a:ext>
            </a:extLst>
          </p:cNvPr>
          <p:cNvSpPr>
            <a:spLocks xmlns:a="http://schemas.openxmlformats.org/drawingml/2006/main" noGrp="1"/>
          </p:cNvSpPr>
          <p:nvPr/>
        </p:nvSpPr>
        <p:spPr>
          <a:xfrm xmlns:a="http://schemas.openxmlformats.org/drawingml/2006/main">
            <a:off x="9989918" y="359321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90" name="path-372">
            <a:extLst xmlns:a="http://schemas.openxmlformats.org/drawingml/2006/main">
              <a:ext uri="{FF2B5EF4-FFF2-40B4-BE49-F238E27FC236}">
                <a16:creationId xmlns:a16="http://schemas.microsoft.com/office/drawing/2014/main" id="{867D34FC-818F-4D16-8929-E5B03CA57561}"/>
              </a:ext>
            </a:extLst>
          </p:cNvPr>
          <p:cNvSpPr>
            <a:spLocks xmlns:a="http://schemas.openxmlformats.org/drawingml/2006/main" noGrp="1"/>
          </p:cNvSpPr>
          <p:nvPr/>
        </p:nvSpPr>
        <p:spPr>
          <a:xfrm xmlns:a="http://schemas.openxmlformats.org/drawingml/2006/main">
            <a:off x="9989918" y="359321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91" name="path-373">
            <a:extLst xmlns:a="http://schemas.openxmlformats.org/drawingml/2006/main">
              <a:ext uri="{FF2B5EF4-FFF2-40B4-BE49-F238E27FC236}">
                <a16:creationId xmlns:a16="http://schemas.microsoft.com/office/drawing/2014/main" id="{062B09CA-BC4B-4B19-8635-E9710D10F5AA}"/>
              </a:ext>
            </a:extLst>
          </p:cNvPr>
          <p:cNvSpPr>
            <a:spLocks xmlns:a="http://schemas.openxmlformats.org/drawingml/2006/main" noGrp="1"/>
          </p:cNvSpPr>
          <p:nvPr/>
        </p:nvSpPr>
        <p:spPr>
          <a:xfrm xmlns:a="http://schemas.openxmlformats.org/drawingml/2006/main">
            <a:off x="10364953" y="3847599"/>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92" name="path-374">
            <a:extLst xmlns:a="http://schemas.openxmlformats.org/drawingml/2006/main">
              <a:ext uri="{FF2B5EF4-FFF2-40B4-BE49-F238E27FC236}">
                <a16:creationId xmlns:a16="http://schemas.microsoft.com/office/drawing/2014/main" id="{65467521-96D3-449C-9500-1460AC161DFC}"/>
              </a:ext>
            </a:extLst>
          </p:cNvPr>
          <p:cNvSpPr>
            <a:spLocks xmlns:a="http://schemas.openxmlformats.org/drawingml/2006/main" noGrp="1"/>
          </p:cNvSpPr>
          <p:nvPr/>
        </p:nvSpPr>
        <p:spPr>
          <a:xfrm xmlns:a="http://schemas.openxmlformats.org/drawingml/2006/main">
            <a:off x="10364953" y="3847599"/>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93" name="marker-375">
            <a:extLst xmlns:a="http://schemas.openxmlformats.org/drawingml/2006/main">
              <a:ext uri="{FF2B5EF4-FFF2-40B4-BE49-F238E27FC236}">
                <a16:creationId xmlns:a16="http://schemas.microsoft.com/office/drawing/2014/main" id="{354F98DF-3BD5-40D4-94AC-4E914F5B3E9B}"/>
              </a:ext>
            </a:extLst>
          </p:cNvPr>
          <p:cNvSpPr>
            <a:spLocks xmlns:a="http://schemas.openxmlformats.org/drawingml/2006/main" noGrp="1"/>
          </p:cNvSpPr>
          <p:nvPr/>
        </p:nvSpPr>
        <p:spPr>
          <a:xfrm xmlns:a="http://schemas.openxmlformats.org/drawingml/2006/main">
            <a:off x="10347401" y="3707779"/>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394" name="marker-376">
            <a:extLst xmlns:a="http://schemas.openxmlformats.org/drawingml/2006/main">
              <a:ext uri="{FF2B5EF4-FFF2-40B4-BE49-F238E27FC236}">
                <a16:creationId xmlns:a16="http://schemas.microsoft.com/office/drawing/2014/main" id="{08ACF4D4-8646-49BA-928E-009EF1CDF0A5}"/>
              </a:ext>
            </a:extLst>
          </p:cNvPr>
          <p:cNvSpPr>
            <a:spLocks xmlns:a="http://schemas.openxmlformats.org/drawingml/2006/main" noGrp="1"/>
          </p:cNvSpPr>
          <p:nvPr/>
        </p:nvSpPr>
        <p:spPr>
          <a:xfrm xmlns:a="http://schemas.openxmlformats.org/drawingml/2006/main">
            <a:off x="10347401" y="3532816"/>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395" name="native-text-098">
            <a:extLst xmlns:a="http://schemas.openxmlformats.org/drawingml/2006/main">
              <a:ext uri="{FF2B5EF4-FFF2-40B4-BE49-F238E27FC236}">
                <a16:creationId xmlns:a16="http://schemas.microsoft.com/office/drawing/2014/main" id="{45BCE7CF-75AF-459C-96DD-9BCE27538569}"/>
              </a:ext>
            </a:extLst>
          </p:cNvPr>
          <p:cNvSpPr>
            <a:spLocks xmlns:a="http://schemas.openxmlformats.org/drawingml/2006/main" noGrp="1"/>
          </p:cNvSpPr>
          <p:nvPr/>
        </p:nvSpPr>
        <p:spPr>
          <a:xfrm xmlns:a="http://schemas.openxmlformats.org/drawingml/2006/main" rot="0">
            <a:off x="8850479" y="4248713"/>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A31</a:t>
            </a:r>
          </a:p>
        </p:txBody>
      </p:sp>
      <p:sp>
        <p:nvSpPr>
          <p:cNvPr id="396" name="native-text-099">
            <a:extLst xmlns:a="http://schemas.openxmlformats.org/drawingml/2006/main">
              <a:ext uri="{FF2B5EF4-FFF2-40B4-BE49-F238E27FC236}">
                <a16:creationId xmlns:a16="http://schemas.microsoft.com/office/drawing/2014/main" id="{5A0E19F7-D4FE-47A7-BAAA-0BE352F08BE3}"/>
              </a:ext>
            </a:extLst>
          </p:cNvPr>
          <p:cNvSpPr>
            <a:spLocks xmlns:a="http://schemas.openxmlformats.org/drawingml/2006/main" noGrp="1"/>
          </p:cNvSpPr>
          <p:nvPr/>
        </p:nvSpPr>
        <p:spPr>
          <a:xfrm xmlns:a="http://schemas.openxmlformats.org/drawingml/2006/main" rot="0">
            <a:off x="9167935" y="4183475"/>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A32</a:t>
            </a:r>
          </a:p>
        </p:txBody>
      </p:sp>
      <p:sp>
        <p:nvSpPr>
          <p:cNvPr id="397" name="native-text-100">
            <a:extLst xmlns:a="http://schemas.openxmlformats.org/drawingml/2006/main">
              <a:ext uri="{FF2B5EF4-FFF2-40B4-BE49-F238E27FC236}">
                <a16:creationId xmlns:a16="http://schemas.microsoft.com/office/drawing/2014/main" id="{A797AA4A-DCF6-450F-BAC0-96F358299DAA}"/>
              </a:ext>
            </a:extLst>
          </p:cNvPr>
          <p:cNvSpPr>
            <a:spLocks xmlns:a="http://schemas.openxmlformats.org/drawingml/2006/main" noGrp="1"/>
          </p:cNvSpPr>
          <p:nvPr/>
        </p:nvSpPr>
        <p:spPr>
          <a:xfrm xmlns:a="http://schemas.openxmlformats.org/drawingml/2006/main" rot="0">
            <a:off x="9485820" y="4124908"/>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A33</a:t>
            </a:r>
          </a:p>
        </p:txBody>
      </p:sp>
      <p:sp>
        <p:nvSpPr>
          <p:cNvPr id="398" name="native-text-101">
            <a:extLst xmlns:a="http://schemas.openxmlformats.org/drawingml/2006/main">
              <a:ext uri="{FF2B5EF4-FFF2-40B4-BE49-F238E27FC236}">
                <a16:creationId xmlns:a16="http://schemas.microsoft.com/office/drawing/2014/main" id="{F36650A2-EF7C-46A4-9F75-4B3EBDDD200E}"/>
              </a:ext>
            </a:extLst>
          </p:cNvPr>
          <p:cNvSpPr>
            <a:spLocks xmlns:a="http://schemas.openxmlformats.org/drawingml/2006/main" noGrp="1"/>
          </p:cNvSpPr>
          <p:nvPr/>
        </p:nvSpPr>
        <p:spPr>
          <a:xfrm xmlns:a="http://schemas.openxmlformats.org/drawingml/2006/main" rot="0">
            <a:off x="9842233" y="4001102"/>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A34</a:t>
            </a:r>
          </a:p>
        </p:txBody>
      </p:sp>
      <p:sp>
        <p:nvSpPr>
          <p:cNvPr id="399" name="native-text-102">
            <a:extLst xmlns:a="http://schemas.openxmlformats.org/drawingml/2006/main">
              <a:ext uri="{FF2B5EF4-FFF2-40B4-BE49-F238E27FC236}">
                <a16:creationId xmlns:a16="http://schemas.microsoft.com/office/drawing/2014/main" id="{DC907EC9-6DCB-40A8-9D7D-7B23E6BA4507}"/>
              </a:ext>
            </a:extLst>
          </p:cNvPr>
          <p:cNvSpPr>
            <a:spLocks xmlns:a="http://schemas.openxmlformats.org/drawingml/2006/main" noGrp="1"/>
          </p:cNvSpPr>
          <p:nvPr/>
        </p:nvSpPr>
        <p:spPr>
          <a:xfrm xmlns:a="http://schemas.openxmlformats.org/drawingml/2006/main" rot="0">
            <a:off x="10216839" y="3927270"/>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A35</a:t>
            </a:r>
          </a:p>
        </p:txBody>
      </p:sp>
      <p:sp>
        <p:nvSpPr>
          <p:cNvPr id="400" name="native-text-103">
            <a:extLst xmlns:a="http://schemas.openxmlformats.org/drawingml/2006/main">
              <a:ext uri="{FF2B5EF4-FFF2-40B4-BE49-F238E27FC236}">
                <a16:creationId xmlns:a16="http://schemas.microsoft.com/office/drawing/2014/main" id="{CA939A43-FCB0-4122-96E4-1E0D70850E6F}"/>
              </a:ext>
            </a:extLst>
          </p:cNvPr>
          <p:cNvSpPr>
            <a:spLocks xmlns:a="http://schemas.openxmlformats.org/drawingml/2006/main" noGrp="1"/>
          </p:cNvSpPr>
          <p:nvPr/>
        </p:nvSpPr>
        <p:spPr>
          <a:xfrm xmlns:a="http://schemas.openxmlformats.org/drawingml/2006/main" rot="0">
            <a:off x="8850050" y="3575839"/>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B31</a:t>
            </a:r>
          </a:p>
        </p:txBody>
      </p:sp>
      <p:sp>
        <p:nvSpPr>
          <p:cNvPr id="401" name="native-text-104">
            <a:extLst xmlns:a="http://schemas.openxmlformats.org/drawingml/2006/main">
              <a:ext uri="{FF2B5EF4-FFF2-40B4-BE49-F238E27FC236}">
                <a16:creationId xmlns:a16="http://schemas.microsoft.com/office/drawing/2014/main" id="{73060DD9-95D4-4DD3-977C-CFE35D4F4585}"/>
              </a:ext>
            </a:extLst>
          </p:cNvPr>
          <p:cNvSpPr>
            <a:spLocks xmlns:a="http://schemas.openxmlformats.org/drawingml/2006/main" noGrp="1"/>
          </p:cNvSpPr>
          <p:nvPr/>
        </p:nvSpPr>
        <p:spPr>
          <a:xfrm xmlns:a="http://schemas.openxmlformats.org/drawingml/2006/main" rot="0">
            <a:off x="9167506" y="3484653"/>
            <a:ext cx="34280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B32</a:t>
            </a:r>
          </a:p>
        </p:txBody>
      </p:sp>
      <p:sp>
        <p:nvSpPr>
          <p:cNvPr id="402" name="native-text-105">
            <a:extLst xmlns:a="http://schemas.openxmlformats.org/drawingml/2006/main">
              <a:ext uri="{FF2B5EF4-FFF2-40B4-BE49-F238E27FC236}">
                <a16:creationId xmlns:a16="http://schemas.microsoft.com/office/drawing/2014/main" id="{CFFE704C-9DEF-4146-B7D5-44FCF30796F0}"/>
              </a:ext>
            </a:extLst>
          </p:cNvPr>
          <p:cNvSpPr>
            <a:spLocks xmlns:a="http://schemas.openxmlformats.org/drawingml/2006/main" noGrp="1"/>
          </p:cNvSpPr>
          <p:nvPr/>
        </p:nvSpPr>
        <p:spPr>
          <a:xfrm xmlns:a="http://schemas.openxmlformats.org/drawingml/2006/main" rot="0">
            <a:off x="9485391" y="3393466"/>
            <a:ext cx="34280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B33</a:t>
            </a:r>
          </a:p>
        </p:txBody>
      </p:sp>
      <p:sp>
        <p:nvSpPr>
          <p:cNvPr id="403" name="native-text-106">
            <a:extLst xmlns:a="http://schemas.openxmlformats.org/drawingml/2006/main">
              <a:ext uri="{FF2B5EF4-FFF2-40B4-BE49-F238E27FC236}">
                <a16:creationId xmlns:a16="http://schemas.microsoft.com/office/drawing/2014/main" id="{06B6B8D2-DF32-4F33-9BA0-1871FA71CDAA}"/>
              </a:ext>
            </a:extLst>
          </p:cNvPr>
          <p:cNvSpPr>
            <a:spLocks xmlns:a="http://schemas.openxmlformats.org/drawingml/2006/main" noGrp="1"/>
          </p:cNvSpPr>
          <p:nvPr/>
        </p:nvSpPr>
        <p:spPr>
          <a:xfrm xmlns:a="http://schemas.openxmlformats.org/drawingml/2006/main" rot="0">
            <a:off x="9841804" y="3334900"/>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B34</a:t>
            </a:r>
          </a:p>
        </p:txBody>
      </p:sp>
      <p:sp>
        <p:nvSpPr>
          <p:cNvPr id="404" name="native-text-107">
            <a:extLst xmlns:a="http://schemas.openxmlformats.org/drawingml/2006/main">
              <a:ext uri="{FF2B5EF4-FFF2-40B4-BE49-F238E27FC236}">
                <a16:creationId xmlns:a16="http://schemas.microsoft.com/office/drawing/2014/main" id="{476D59F9-C7ED-41EB-A58F-463D7C67FC39}"/>
              </a:ext>
            </a:extLst>
          </p:cNvPr>
          <p:cNvSpPr>
            <a:spLocks xmlns:a="http://schemas.openxmlformats.org/drawingml/2006/main" noGrp="1"/>
          </p:cNvSpPr>
          <p:nvPr/>
        </p:nvSpPr>
        <p:spPr>
          <a:xfrm xmlns:a="http://schemas.openxmlformats.org/drawingml/2006/main" rot="0">
            <a:off x="10216410" y="3284481"/>
            <a:ext cx="34280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B35</a:t>
            </a:r>
          </a:p>
        </p:txBody>
      </p:sp>
      <p:sp>
        <p:nvSpPr>
          <p:cNvPr id="405" name="marker-387">
            <a:extLst xmlns:a="http://schemas.openxmlformats.org/drawingml/2006/main">
              <a:ext uri="{FF2B5EF4-FFF2-40B4-BE49-F238E27FC236}">
                <a16:creationId xmlns:a16="http://schemas.microsoft.com/office/drawing/2014/main" id="{420140F0-2B2C-4B3B-9B0E-28912D9A51AF}"/>
              </a:ext>
            </a:extLst>
          </p:cNvPr>
          <p:cNvSpPr>
            <a:spLocks xmlns:a="http://schemas.openxmlformats.org/drawingml/2006/main" noGrp="1"/>
          </p:cNvSpPr>
          <p:nvPr/>
        </p:nvSpPr>
        <p:spPr>
          <a:xfrm xmlns:a="http://schemas.openxmlformats.org/drawingml/2006/main">
            <a:off x="8827846" y="759142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06" name="marker-388">
            <a:extLst xmlns:a="http://schemas.openxmlformats.org/drawingml/2006/main">
              <a:ext uri="{FF2B5EF4-FFF2-40B4-BE49-F238E27FC236}">
                <a16:creationId xmlns:a16="http://schemas.microsoft.com/office/drawing/2014/main" id="{A9828678-E605-4B94-BB73-5935FCD15367}"/>
              </a:ext>
            </a:extLst>
          </p:cNvPr>
          <p:cNvSpPr>
            <a:spLocks xmlns:a="http://schemas.openxmlformats.org/drawingml/2006/main" noGrp="1"/>
          </p:cNvSpPr>
          <p:nvPr/>
        </p:nvSpPr>
        <p:spPr>
          <a:xfrm xmlns:a="http://schemas.openxmlformats.org/drawingml/2006/main">
            <a:off x="8827846" y="705040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07" name="marker-389">
            <a:extLst xmlns:a="http://schemas.openxmlformats.org/drawingml/2006/main">
              <a:ext uri="{FF2B5EF4-FFF2-40B4-BE49-F238E27FC236}">
                <a16:creationId xmlns:a16="http://schemas.microsoft.com/office/drawing/2014/main" id="{E0D4329F-87D0-4392-8ADD-5D6374309846}"/>
              </a:ext>
            </a:extLst>
          </p:cNvPr>
          <p:cNvSpPr>
            <a:spLocks xmlns:a="http://schemas.openxmlformats.org/drawingml/2006/main" noGrp="1"/>
          </p:cNvSpPr>
          <p:nvPr/>
        </p:nvSpPr>
        <p:spPr>
          <a:xfrm xmlns:a="http://schemas.openxmlformats.org/drawingml/2006/main">
            <a:off x="8827846" y="650938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08" name="tree-3-branch-1">
            <a:extLst xmlns:a="http://schemas.openxmlformats.org/drawingml/2006/main">
              <a:ext uri="{FF2B5EF4-FFF2-40B4-BE49-F238E27FC236}">
                <a16:creationId xmlns:a16="http://schemas.microsoft.com/office/drawing/2014/main" id="{0C4D007E-015E-4C74-8B3F-2E292EDEB07A}"/>
              </a:ext>
            </a:extLst>
          </p:cNvPr>
          <p:cNvSpPr>
            <a:spLocks xmlns:a="http://schemas.openxmlformats.org/drawingml/2006/main" noGrp="1"/>
          </p:cNvSpPr>
          <p:nvPr/>
        </p:nvSpPr>
        <p:spPr>
          <a:xfrm xmlns:a="http://schemas.openxmlformats.org/drawingml/2006/main">
            <a:off x="9379754" y="7050405"/>
            <a:ext cx="0" cy="270510"/>
          </a:xfrm>
          <a:prstGeom xmlns:a="http://schemas.openxmlformats.org/drawingml/2006/main" prst="line">
            <a:avLst/>
          </a:prstGeom>
          <a:noFill xmlns:a="http://schemas.openxmlformats.org/drawingml/2006/main"/>
          <a:ln xmlns:a="http://schemas.openxmlformats.org/drawingml/2006/main" w="16193">
            <a:solidFill>
              <a:srgbClr val="A02C87"/>
            </a:solidFill>
            <a:prstDash val="solid"/>
          </a:ln>
        </p:spPr>
      </p:sp>
      <p:sp>
        <p:nvSpPr>
          <p:cNvPr id="409" name="tree-3-branch-2">
            <a:extLst xmlns:a="http://schemas.openxmlformats.org/drawingml/2006/main">
              <a:ext uri="{FF2B5EF4-FFF2-40B4-BE49-F238E27FC236}">
                <a16:creationId xmlns:a16="http://schemas.microsoft.com/office/drawing/2014/main" id="{E2AEF49A-259B-41E7-902E-38C932353C3F}"/>
              </a:ext>
            </a:extLst>
          </p:cNvPr>
          <p:cNvSpPr>
            <a:spLocks xmlns:a="http://schemas.openxmlformats.org/drawingml/2006/main" noGrp="1"/>
          </p:cNvSpPr>
          <p:nvPr/>
        </p:nvSpPr>
        <p:spPr>
          <a:xfrm xmlns:a="http://schemas.openxmlformats.org/drawingml/2006/main">
            <a:off x="9731502" y="7050405"/>
            <a:ext cx="0" cy="270510"/>
          </a:xfrm>
          <a:prstGeom xmlns:a="http://schemas.openxmlformats.org/drawingml/2006/main" prst="line">
            <a:avLst/>
          </a:prstGeom>
          <a:noFill xmlns:a="http://schemas.openxmlformats.org/drawingml/2006/main"/>
          <a:ln xmlns:a="http://schemas.openxmlformats.org/drawingml/2006/main" w="16193">
            <a:solidFill>
              <a:srgbClr val="007858"/>
            </a:solidFill>
            <a:prstDash val="solid"/>
          </a:ln>
        </p:spPr>
      </p:sp>
      <p:sp>
        <p:nvSpPr>
          <p:cNvPr id="410" name="tree-3-branch-3">
            <a:extLst xmlns:a="http://schemas.openxmlformats.org/drawingml/2006/main">
              <a:ext uri="{FF2B5EF4-FFF2-40B4-BE49-F238E27FC236}">
                <a16:creationId xmlns:a16="http://schemas.microsoft.com/office/drawing/2014/main" id="{0F7EDA19-D327-47E2-8929-D96111B0D75F}"/>
              </a:ext>
            </a:extLst>
          </p:cNvPr>
          <p:cNvSpPr>
            <a:spLocks xmlns:a="http://schemas.openxmlformats.org/drawingml/2006/main" noGrp="1"/>
          </p:cNvSpPr>
          <p:nvPr/>
        </p:nvSpPr>
        <p:spPr>
          <a:xfrm xmlns:a="http://schemas.openxmlformats.org/drawingml/2006/main">
            <a:off x="9379754" y="7050405"/>
            <a:ext cx="351748"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11" name="tree-3-branch-4">
            <a:extLst xmlns:a="http://schemas.openxmlformats.org/drawingml/2006/main">
              <a:ext uri="{FF2B5EF4-FFF2-40B4-BE49-F238E27FC236}">
                <a16:creationId xmlns:a16="http://schemas.microsoft.com/office/drawing/2014/main" id="{C2C6B20E-2BE0-4050-A2D6-804D8B021C05}"/>
              </a:ext>
            </a:extLst>
          </p:cNvPr>
          <p:cNvSpPr>
            <a:spLocks xmlns:a="http://schemas.openxmlformats.org/drawingml/2006/main" noGrp="1"/>
          </p:cNvSpPr>
          <p:nvPr/>
        </p:nvSpPr>
        <p:spPr>
          <a:xfrm xmlns:a="http://schemas.openxmlformats.org/drawingml/2006/main">
            <a:off x="9028006" y="6779895"/>
            <a:ext cx="0" cy="54102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12" name="tree-3-branch-5">
            <a:extLst xmlns:a="http://schemas.openxmlformats.org/drawingml/2006/main">
              <a:ext uri="{FF2B5EF4-FFF2-40B4-BE49-F238E27FC236}">
                <a16:creationId xmlns:a16="http://schemas.microsoft.com/office/drawing/2014/main" id="{B1193B83-641C-469E-8E6C-1381EA2D2C16}"/>
              </a:ext>
            </a:extLst>
          </p:cNvPr>
          <p:cNvSpPr>
            <a:spLocks xmlns:a="http://schemas.openxmlformats.org/drawingml/2006/main" noGrp="1"/>
          </p:cNvSpPr>
          <p:nvPr/>
        </p:nvSpPr>
        <p:spPr>
          <a:xfrm xmlns:a="http://schemas.openxmlformats.org/drawingml/2006/main">
            <a:off x="9555628" y="677989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13" name="tree-3-branch-6">
            <a:extLst xmlns:a="http://schemas.openxmlformats.org/drawingml/2006/main">
              <a:ext uri="{FF2B5EF4-FFF2-40B4-BE49-F238E27FC236}">
                <a16:creationId xmlns:a16="http://schemas.microsoft.com/office/drawing/2014/main" id="{C0AD0B62-E354-47BF-A5F7-313F70DD7069}"/>
              </a:ext>
            </a:extLst>
          </p:cNvPr>
          <p:cNvSpPr>
            <a:spLocks xmlns:a="http://schemas.openxmlformats.org/drawingml/2006/main" noGrp="1"/>
          </p:cNvSpPr>
          <p:nvPr/>
        </p:nvSpPr>
        <p:spPr>
          <a:xfrm xmlns:a="http://schemas.openxmlformats.org/drawingml/2006/main">
            <a:off x="9028006" y="6779895"/>
            <a:ext cx="527622"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14" name="tree-3-branch-7">
            <a:extLst xmlns:a="http://schemas.openxmlformats.org/drawingml/2006/main">
              <a:ext uri="{FF2B5EF4-FFF2-40B4-BE49-F238E27FC236}">
                <a16:creationId xmlns:a16="http://schemas.microsoft.com/office/drawing/2014/main" id="{A63B883F-05C5-4B70-9ADC-C4A3943A0285}"/>
              </a:ext>
            </a:extLst>
          </p:cNvPr>
          <p:cNvSpPr>
            <a:spLocks xmlns:a="http://schemas.openxmlformats.org/drawingml/2006/main" noGrp="1"/>
          </p:cNvSpPr>
          <p:nvPr/>
        </p:nvSpPr>
        <p:spPr>
          <a:xfrm xmlns:a="http://schemas.openxmlformats.org/drawingml/2006/main">
            <a:off x="9291817" y="650938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15" name="tree-3-branch-8">
            <a:extLst xmlns:a="http://schemas.openxmlformats.org/drawingml/2006/main">
              <a:ext uri="{FF2B5EF4-FFF2-40B4-BE49-F238E27FC236}">
                <a16:creationId xmlns:a16="http://schemas.microsoft.com/office/drawing/2014/main" id="{43EEAE75-B2FC-4324-AB32-42EA938EA5BD}"/>
              </a:ext>
            </a:extLst>
          </p:cNvPr>
          <p:cNvSpPr>
            <a:spLocks xmlns:a="http://schemas.openxmlformats.org/drawingml/2006/main" noGrp="1"/>
          </p:cNvSpPr>
          <p:nvPr/>
        </p:nvSpPr>
        <p:spPr>
          <a:xfrm xmlns:a="http://schemas.openxmlformats.org/drawingml/2006/main">
            <a:off x="10083250" y="6509385"/>
            <a:ext cx="0" cy="81153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16" name="tree-3-branch-9">
            <a:extLst xmlns:a="http://schemas.openxmlformats.org/drawingml/2006/main">
              <a:ext uri="{FF2B5EF4-FFF2-40B4-BE49-F238E27FC236}">
                <a16:creationId xmlns:a16="http://schemas.microsoft.com/office/drawing/2014/main" id="{B78F4DC5-939F-4A54-9633-F54275CFFD90}"/>
              </a:ext>
            </a:extLst>
          </p:cNvPr>
          <p:cNvSpPr>
            <a:spLocks xmlns:a="http://schemas.openxmlformats.org/drawingml/2006/main" noGrp="1"/>
          </p:cNvSpPr>
          <p:nvPr/>
        </p:nvSpPr>
        <p:spPr>
          <a:xfrm xmlns:a="http://schemas.openxmlformats.org/drawingml/2006/main">
            <a:off x="10434998" y="6509385"/>
            <a:ext cx="0" cy="81153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17" name="tree-3-branch-10">
            <a:extLst xmlns:a="http://schemas.openxmlformats.org/drawingml/2006/main">
              <a:ext uri="{FF2B5EF4-FFF2-40B4-BE49-F238E27FC236}">
                <a16:creationId xmlns:a16="http://schemas.microsoft.com/office/drawing/2014/main" id="{80349750-7B64-4F50-B0A5-4B44EFE36D15}"/>
              </a:ext>
            </a:extLst>
          </p:cNvPr>
          <p:cNvSpPr>
            <a:spLocks xmlns:a="http://schemas.openxmlformats.org/drawingml/2006/main" noGrp="1"/>
          </p:cNvSpPr>
          <p:nvPr/>
        </p:nvSpPr>
        <p:spPr>
          <a:xfrm xmlns:a="http://schemas.openxmlformats.org/drawingml/2006/main">
            <a:off x="9291817" y="6509385"/>
            <a:ext cx="1143182"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18" name="tree-3-branch-11">
            <a:extLst xmlns:a="http://schemas.openxmlformats.org/drawingml/2006/main">
              <a:ext uri="{FF2B5EF4-FFF2-40B4-BE49-F238E27FC236}">
                <a16:creationId xmlns:a16="http://schemas.microsoft.com/office/drawing/2014/main" id="{CE51C5EE-4EEE-4ECB-BEF5-1A697A762625}"/>
              </a:ext>
            </a:extLst>
          </p:cNvPr>
          <p:cNvSpPr>
            <a:spLocks xmlns:a="http://schemas.openxmlformats.org/drawingml/2006/main" noGrp="1"/>
          </p:cNvSpPr>
          <p:nvPr/>
        </p:nvSpPr>
        <p:spPr>
          <a:xfrm xmlns:a="http://schemas.openxmlformats.org/drawingml/2006/main">
            <a:off x="9863408" y="6333554"/>
            <a:ext cx="0" cy="175831"/>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19" name="path-401">
            <a:extLst xmlns:a="http://schemas.openxmlformats.org/drawingml/2006/main">
              <a:ext uri="{FF2B5EF4-FFF2-40B4-BE49-F238E27FC236}">
                <a16:creationId xmlns:a16="http://schemas.microsoft.com/office/drawing/2014/main" id="{226504E3-F4E0-44FB-8300-543839549A2D}"/>
              </a:ext>
            </a:extLst>
          </p:cNvPr>
          <p:cNvSpPr>
            <a:spLocks xmlns:a="http://schemas.openxmlformats.org/drawingml/2006/main" noGrp="1"/>
          </p:cNvSpPr>
          <p:nvPr/>
        </p:nvSpPr>
        <p:spPr>
          <a:xfrm xmlns:a="http://schemas.openxmlformats.org/drawingml/2006/main">
            <a:off x="8856421" y="6103620"/>
            <a:ext cx="10" cy="1825943"/>
          </a:xfrm>
          <a:custGeom xmlns:a="http://schemas.openxmlformats.org/drawingml/2006/main">
            <a:pathLst>
              <a:path w="10" h="1825943">
                <a:moveTo>
                  <a:pt x="0" y="1825943"/>
                </a:moveTo>
                <a:lnTo>
                  <a:pt x="0" y="0"/>
                </a:lnTo>
              </a:path>
            </a:pathLst>
          </a:custGeom>
          <a:noFill xmlns:a="http://schemas.openxmlformats.org/drawingml/2006/main"/>
          <a:ln xmlns:a="http://schemas.openxmlformats.org/drawingml/2006/main" w="7620">
            <a:solidFill>
              <a:srgbClr val="68727A"/>
            </a:solidFill>
            <a:prstDash val="solid"/>
          </a:ln>
        </p:spPr>
      </p:sp>
      <p:sp>
        <p:nvSpPr>
          <p:cNvPr id="420" name="native-text-112">
            <a:extLst xmlns:a="http://schemas.openxmlformats.org/drawingml/2006/main">
              <a:ext uri="{FF2B5EF4-FFF2-40B4-BE49-F238E27FC236}">
                <a16:creationId xmlns:a16="http://schemas.microsoft.com/office/drawing/2014/main" id="{EF45F5F9-AB74-499A-9D55-CD44BC3FBDD9}"/>
              </a:ext>
            </a:extLst>
          </p:cNvPr>
          <p:cNvSpPr>
            <a:spLocks xmlns:a="http://schemas.openxmlformats.org/drawingml/2006/main" noGrp="1"/>
          </p:cNvSpPr>
          <p:nvPr/>
        </p:nvSpPr>
        <p:spPr>
          <a:xfrm xmlns:a="http://schemas.openxmlformats.org/drawingml/2006/main" rot="0">
            <a:off x="9108006" y="7344156"/>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B35</a:t>
            </a:r>
          </a:p>
        </p:txBody>
      </p:sp>
      <p:sp>
        <p:nvSpPr>
          <p:cNvPr id="421" name="native-text-113">
            <a:extLst xmlns:a="http://schemas.openxmlformats.org/drawingml/2006/main">
              <a:ext uri="{FF2B5EF4-FFF2-40B4-BE49-F238E27FC236}">
                <a16:creationId xmlns:a16="http://schemas.microsoft.com/office/drawing/2014/main" id="{F2829E49-90E9-4324-950D-D23177BCC381}"/>
              </a:ext>
            </a:extLst>
          </p:cNvPr>
          <p:cNvSpPr>
            <a:spLocks xmlns:a="http://schemas.openxmlformats.org/drawingml/2006/main" noGrp="1"/>
          </p:cNvSpPr>
          <p:nvPr/>
        </p:nvSpPr>
        <p:spPr>
          <a:xfrm xmlns:a="http://schemas.openxmlformats.org/drawingml/2006/main" rot="0">
            <a:off x="9555004" y="7344156"/>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A35</a:t>
            </a:r>
          </a:p>
        </p:txBody>
      </p:sp>
      <p:sp>
        <p:nvSpPr>
          <p:cNvPr id="422" name="native-text-114">
            <a:extLst xmlns:a="http://schemas.openxmlformats.org/drawingml/2006/main">
              <a:ext uri="{FF2B5EF4-FFF2-40B4-BE49-F238E27FC236}">
                <a16:creationId xmlns:a16="http://schemas.microsoft.com/office/drawing/2014/main" id="{7CE184A1-8469-4296-B968-16801F3C8647}"/>
              </a:ext>
            </a:extLst>
          </p:cNvPr>
          <p:cNvSpPr>
            <a:spLocks xmlns:a="http://schemas.openxmlformats.org/drawingml/2006/main" noGrp="1"/>
          </p:cNvSpPr>
          <p:nvPr/>
        </p:nvSpPr>
        <p:spPr>
          <a:xfrm xmlns:a="http://schemas.openxmlformats.org/drawingml/2006/main" rot="0">
            <a:off x="9807889" y="5919445"/>
            <a:ext cx="7842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3 levels</a:t>
            </a:r>
          </a:p>
        </p:txBody>
      </p:sp>
      <p:sp>
        <p:nvSpPr>
          <p:cNvPr id="423" name="marker-405">
            <a:extLst xmlns:a="http://schemas.openxmlformats.org/drawingml/2006/main">
              <a:ext uri="{FF2B5EF4-FFF2-40B4-BE49-F238E27FC236}">
                <a16:creationId xmlns:a16="http://schemas.microsoft.com/office/drawing/2014/main" id="{34CC1D6A-BC55-4A92-AC00-A1AEC5355E48}"/>
              </a:ext>
            </a:extLst>
          </p:cNvPr>
          <p:cNvSpPr>
            <a:spLocks xmlns:a="http://schemas.openxmlformats.org/drawingml/2006/main" noGrp="1"/>
          </p:cNvSpPr>
          <p:nvPr/>
        </p:nvSpPr>
        <p:spPr>
          <a:xfrm xmlns:a="http://schemas.openxmlformats.org/drawingml/2006/main">
            <a:off x="10864150"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24" name="native-text-125">
            <a:extLst xmlns:a="http://schemas.openxmlformats.org/drawingml/2006/main">
              <a:ext uri="{FF2B5EF4-FFF2-40B4-BE49-F238E27FC236}">
                <a16:creationId xmlns:a16="http://schemas.microsoft.com/office/drawing/2014/main" id="{8E604225-EB5E-4CDD-8AE8-E305BC4D0044}"/>
              </a:ext>
            </a:extLst>
          </p:cNvPr>
          <p:cNvSpPr>
            <a:spLocks xmlns:a="http://schemas.openxmlformats.org/drawingml/2006/main" noGrp="1"/>
          </p:cNvSpPr>
          <p:nvPr/>
        </p:nvSpPr>
        <p:spPr>
          <a:xfrm xmlns:a="http://schemas.openxmlformats.org/drawingml/2006/main" rot="0">
            <a:off x="10675602" y="5017770"/>
            <a:ext cx="377095"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212</a:t>
            </a:r>
          </a:p>
        </p:txBody>
      </p:sp>
      <p:sp>
        <p:nvSpPr>
          <p:cNvPr id="425" name="marker-407">
            <a:extLst xmlns:a="http://schemas.openxmlformats.org/drawingml/2006/main">
              <a:ext uri="{FF2B5EF4-FFF2-40B4-BE49-F238E27FC236}">
                <a16:creationId xmlns:a16="http://schemas.microsoft.com/office/drawing/2014/main" id="{4AF99E39-1199-479C-A0B7-E602B00B8DD8}"/>
              </a:ext>
            </a:extLst>
          </p:cNvPr>
          <p:cNvSpPr>
            <a:spLocks xmlns:a="http://schemas.openxmlformats.org/drawingml/2006/main" noGrp="1"/>
          </p:cNvSpPr>
          <p:nvPr/>
        </p:nvSpPr>
        <p:spPr>
          <a:xfrm xmlns:a="http://schemas.openxmlformats.org/drawingml/2006/main">
            <a:off x="11614219"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26" name="native-text-126">
            <a:extLst xmlns:a="http://schemas.openxmlformats.org/drawingml/2006/main">
              <a:ext uri="{FF2B5EF4-FFF2-40B4-BE49-F238E27FC236}">
                <a16:creationId xmlns:a16="http://schemas.microsoft.com/office/drawing/2014/main" id="{AE8457A4-E2B9-44AC-95C8-A8256F3C5183}"/>
              </a:ext>
            </a:extLst>
          </p:cNvPr>
          <p:cNvSpPr>
            <a:spLocks xmlns:a="http://schemas.openxmlformats.org/drawingml/2006/main" noGrp="1"/>
          </p:cNvSpPr>
          <p:nvPr/>
        </p:nvSpPr>
        <p:spPr>
          <a:xfrm xmlns:a="http://schemas.openxmlformats.org/drawingml/2006/main" rot="0">
            <a:off x="11426100"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224</a:t>
            </a:r>
          </a:p>
        </p:txBody>
      </p:sp>
      <p:sp>
        <p:nvSpPr>
          <p:cNvPr id="427" name="marker-409">
            <a:extLst xmlns:a="http://schemas.openxmlformats.org/drawingml/2006/main">
              <a:ext uri="{FF2B5EF4-FFF2-40B4-BE49-F238E27FC236}">
                <a16:creationId xmlns:a16="http://schemas.microsoft.com/office/drawing/2014/main" id="{FE4DC928-3FCA-4157-AF3F-21773119D626}"/>
              </a:ext>
            </a:extLst>
          </p:cNvPr>
          <p:cNvSpPr>
            <a:spLocks xmlns:a="http://schemas.openxmlformats.org/drawingml/2006/main" noGrp="1"/>
          </p:cNvSpPr>
          <p:nvPr/>
        </p:nvSpPr>
        <p:spPr>
          <a:xfrm xmlns:a="http://schemas.openxmlformats.org/drawingml/2006/main">
            <a:off x="12364288"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28" name="native-text-127">
            <a:extLst xmlns:a="http://schemas.openxmlformats.org/drawingml/2006/main">
              <a:ext uri="{FF2B5EF4-FFF2-40B4-BE49-F238E27FC236}">
                <a16:creationId xmlns:a16="http://schemas.microsoft.com/office/drawing/2014/main" id="{23826AAD-ED82-4CDF-8612-9C431208AE6C}"/>
              </a:ext>
            </a:extLst>
          </p:cNvPr>
          <p:cNvSpPr>
            <a:spLocks xmlns:a="http://schemas.openxmlformats.org/drawingml/2006/main" noGrp="1"/>
          </p:cNvSpPr>
          <p:nvPr/>
        </p:nvSpPr>
        <p:spPr>
          <a:xfrm xmlns:a="http://schemas.openxmlformats.org/drawingml/2006/main" rot="0">
            <a:off x="12176169"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236</a:t>
            </a:r>
          </a:p>
        </p:txBody>
      </p:sp>
      <p:sp>
        <p:nvSpPr>
          <p:cNvPr id="429" name="marker-411">
            <a:extLst xmlns:a="http://schemas.openxmlformats.org/drawingml/2006/main">
              <a:ext uri="{FF2B5EF4-FFF2-40B4-BE49-F238E27FC236}">
                <a16:creationId xmlns:a16="http://schemas.microsoft.com/office/drawing/2014/main" id="{ECA3D38F-0D63-4F1C-9A67-4CCDC09FBFDA}"/>
              </a:ext>
            </a:extLst>
          </p:cNvPr>
          <p:cNvSpPr>
            <a:spLocks xmlns:a="http://schemas.openxmlformats.org/drawingml/2006/main" noGrp="1"/>
          </p:cNvSpPr>
          <p:nvPr/>
        </p:nvSpPr>
        <p:spPr>
          <a:xfrm xmlns:a="http://schemas.openxmlformats.org/drawingml/2006/main">
            <a:off x="10804322" y="498919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30" name="marker-412">
            <a:extLst xmlns:a="http://schemas.openxmlformats.org/drawingml/2006/main">
              <a:ext uri="{FF2B5EF4-FFF2-40B4-BE49-F238E27FC236}">
                <a16:creationId xmlns:a16="http://schemas.microsoft.com/office/drawing/2014/main" id="{ED32258F-7A24-4779-AF84-99E3B5989D5F}"/>
              </a:ext>
            </a:extLst>
          </p:cNvPr>
          <p:cNvSpPr>
            <a:spLocks xmlns:a="http://schemas.openxmlformats.org/drawingml/2006/main" noGrp="1"/>
          </p:cNvSpPr>
          <p:nvPr/>
        </p:nvSpPr>
        <p:spPr>
          <a:xfrm xmlns:a="http://schemas.openxmlformats.org/drawingml/2006/main">
            <a:off x="10804322" y="4046220"/>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31" name="marker-413">
            <a:extLst xmlns:a="http://schemas.openxmlformats.org/drawingml/2006/main">
              <a:ext uri="{FF2B5EF4-FFF2-40B4-BE49-F238E27FC236}">
                <a16:creationId xmlns:a16="http://schemas.microsoft.com/office/drawing/2014/main" id="{248B7606-E9D5-40A2-B961-08105DFC8731}"/>
              </a:ext>
            </a:extLst>
          </p:cNvPr>
          <p:cNvSpPr>
            <a:spLocks xmlns:a="http://schemas.openxmlformats.org/drawingml/2006/main" noGrp="1"/>
          </p:cNvSpPr>
          <p:nvPr/>
        </p:nvSpPr>
        <p:spPr>
          <a:xfrm xmlns:a="http://schemas.openxmlformats.org/drawingml/2006/main">
            <a:off x="10804322" y="310324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32" name="path-414">
            <a:extLst xmlns:a="http://schemas.openxmlformats.org/drawingml/2006/main">
              <a:ext uri="{FF2B5EF4-FFF2-40B4-BE49-F238E27FC236}">
                <a16:creationId xmlns:a16="http://schemas.microsoft.com/office/drawing/2014/main" id="{E0FD71B5-88F4-4322-AADC-7308A6F50E4E}"/>
              </a:ext>
            </a:extLst>
          </p:cNvPr>
          <p:cNvSpPr>
            <a:spLocks xmlns:a="http://schemas.openxmlformats.org/drawingml/2006/main" noGrp="1"/>
          </p:cNvSpPr>
          <p:nvPr/>
        </p:nvSpPr>
        <p:spPr>
          <a:xfrm xmlns:a="http://schemas.openxmlformats.org/drawingml/2006/main">
            <a:off x="12364288"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13335">
            <a:solidFill>
              <a:srgbClr val="FFFFFF"/>
            </a:solidFill>
            <a:prstDash val="dash"/>
          </a:ln>
        </p:spPr>
      </p:sp>
      <p:sp>
        <p:nvSpPr>
          <p:cNvPr id="433" name="path-415">
            <a:extLst xmlns:a="http://schemas.openxmlformats.org/drawingml/2006/main">
              <a:ext uri="{FF2B5EF4-FFF2-40B4-BE49-F238E27FC236}">
                <a16:creationId xmlns:a16="http://schemas.microsoft.com/office/drawing/2014/main" id="{FF39CBDC-1B5C-4AD0-B7D9-8F2CCB30FA82}"/>
              </a:ext>
            </a:extLst>
          </p:cNvPr>
          <p:cNvSpPr>
            <a:spLocks xmlns:a="http://schemas.openxmlformats.org/drawingml/2006/main" noGrp="1"/>
          </p:cNvSpPr>
          <p:nvPr/>
        </p:nvSpPr>
        <p:spPr>
          <a:xfrm xmlns:a="http://schemas.openxmlformats.org/drawingml/2006/main">
            <a:off x="10832897"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7620">
            <a:solidFill>
              <a:srgbClr val="68727A"/>
            </a:solidFill>
            <a:prstDash val="solid"/>
          </a:ln>
        </p:spPr>
      </p:sp>
      <p:sp>
        <p:nvSpPr>
          <p:cNvPr id="434" name="path-416">
            <a:extLst xmlns:a="http://schemas.openxmlformats.org/drawingml/2006/main">
              <a:ext uri="{FF2B5EF4-FFF2-40B4-BE49-F238E27FC236}">
                <a16:creationId xmlns:a16="http://schemas.microsoft.com/office/drawing/2014/main" id="{B71BB4BE-12CF-4CF8-BF1B-C9540D97F0A7}"/>
              </a:ext>
            </a:extLst>
          </p:cNvPr>
          <p:cNvSpPr>
            <a:spLocks xmlns:a="http://schemas.openxmlformats.org/drawingml/2006/main" noGrp="1"/>
          </p:cNvSpPr>
          <p:nvPr/>
        </p:nvSpPr>
        <p:spPr>
          <a:xfrm xmlns:a="http://schemas.openxmlformats.org/drawingml/2006/main">
            <a:off x="10832897" y="4989195"/>
            <a:ext cx="1750162" cy="10"/>
          </a:xfrm>
          <a:custGeom xmlns:a="http://schemas.openxmlformats.org/drawingml/2006/main">
            <a:pathLst>
              <a:path w="1750162" h="10">
                <a:moveTo>
                  <a:pt x="0" y="0"/>
                </a:moveTo>
                <a:lnTo>
                  <a:pt x="1750162" y="0"/>
                </a:lnTo>
              </a:path>
            </a:pathLst>
          </a:custGeom>
          <a:noFill xmlns:a="http://schemas.openxmlformats.org/drawingml/2006/main"/>
          <a:ln xmlns:a="http://schemas.openxmlformats.org/drawingml/2006/main" w="7620">
            <a:solidFill>
              <a:srgbClr val="68727A"/>
            </a:solidFill>
            <a:prstDash val="solid"/>
          </a:ln>
        </p:spPr>
      </p:sp>
      <p:sp>
        <p:nvSpPr>
          <p:cNvPr id="435" name="native-text-128">
            <a:extLst xmlns:a="http://schemas.openxmlformats.org/drawingml/2006/main">
              <a:ext uri="{FF2B5EF4-FFF2-40B4-BE49-F238E27FC236}">
                <a16:creationId xmlns:a16="http://schemas.microsoft.com/office/drawing/2014/main" id="{8DDBD44F-C987-4940-84B0-B77856BE0925}"/>
              </a:ext>
            </a:extLst>
          </p:cNvPr>
          <p:cNvSpPr>
            <a:spLocks xmlns:a="http://schemas.openxmlformats.org/drawingml/2006/main" noGrp="1"/>
          </p:cNvSpPr>
          <p:nvPr/>
        </p:nvSpPr>
        <p:spPr>
          <a:xfrm xmlns:a="http://schemas.openxmlformats.org/drawingml/2006/main" rot="0">
            <a:off x="11341122" y="2793111"/>
            <a:ext cx="733711"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ε = 3%</a:t>
            </a:r>
          </a:p>
        </p:txBody>
      </p:sp>
      <p:sp>
        <p:nvSpPr>
          <p:cNvPr id="436" name="path-418">
            <a:extLst xmlns:a="http://schemas.openxmlformats.org/drawingml/2006/main">
              <a:ext uri="{FF2B5EF4-FFF2-40B4-BE49-F238E27FC236}">
                <a16:creationId xmlns:a16="http://schemas.microsoft.com/office/drawing/2014/main" id="{E9F693DF-302E-4869-A0BA-2D0FEEAD23D0}"/>
              </a:ext>
            </a:extLst>
          </p:cNvPr>
          <p:cNvSpPr>
            <a:spLocks xmlns:a="http://schemas.openxmlformats.org/drawingml/2006/main" noGrp="1"/>
          </p:cNvSpPr>
          <p:nvPr/>
        </p:nvSpPr>
        <p:spPr>
          <a:xfrm xmlns:a="http://schemas.openxmlformats.org/drawingml/2006/main">
            <a:off x="12364288" y="3748190"/>
            <a:ext cx="10" cy="98308"/>
          </a:xfrm>
          <a:custGeom xmlns:a="http://schemas.openxmlformats.org/drawingml/2006/main">
            <a:pathLst>
              <a:path w="10" h="98308">
                <a:moveTo>
                  <a:pt x="0" y="98308"/>
                </a:moveTo>
                <a:lnTo>
                  <a:pt x="0" y="0"/>
                </a:lnTo>
              </a:path>
            </a:pathLst>
          </a:custGeom>
          <a:noFill xmlns:a="http://schemas.openxmlformats.org/drawingml/2006/main"/>
          <a:ln xmlns:a="http://schemas.openxmlformats.org/drawingml/2006/main" w="33338">
            <a:solidFill>
              <a:srgbClr val="FFFFFF"/>
            </a:solidFill>
            <a:prstDash val="solid"/>
          </a:ln>
        </p:spPr>
      </p:sp>
      <p:sp>
        <p:nvSpPr>
          <p:cNvPr id="437" name="path-419">
            <a:extLst xmlns:a="http://schemas.openxmlformats.org/drawingml/2006/main">
              <a:ext uri="{FF2B5EF4-FFF2-40B4-BE49-F238E27FC236}">
                <a16:creationId xmlns:a16="http://schemas.microsoft.com/office/drawing/2014/main" id="{2AD87FF9-ECE1-4EFC-A6E2-DA4CED646B12}"/>
              </a:ext>
            </a:extLst>
          </p:cNvPr>
          <p:cNvSpPr>
            <a:spLocks xmlns:a="http://schemas.openxmlformats.org/drawingml/2006/main" noGrp="1"/>
          </p:cNvSpPr>
          <p:nvPr/>
        </p:nvSpPr>
        <p:spPr>
          <a:xfrm xmlns:a="http://schemas.openxmlformats.org/drawingml/2006/main">
            <a:off x="12364288" y="3748190"/>
            <a:ext cx="10" cy="98308"/>
          </a:xfrm>
          <a:custGeom xmlns:a="http://schemas.openxmlformats.org/drawingml/2006/main">
            <a:pathLst>
              <a:path w="10" h="98308">
                <a:moveTo>
                  <a:pt x="0" y="98308"/>
                </a:moveTo>
                <a:lnTo>
                  <a:pt x="0" y="0"/>
                </a:lnTo>
              </a:path>
            </a:pathLst>
          </a:custGeom>
          <a:noFill xmlns:a="http://schemas.openxmlformats.org/drawingml/2006/main"/>
          <a:ln xmlns:a="http://schemas.openxmlformats.org/drawingml/2006/main" w="23813">
            <a:solidFill>
              <a:srgbClr val="007858"/>
            </a:solidFill>
            <a:prstDash val="solid"/>
          </a:ln>
        </p:spPr>
      </p:sp>
      <p:sp>
        <p:nvSpPr>
          <p:cNvPr id="438" name="path-420">
            <a:extLst xmlns:a="http://schemas.openxmlformats.org/drawingml/2006/main">
              <a:ext uri="{FF2B5EF4-FFF2-40B4-BE49-F238E27FC236}">
                <a16:creationId xmlns:a16="http://schemas.microsoft.com/office/drawing/2014/main" id="{C6F38791-9DCB-4DD5-94AB-C87E6E939425}"/>
              </a:ext>
            </a:extLst>
          </p:cNvPr>
          <p:cNvSpPr>
            <a:spLocks xmlns:a="http://schemas.openxmlformats.org/drawingml/2006/main" noGrp="1"/>
          </p:cNvSpPr>
          <p:nvPr/>
        </p:nvSpPr>
        <p:spPr>
          <a:xfrm xmlns:a="http://schemas.openxmlformats.org/drawingml/2006/main">
            <a:off x="12364288" y="3573227"/>
            <a:ext cx="10" cy="297232"/>
          </a:xfrm>
          <a:custGeom xmlns:a="http://schemas.openxmlformats.org/drawingml/2006/main">
            <a:pathLst>
              <a:path w="10" h="297232">
                <a:moveTo>
                  <a:pt x="0" y="297232"/>
                </a:moveTo>
                <a:lnTo>
                  <a:pt x="0" y="0"/>
                </a:lnTo>
              </a:path>
            </a:pathLst>
          </a:custGeom>
          <a:noFill xmlns:a="http://schemas.openxmlformats.org/drawingml/2006/main"/>
          <a:ln xmlns:a="http://schemas.openxmlformats.org/drawingml/2006/main" w="33338">
            <a:solidFill>
              <a:srgbClr val="FFFFFF"/>
            </a:solidFill>
            <a:prstDash val="dash"/>
          </a:ln>
        </p:spPr>
      </p:sp>
      <p:sp>
        <p:nvSpPr>
          <p:cNvPr id="439" name="path-421">
            <a:extLst xmlns:a="http://schemas.openxmlformats.org/drawingml/2006/main">
              <a:ext uri="{FF2B5EF4-FFF2-40B4-BE49-F238E27FC236}">
                <a16:creationId xmlns:a16="http://schemas.microsoft.com/office/drawing/2014/main" id="{1EA71FB6-8332-46E4-B824-5A3EA9E388FB}"/>
              </a:ext>
            </a:extLst>
          </p:cNvPr>
          <p:cNvSpPr>
            <a:spLocks xmlns:a="http://schemas.openxmlformats.org/drawingml/2006/main" noGrp="1"/>
          </p:cNvSpPr>
          <p:nvPr/>
        </p:nvSpPr>
        <p:spPr>
          <a:xfrm xmlns:a="http://schemas.openxmlformats.org/drawingml/2006/main">
            <a:off x="12364288" y="3573227"/>
            <a:ext cx="10" cy="297232"/>
          </a:xfrm>
          <a:custGeom xmlns:a="http://schemas.openxmlformats.org/drawingml/2006/main">
            <a:pathLst>
              <a:path w="10" h="297232">
                <a:moveTo>
                  <a:pt x="0" y="297232"/>
                </a:moveTo>
                <a:lnTo>
                  <a:pt x="0" y="0"/>
                </a:lnTo>
              </a:path>
            </a:pathLst>
          </a:custGeom>
          <a:noFill xmlns:a="http://schemas.openxmlformats.org/drawingml/2006/main"/>
          <a:ln xmlns:a="http://schemas.openxmlformats.org/drawingml/2006/main" w="23813">
            <a:solidFill>
              <a:srgbClr val="A02C87"/>
            </a:solidFill>
            <a:prstDash val="dash"/>
          </a:ln>
        </p:spPr>
      </p:sp>
      <p:sp>
        <p:nvSpPr>
          <p:cNvPr id="440" name="path-422">
            <a:extLst xmlns:a="http://schemas.openxmlformats.org/drawingml/2006/main">
              <a:ext uri="{FF2B5EF4-FFF2-40B4-BE49-F238E27FC236}">
                <a16:creationId xmlns:a16="http://schemas.microsoft.com/office/drawing/2014/main" id="{F1C89A65-3AC4-47DD-979D-7066653E76AF}"/>
              </a:ext>
            </a:extLst>
          </p:cNvPr>
          <p:cNvSpPr>
            <a:spLocks xmlns:a="http://schemas.openxmlformats.org/drawingml/2006/main" noGrp="1"/>
          </p:cNvSpPr>
          <p:nvPr/>
        </p:nvSpPr>
        <p:spPr>
          <a:xfrm xmlns:a="http://schemas.openxmlformats.org/drawingml/2006/main">
            <a:off x="10841290" y="414508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441" name="path-423">
            <a:extLst xmlns:a="http://schemas.openxmlformats.org/drawingml/2006/main">
              <a:ext uri="{FF2B5EF4-FFF2-40B4-BE49-F238E27FC236}">
                <a16:creationId xmlns:a16="http://schemas.microsoft.com/office/drawing/2014/main" id="{A9548EE6-49E4-4A8E-9223-617541CCD461}"/>
              </a:ext>
            </a:extLst>
          </p:cNvPr>
          <p:cNvSpPr>
            <a:spLocks xmlns:a="http://schemas.openxmlformats.org/drawingml/2006/main" noGrp="1"/>
          </p:cNvSpPr>
          <p:nvPr/>
        </p:nvSpPr>
        <p:spPr>
          <a:xfrm xmlns:a="http://schemas.openxmlformats.org/drawingml/2006/main">
            <a:off x="10841290" y="414508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442" name="path-424">
            <a:extLst xmlns:a="http://schemas.openxmlformats.org/drawingml/2006/main">
              <a:ext uri="{FF2B5EF4-FFF2-40B4-BE49-F238E27FC236}">
                <a16:creationId xmlns:a16="http://schemas.microsoft.com/office/drawing/2014/main" id="{93E77BB0-48FF-40B9-8D2B-C157E6538517}"/>
              </a:ext>
            </a:extLst>
          </p:cNvPr>
          <p:cNvSpPr>
            <a:spLocks xmlns:a="http://schemas.openxmlformats.org/drawingml/2006/main" noGrp="1"/>
          </p:cNvSpPr>
          <p:nvPr/>
        </p:nvSpPr>
        <p:spPr>
          <a:xfrm xmlns:a="http://schemas.openxmlformats.org/drawingml/2006/main">
            <a:off x="11216324" y="407984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443" name="path-425">
            <a:extLst xmlns:a="http://schemas.openxmlformats.org/drawingml/2006/main">
              <a:ext uri="{FF2B5EF4-FFF2-40B4-BE49-F238E27FC236}">
                <a16:creationId xmlns:a16="http://schemas.microsoft.com/office/drawing/2014/main" id="{4F498AB6-4EA5-4166-ACB8-D6B603F43BCF}"/>
              </a:ext>
            </a:extLst>
          </p:cNvPr>
          <p:cNvSpPr>
            <a:spLocks xmlns:a="http://schemas.openxmlformats.org/drawingml/2006/main" noGrp="1"/>
          </p:cNvSpPr>
          <p:nvPr/>
        </p:nvSpPr>
        <p:spPr>
          <a:xfrm xmlns:a="http://schemas.openxmlformats.org/drawingml/2006/main">
            <a:off x="11216324" y="407984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444" name="path-426">
            <a:extLst xmlns:a="http://schemas.openxmlformats.org/drawingml/2006/main">
              <a:ext uri="{FF2B5EF4-FFF2-40B4-BE49-F238E27FC236}">
                <a16:creationId xmlns:a16="http://schemas.microsoft.com/office/drawing/2014/main" id="{87AC7860-5627-4EC6-AF37-0CDF5A689D40}"/>
              </a:ext>
            </a:extLst>
          </p:cNvPr>
          <p:cNvSpPr>
            <a:spLocks xmlns:a="http://schemas.openxmlformats.org/drawingml/2006/main" noGrp="1"/>
          </p:cNvSpPr>
          <p:nvPr/>
        </p:nvSpPr>
        <p:spPr>
          <a:xfrm xmlns:a="http://schemas.openxmlformats.org/drawingml/2006/main">
            <a:off x="11591359" y="402127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445" name="path-427">
            <a:extLst xmlns:a="http://schemas.openxmlformats.org/drawingml/2006/main">
              <a:ext uri="{FF2B5EF4-FFF2-40B4-BE49-F238E27FC236}">
                <a16:creationId xmlns:a16="http://schemas.microsoft.com/office/drawing/2014/main" id="{03D8175A-9C87-4611-A052-1955C16B8BDE}"/>
              </a:ext>
            </a:extLst>
          </p:cNvPr>
          <p:cNvSpPr>
            <a:spLocks xmlns:a="http://schemas.openxmlformats.org/drawingml/2006/main" noGrp="1"/>
          </p:cNvSpPr>
          <p:nvPr/>
        </p:nvSpPr>
        <p:spPr>
          <a:xfrm xmlns:a="http://schemas.openxmlformats.org/drawingml/2006/main">
            <a:off x="11591359" y="402127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446" name="path-428">
            <a:extLst xmlns:a="http://schemas.openxmlformats.org/drawingml/2006/main">
              <a:ext uri="{FF2B5EF4-FFF2-40B4-BE49-F238E27FC236}">
                <a16:creationId xmlns:a16="http://schemas.microsoft.com/office/drawing/2014/main" id="{03203ACD-E7E5-420B-9358-D75CCABC071E}"/>
              </a:ext>
            </a:extLst>
          </p:cNvPr>
          <p:cNvSpPr>
            <a:spLocks xmlns:a="http://schemas.openxmlformats.org/drawingml/2006/main" noGrp="1"/>
          </p:cNvSpPr>
          <p:nvPr/>
        </p:nvSpPr>
        <p:spPr>
          <a:xfrm xmlns:a="http://schemas.openxmlformats.org/drawingml/2006/main">
            <a:off x="11966394" y="3897470"/>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447" name="path-429">
            <a:extLst xmlns:a="http://schemas.openxmlformats.org/drawingml/2006/main">
              <a:ext uri="{FF2B5EF4-FFF2-40B4-BE49-F238E27FC236}">
                <a16:creationId xmlns:a16="http://schemas.microsoft.com/office/drawing/2014/main" id="{63BABA79-BC03-4DE4-A904-7827E4725500}"/>
              </a:ext>
            </a:extLst>
          </p:cNvPr>
          <p:cNvSpPr>
            <a:spLocks xmlns:a="http://schemas.openxmlformats.org/drawingml/2006/main" noGrp="1"/>
          </p:cNvSpPr>
          <p:nvPr/>
        </p:nvSpPr>
        <p:spPr>
          <a:xfrm xmlns:a="http://schemas.openxmlformats.org/drawingml/2006/main">
            <a:off x="11966394" y="3897470"/>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448" name="path-430">
            <a:extLst xmlns:a="http://schemas.openxmlformats.org/drawingml/2006/main">
              <a:ext uri="{FF2B5EF4-FFF2-40B4-BE49-F238E27FC236}">
                <a16:creationId xmlns:a16="http://schemas.microsoft.com/office/drawing/2014/main" id="{D3176F42-002F-4A13-8731-C4F3DB7C2071}"/>
              </a:ext>
            </a:extLst>
          </p:cNvPr>
          <p:cNvSpPr>
            <a:spLocks xmlns:a="http://schemas.openxmlformats.org/drawingml/2006/main" noGrp="1"/>
          </p:cNvSpPr>
          <p:nvPr/>
        </p:nvSpPr>
        <p:spPr>
          <a:xfrm xmlns:a="http://schemas.openxmlformats.org/drawingml/2006/main">
            <a:off x="12341428" y="382363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449" name="path-431">
            <a:extLst xmlns:a="http://schemas.openxmlformats.org/drawingml/2006/main">
              <a:ext uri="{FF2B5EF4-FFF2-40B4-BE49-F238E27FC236}">
                <a16:creationId xmlns:a16="http://schemas.microsoft.com/office/drawing/2014/main" id="{9CF50DFC-A5B4-4950-BCA2-80495191BF0B}"/>
              </a:ext>
            </a:extLst>
          </p:cNvPr>
          <p:cNvSpPr>
            <a:spLocks xmlns:a="http://schemas.openxmlformats.org/drawingml/2006/main" noGrp="1"/>
          </p:cNvSpPr>
          <p:nvPr/>
        </p:nvSpPr>
        <p:spPr>
          <a:xfrm xmlns:a="http://schemas.openxmlformats.org/drawingml/2006/main">
            <a:off x="12341428" y="382363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450" name="path-432">
            <a:extLst xmlns:a="http://schemas.openxmlformats.org/drawingml/2006/main">
              <a:ext uri="{FF2B5EF4-FFF2-40B4-BE49-F238E27FC236}">
                <a16:creationId xmlns:a16="http://schemas.microsoft.com/office/drawing/2014/main" id="{082A64BB-48B5-464C-99D7-2AE069FA14D8}"/>
              </a:ext>
            </a:extLst>
          </p:cNvPr>
          <p:cNvSpPr>
            <a:spLocks xmlns:a="http://schemas.openxmlformats.org/drawingml/2006/main" noGrp="1"/>
          </p:cNvSpPr>
          <p:nvPr/>
        </p:nvSpPr>
        <p:spPr>
          <a:xfrm xmlns:a="http://schemas.openxmlformats.org/drawingml/2006/main">
            <a:off x="10841290" y="3834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451" name="path-433">
            <a:extLst xmlns:a="http://schemas.openxmlformats.org/drawingml/2006/main">
              <a:ext uri="{FF2B5EF4-FFF2-40B4-BE49-F238E27FC236}">
                <a16:creationId xmlns:a16="http://schemas.microsoft.com/office/drawing/2014/main" id="{8661B461-AC3D-4348-BC58-E5EC905CC2EF}"/>
              </a:ext>
            </a:extLst>
          </p:cNvPr>
          <p:cNvSpPr>
            <a:spLocks xmlns:a="http://schemas.openxmlformats.org/drawingml/2006/main" noGrp="1"/>
          </p:cNvSpPr>
          <p:nvPr/>
        </p:nvSpPr>
        <p:spPr>
          <a:xfrm xmlns:a="http://schemas.openxmlformats.org/drawingml/2006/main">
            <a:off x="10841290" y="3834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452" name="path-434">
            <a:extLst xmlns:a="http://schemas.openxmlformats.org/drawingml/2006/main">
              <a:ext uri="{FF2B5EF4-FFF2-40B4-BE49-F238E27FC236}">
                <a16:creationId xmlns:a16="http://schemas.microsoft.com/office/drawing/2014/main" id="{25DBD063-6D38-423F-B8A0-EC010E537ED5}"/>
              </a:ext>
            </a:extLst>
          </p:cNvPr>
          <p:cNvSpPr>
            <a:spLocks xmlns:a="http://schemas.openxmlformats.org/drawingml/2006/main" noGrp="1"/>
          </p:cNvSpPr>
          <p:nvPr/>
        </p:nvSpPr>
        <p:spPr>
          <a:xfrm xmlns:a="http://schemas.openxmlformats.org/drawingml/2006/main">
            <a:off x="11216324" y="374297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453" name="path-435">
            <a:extLst xmlns:a="http://schemas.openxmlformats.org/drawingml/2006/main">
              <a:ext uri="{FF2B5EF4-FFF2-40B4-BE49-F238E27FC236}">
                <a16:creationId xmlns:a16="http://schemas.microsoft.com/office/drawing/2014/main" id="{BE30E61E-65A9-49B3-8494-439A13D6F0F7}"/>
              </a:ext>
            </a:extLst>
          </p:cNvPr>
          <p:cNvSpPr>
            <a:spLocks xmlns:a="http://schemas.openxmlformats.org/drawingml/2006/main" noGrp="1"/>
          </p:cNvSpPr>
          <p:nvPr/>
        </p:nvSpPr>
        <p:spPr>
          <a:xfrm xmlns:a="http://schemas.openxmlformats.org/drawingml/2006/main">
            <a:off x="11216324" y="374297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454" name="path-436">
            <a:extLst xmlns:a="http://schemas.openxmlformats.org/drawingml/2006/main">
              <a:ext uri="{FF2B5EF4-FFF2-40B4-BE49-F238E27FC236}">
                <a16:creationId xmlns:a16="http://schemas.microsoft.com/office/drawing/2014/main" id="{126FF508-32B0-4A47-80A2-75681FB91990}"/>
              </a:ext>
            </a:extLst>
          </p:cNvPr>
          <p:cNvSpPr>
            <a:spLocks xmlns:a="http://schemas.openxmlformats.org/drawingml/2006/main" noGrp="1"/>
          </p:cNvSpPr>
          <p:nvPr/>
        </p:nvSpPr>
        <p:spPr>
          <a:xfrm xmlns:a="http://schemas.openxmlformats.org/drawingml/2006/main">
            <a:off x="11591359" y="365178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455" name="path-437">
            <a:extLst xmlns:a="http://schemas.openxmlformats.org/drawingml/2006/main">
              <a:ext uri="{FF2B5EF4-FFF2-40B4-BE49-F238E27FC236}">
                <a16:creationId xmlns:a16="http://schemas.microsoft.com/office/drawing/2014/main" id="{F53DB3A9-100C-4566-8EA0-765E4651A9C9}"/>
              </a:ext>
            </a:extLst>
          </p:cNvPr>
          <p:cNvSpPr>
            <a:spLocks xmlns:a="http://schemas.openxmlformats.org/drawingml/2006/main" noGrp="1"/>
          </p:cNvSpPr>
          <p:nvPr/>
        </p:nvSpPr>
        <p:spPr>
          <a:xfrm xmlns:a="http://schemas.openxmlformats.org/drawingml/2006/main">
            <a:off x="11591359" y="365178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456" name="path-438">
            <a:extLst xmlns:a="http://schemas.openxmlformats.org/drawingml/2006/main">
              <a:ext uri="{FF2B5EF4-FFF2-40B4-BE49-F238E27FC236}">
                <a16:creationId xmlns:a16="http://schemas.microsoft.com/office/drawing/2014/main" id="{55668C53-E933-4ACE-8D8D-FE4DB552D28F}"/>
              </a:ext>
            </a:extLst>
          </p:cNvPr>
          <p:cNvSpPr>
            <a:spLocks xmlns:a="http://schemas.openxmlformats.org/drawingml/2006/main" noGrp="1"/>
          </p:cNvSpPr>
          <p:nvPr/>
        </p:nvSpPr>
        <p:spPr>
          <a:xfrm xmlns:a="http://schemas.openxmlformats.org/drawingml/2006/main">
            <a:off x="11966394" y="359321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457" name="path-439">
            <a:extLst xmlns:a="http://schemas.openxmlformats.org/drawingml/2006/main">
              <a:ext uri="{FF2B5EF4-FFF2-40B4-BE49-F238E27FC236}">
                <a16:creationId xmlns:a16="http://schemas.microsoft.com/office/drawing/2014/main" id="{7B87C92B-75B5-46DD-8B02-1DFD740FF3EE}"/>
              </a:ext>
            </a:extLst>
          </p:cNvPr>
          <p:cNvSpPr>
            <a:spLocks xmlns:a="http://schemas.openxmlformats.org/drawingml/2006/main" noGrp="1"/>
          </p:cNvSpPr>
          <p:nvPr/>
        </p:nvSpPr>
        <p:spPr>
          <a:xfrm xmlns:a="http://schemas.openxmlformats.org/drawingml/2006/main">
            <a:off x="11966394" y="359321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458" name="path-440">
            <a:extLst xmlns:a="http://schemas.openxmlformats.org/drawingml/2006/main">
              <a:ext uri="{FF2B5EF4-FFF2-40B4-BE49-F238E27FC236}">
                <a16:creationId xmlns:a16="http://schemas.microsoft.com/office/drawing/2014/main" id="{FE60603B-60F2-4786-B2FB-1CEE9C3620BB}"/>
              </a:ext>
            </a:extLst>
          </p:cNvPr>
          <p:cNvSpPr>
            <a:spLocks xmlns:a="http://schemas.openxmlformats.org/drawingml/2006/main" noGrp="1"/>
          </p:cNvSpPr>
          <p:nvPr/>
        </p:nvSpPr>
        <p:spPr>
          <a:xfrm xmlns:a="http://schemas.openxmlformats.org/drawingml/2006/main">
            <a:off x="12341428" y="3847599"/>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459" name="path-441">
            <a:extLst xmlns:a="http://schemas.openxmlformats.org/drawingml/2006/main">
              <a:ext uri="{FF2B5EF4-FFF2-40B4-BE49-F238E27FC236}">
                <a16:creationId xmlns:a16="http://schemas.microsoft.com/office/drawing/2014/main" id="{5A8801F4-7A43-46E9-A85D-5A36B8DD665B}"/>
              </a:ext>
            </a:extLst>
          </p:cNvPr>
          <p:cNvSpPr>
            <a:spLocks xmlns:a="http://schemas.openxmlformats.org/drawingml/2006/main" noGrp="1"/>
          </p:cNvSpPr>
          <p:nvPr/>
        </p:nvSpPr>
        <p:spPr>
          <a:xfrm xmlns:a="http://schemas.openxmlformats.org/drawingml/2006/main">
            <a:off x="12341428" y="3847599"/>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460" name="marker-442">
            <a:extLst xmlns:a="http://schemas.openxmlformats.org/drawingml/2006/main">
              <a:ext uri="{FF2B5EF4-FFF2-40B4-BE49-F238E27FC236}">
                <a16:creationId xmlns:a16="http://schemas.microsoft.com/office/drawing/2014/main" id="{1A43A1E5-B7C5-4FC9-B541-DD62481F633B}"/>
              </a:ext>
            </a:extLst>
          </p:cNvPr>
          <p:cNvSpPr>
            <a:spLocks xmlns:a="http://schemas.openxmlformats.org/drawingml/2006/main" noGrp="1"/>
          </p:cNvSpPr>
          <p:nvPr/>
        </p:nvSpPr>
        <p:spPr>
          <a:xfrm xmlns:a="http://schemas.openxmlformats.org/drawingml/2006/main">
            <a:off x="12323877" y="3707779"/>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461" name="marker-443">
            <a:extLst xmlns:a="http://schemas.openxmlformats.org/drawingml/2006/main">
              <a:ext uri="{FF2B5EF4-FFF2-40B4-BE49-F238E27FC236}">
                <a16:creationId xmlns:a16="http://schemas.microsoft.com/office/drawing/2014/main" id="{A5D23D2C-2B78-45B2-A0FE-16884BD3465D}"/>
              </a:ext>
            </a:extLst>
          </p:cNvPr>
          <p:cNvSpPr>
            <a:spLocks xmlns:a="http://schemas.openxmlformats.org/drawingml/2006/main" noGrp="1"/>
          </p:cNvSpPr>
          <p:nvPr/>
        </p:nvSpPr>
        <p:spPr>
          <a:xfrm xmlns:a="http://schemas.openxmlformats.org/drawingml/2006/main">
            <a:off x="12323877" y="3532816"/>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462" name="native-text-115">
            <a:extLst xmlns:a="http://schemas.openxmlformats.org/drawingml/2006/main">
              <a:ext uri="{FF2B5EF4-FFF2-40B4-BE49-F238E27FC236}">
                <a16:creationId xmlns:a16="http://schemas.microsoft.com/office/drawing/2014/main" id="{AA72D101-DE87-4B50-A6C8-1B4A23104E1B}"/>
              </a:ext>
            </a:extLst>
          </p:cNvPr>
          <p:cNvSpPr>
            <a:spLocks xmlns:a="http://schemas.openxmlformats.org/drawingml/2006/main" noGrp="1"/>
          </p:cNvSpPr>
          <p:nvPr/>
        </p:nvSpPr>
        <p:spPr>
          <a:xfrm xmlns:a="http://schemas.openxmlformats.org/drawingml/2006/main" rot="0">
            <a:off x="10827383" y="4248713"/>
            <a:ext cx="340233"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A41</a:t>
            </a:r>
          </a:p>
        </p:txBody>
      </p:sp>
      <p:sp>
        <p:nvSpPr>
          <p:cNvPr id="463" name="native-text-116">
            <a:extLst xmlns:a="http://schemas.openxmlformats.org/drawingml/2006/main">
              <a:ext uri="{FF2B5EF4-FFF2-40B4-BE49-F238E27FC236}">
                <a16:creationId xmlns:a16="http://schemas.microsoft.com/office/drawing/2014/main" id="{5884F3D0-189E-4010-91CF-633B4793F2E1}"/>
              </a:ext>
            </a:extLst>
          </p:cNvPr>
          <p:cNvSpPr>
            <a:spLocks xmlns:a="http://schemas.openxmlformats.org/drawingml/2006/main" noGrp="1"/>
          </p:cNvSpPr>
          <p:nvPr/>
        </p:nvSpPr>
        <p:spPr>
          <a:xfrm xmlns:a="http://schemas.openxmlformats.org/drawingml/2006/main" rot="0">
            <a:off x="11144839" y="4183475"/>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A42</a:t>
            </a:r>
          </a:p>
        </p:txBody>
      </p:sp>
      <p:sp>
        <p:nvSpPr>
          <p:cNvPr id="464" name="native-text-117">
            <a:extLst xmlns:a="http://schemas.openxmlformats.org/drawingml/2006/main">
              <a:ext uri="{FF2B5EF4-FFF2-40B4-BE49-F238E27FC236}">
                <a16:creationId xmlns:a16="http://schemas.microsoft.com/office/drawing/2014/main" id="{FC2999FE-0DAD-4CB6-A5CD-ACDC27A0F643}"/>
              </a:ext>
            </a:extLst>
          </p:cNvPr>
          <p:cNvSpPr>
            <a:spLocks xmlns:a="http://schemas.openxmlformats.org/drawingml/2006/main" noGrp="1"/>
          </p:cNvSpPr>
          <p:nvPr/>
        </p:nvSpPr>
        <p:spPr>
          <a:xfrm xmlns:a="http://schemas.openxmlformats.org/drawingml/2006/main" rot="0">
            <a:off x="11462724" y="4124908"/>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A43</a:t>
            </a:r>
          </a:p>
        </p:txBody>
      </p:sp>
      <p:sp>
        <p:nvSpPr>
          <p:cNvPr id="465" name="native-text-118">
            <a:extLst xmlns:a="http://schemas.openxmlformats.org/drawingml/2006/main">
              <a:ext uri="{FF2B5EF4-FFF2-40B4-BE49-F238E27FC236}">
                <a16:creationId xmlns:a16="http://schemas.microsoft.com/office/drawing/2014/main" id="{FF746E17-0E06-4ED7-BD76-E74D6E4BDAA8}"/>
              </a:ext>
            </a:extLst>
          </p:cNvPr>
          <p:cNvSpPr>
            <a:spLocks xmlns:a="http://schemas.openxmlformats.org/drawingml/2006/main" noGrp="1"/>
          </p:cNvSpPr>
          <p:nvPr/>
        </p:nvSpPr>
        <p:spPr>
          <a:xfrm xmlns:a="http://schemas.openxmlformats.org/drawingml/2006/main" rot="0">
            <a:off x="11819137" y="4001102"/>
            <a:ext cx="340233"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A44</a:t>
            </a:r>
          </a:p>
        </p:txBody>
      </p:sp>
      <p:sp>
        <p:nvSpPr>
          <p:cNvPr id="466" name="native-text-119">
            <a:extLst xmlns:a="http://schemas.openxmlformats.org/drawingml/2006/main">
              <a:ext uri="{FF2B5EF4-FFF2-40B4-BE49-F238E27FC236}">
                <a16:creationId xmlns:a16="http://schemas.microsoft.com/office/drawing/2014/main" id="{36C6D5E8-7739-44E1-923A-D06CD503E95C}"/>
              </a:ext>
            </a:extLst>
          </p:cNvPr>
          <p:cNvSpPr>
            <a:spLocks xmlns:a="http://schemas.openxmlformats.org/drawingml/2006/main" noGrp="1"/>
          </p:cNvSpPr>
          <p:nvPr/>
        </p:nvSpPr>
        <p:spPr>
          <a:xfrm xmlns:a="http://schemas.openxmlformats.org/drawingml/2006/main" rot="0">
            <a:off x="12193743" y="3927270"/>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A45</a:t>
            </a:r>
          </a:p>
        </p:txBody>
      </p:sp>
      <p:sp>
        <p:nvSpPr>
          <p:cNvPr id="467" name="native-text-120">
            <a:extLst xmlns:a="http://schemas.openxmlformats.org/drawingml/2006/main">
              <a:ext uri="{FF2B5EF4-FFF2-40B4-BE49-F238E27FC236}">
                <a16:creationId xmlns:a16="http://schemas.microsoft.com/office/drawing/2014/main" id="{61D05100-7FAC-4CD9-B2B6-9F8F0C6BDFD8}"/>
              </a:ext>
            </a:extLst>
          </p:cNvPr>
          <p:cNvSpPr>
            <a:spLocks xmlns:a="http://schemas.openxmlformats.org/drawingml/2006/main" noGrp="1"/>
          </p:cNvSpPr>
          <p:nvPr/>
        </p:nvSpPr>
        <p:spPr>
          <a:xfrm xmlns:a="http://schemas.openxmlformats.org/drawingml/2006/main" rot="0">
            <a:off x="10826955" y="3575839"/>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B41</a:t>
            </a:r>
          </a:p>
        </p:txBody>
      </p:sp>
      <p:sp>
        <p:nvSpPr>
          <p:cNvPr id="468" name="native-text-121">
            <a:extLst xmlns:a="http://schemas.openxmlformats.org/drawingml/2006/main">
              <a:ext uri="{FF2B5EF4-FFF2-40B4-BE49-F238E27FC236}">
                <a16:creationId xmlns:a16="http://schemas.microsoft.com/office/drawing/2014/main" id="{00F7D363-4205-496E-8DA2-A0F4E1384C09}"/>
              </a:ext>
            </a:extLst>
          </p:cNvPr>
          <p:cNvSpPr>
            <a:spLocks xmlns:a="http://schemas.openxmlformats.org/drawingml/2006/main" noGrp="1"/>
          </p:cNvSpPr>
          <p:nvPr/>
        </p:nvSpPr>
        <p:spPr>
          <a:xfrm xmlns:a="http://schemas.openxmlformats.org/drawingml/2006/main" rot="0">
            <a:off x="11144411" y="3484653"/>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B42</a:t>
            </a:r>
          </a:p>
        </p:txBody>
      </p:sp>
      <p:sp>
        <p:nvSpPr>
          <p:cNvPr id="469" name="native-text-122">
            <a:extLst xmlns:a="http://schemas.openxmlformats.org/drawingml/2006/main">
              <a:ext uri="{FF2B5EF4-FFF2-40B4-BE49-F238E27FC236}">
                <a16:creationId xmlns:a16="http://schemas.microsoft.com/office/drawing/2014/main" id="{F75FE3CE-8DEC-4E9B-80FE-9C4AB99E0BDC}"/>
              </a:ext>
            </a:extLst>
          </p:cNvPr>
          <p:cNvSpPr>
            <a:spLocks xmlns:a="http://schemas.openxmlformats.org/drawingml/2006/main" noGrp="1"/>
          </p:cNvSpPr>
          <p:nvPr/>
        </p:nvSpPr>
        <p:spPr>
          <a:xfrm xmlns:a="http://schemas.openxmlformats.org/drawingml/2006/main" rot="0">
            <a:off x="11462295" y="3393466"/>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B43</a:t>
            </a:r>
          </a:p>
        </p:txBody>
      </p:sp>
      <p:sp>
        <p:nvSpPr>
          <p:cNvPr id="470" name="native-text-123">
            <a:extLst xmlns:a="http://schemas.openxmlformats.org/drawingml/2006/main">
              <a:ext uri="{FF2B5EF4-FFF2-40B4-BE49-F238E27FC236}">
                <a16:creationId xmlns:a16="http://schemas.microsoft.com/office/drawing/2014/main" id="{E7124E98-80AC-4881-B806-87FBCB41E067}"/>
              </a:ext>
            </a:extLst>
          </p:cNvPr>
          <p:cNvSpPr>
            <a:spLocks xmlns:a="http://schemas.openxmlformats.org/drawingml/2006/main" noGrp="1"/>
          </p:cNvSpPr>
          <p:nvPr/>
        </p:nvSpPr>
        <p:spPr>
          <a:xfrm xmlns:a="http://schemas.openxmlformats.org/drawingml/2006/main" rot="0">
            <a:off x="11818708" y="3334900"/>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B44</a:t>
            </a:r>
          </a:p>
        </p:txBody>
      </p:sp>
      <p:sp>
        <p:nvSpPr>
          <p:cNvPr id="471" name="native-text-124">
            <a:extLst xmlns:a="http://schemas.openxmlformats.org/drawingml/2006/main">
              <a:ext uri="{FF2B5EF4-FFF2-40B4-BE49-F238E27FC236}">
                <a16:creationId xmlns:a16="http://schemas.microsoft.com/office/drawing/2014/main" id="{BA86BA82-AE7B-44B0-98FB-F89B39C8BD3B}"/>
              </a:ext>
            </a:extLst>
          </p:cNvPr>
          <p:cNvSpPr>
            <a:spLocks xmlns:a="http://schemas.openxmlformats.org/drawingml/2006/main" noGrp="1"/>
          </p:cNvSpPr>
          <p:nvPr/>
        </p:nvSpPr>
        <p:spPr>
          <a:xfrm xmlns:a="http://schemas.openxmlformats.org/drawingml/2006/main" rot="0">
            <a:off x="12193314" y="3284481"/>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B45</a:t>
            </a:r>
          </a:p>
        </p:txBody>
      </p:sp>
      <p:sp>
        <p:nvSpPr>
          <p:cNvPr id="472" name="marker-454">
            <a:extLst xmlns:a="http://schemas.openxmlformats.org/drawingml/2006/main">
              <a:ext uri="{FF2B5EF4-FFF2-40B4-BE49-F238E27FC236}">
                <a16:creationId xmlns:a16="http://schemas.microsoft.com/office/drawing/2014/main" id="{7A37376E-E03D-4DFE-BB02-0BEB4873CEFD}"/>
              </a:ext>
            </a:extLst>
          </p:cNvPr>
          <p:cNvSpPr>
            <a:spLocks xmlns:a="http://schemas.openxmlformats.org/drawingml/2006/main" noGrp="1"/>
          </p:cNvSpPr>
          <p:nvPr/>
        </p:nvSpPr>
        <p:spPr>
          <a:xfrm xmlns:a="http://schemas.openxmlformats.org/drawingml/2006/main">
            <a:off x="10804322" y="759142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73" name="marker-455">
            <a:extLst xmlns:a="http://schemas.openxmlformats.org/drawingml/2006/main">
              <a:ext uri="{FF2B5EF4-FFF2-40B4-BE49-F238E27FC236}">
                <a16:creationId xmlns:a16="http://schemas.microsoft.com/office/drawing/2014/main" id="{FCE1172F-2666-4DD2-96CB-8F01427F5F99}"/>
              </a:ext>
            </a:extLst>
          </p:cNvPr>
          <p:cNvSpPr>
            <a:spLocks xmlns:a="http://schemas.openxmlformats.org/drawingml/2006/main" noGrp="1"/>
          </p:cNvSpPr>
          <p:nvPr/>
        </p:nvSpPr>
        <p:spPr>
          <a:xfrm xmlns:a="http://schemas.openxmlformats.org/drawingml/2006/main">
            <a:off x="10804322" y="705040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74" name="marker-456">
            <a:extLst xmlns:a="http://schemas.openxmlformats.org/drawingml/2006/main">
              <a:ext uri="{FF2B5EF4-FFF2-40B4-BE49-F238E27FC236}">
                <a16:creationId xmlns:a16="http://schemas.microsoft.com/office/drawing/2014/main" id="{BE99E615-1B4D-4355-96B8-57D70C5FCD15}"/>
              </a:ext>
            </a:extLst>
          </p:cNvPr>
          <p:cNvSpPr>
            <a:spLocks xmlns:a="http://schemas.openxmlformats.org/drawingml/2006/main" noGrp="1"/>
          </p:cNvSpPr>
          <p:nvPr/>
        </p:nvSpPr>
        <p:spPr>
          <a:xfrm xmlns:a="http://schemas.openxmlformats.org/drawingml/2006/main">
            <a:off x="10804322" y="650938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75" name="tree-4-branch-1">
            <a:extLst xmlns:a="http://schemas.openxmlformats.org/drawingml/2006/main">
              <a:ext uri="{FF2B5EF4-FFF2-40B4-BE49-F238E27FC236}">
                <a16:creationId xmlns:a16="http://schemas.microsoft.com/office/drawing/2014/main" id="{7470F359-4078-4BEE-AF79-F9B78ECDB6A5}"/>
              </a:ext>
            </a:extLst>
          </p:cNvPr>
          <p:cNvSpPr>
            <a:spLocks xmlns:a="http://schemas.openxmlformats.org/drawingml/2006/main" noGrp="1"/>
          </p:cNvSpPr>
          <p:nvPr/>
        </p:nvSpPr>
        <p:spPr>
          <a:xfrm xmlns:a="http://schemas.openxmlformats.org/drawingml/2006/main">
            <a:off x="11356229" y="7050405"/>
            <a:ext cx="0" cy="270510"/>
          </a:xfrm>
          <a:prstGeom xmlns:a="http://schemas.openxmlformats.org/drawingml/2006/main" prst="line">
            <a:avLst/>
          </a:prstGeom>
          <a:noFill xmlns:a="http://schemas.openxmlformats.org/drawingml/2006/main"/>
          <a:ln xmlns:a="http://schemas.openxmlformats.org/drawingml/2006/main" w="16193">
            <a:solidFill>
              <a:srgbClr val="A02C87"/>
            </a:solidFill>
            <a:prstDash val="solid"/>
          </a:ln>
        </p:spPr>
      </p:sp>
      <p:sp>
        <p:nvSpPr>
          <p:cNvPr id="476" name="tree-4-branch-2">
            <a:extLst xmlns:a="http://schemas.openxmlformats.org/drawingml/2006/main">
              <a:ext uri="{FF2B5EF4-FFF2-40B4-BE49-F238E27FC236}">
                <a16:creationId xmlns:a16="http://schemas.microsoft.com/office/drawing/2014/main" id="{3B52C957-88B3-46DF-A666-0A1C7ECCA5C3}"/>
              </a:ext>
            </a:extLst>
          </p:cNvPr>
          <p:cNvSpPr>
            <a:spLocks xmlns:a="http://schemas.openxmlformats.org/drawingml/2006/main" noGrp="1"/>
          </p:cNvSpPr>
          <p:nvPr/>
        </p:nvSpPr>
        <p:spPr>
          <a:xfrm xmlns:a="http://schemas.openxmlformats.org/drawingml/2006/main">
            <a:off x="11707978" y="7050405"/>
            <a:ext cx="0" cy="270510"/>
          </a:xfrm>
          <a:prstGeom xmlns:a="http://schemas.openxmlformats.org/drawingml/2006/main" prst="line">
            <a:avLst/>
          </a:prstGeom>
          <a:noFill xmlns:a="http://schemas.openxmlformats.org/drawingml/2006/main"/>
          <a:ln xmlns:a="http://schemas.openxmlformats.org/drawingml/2006/main" w="16193">
            <a:solidFill>
              <a:srgbClr val="007858"/>
            </a:solidFill>
            <a:prstDash val="solid"/>
          </a:ln>
        </p:spPr>
      </p:sp>
      <p:sp>
        <p:nvSpPr>
          <p:cNvPr id="477" name="tree-4-branch-3">
            <a:extLst xmlns:a="http://schemas.openxmlformats.org/drawingml/2006/main">
              <a:ext uri="{FF2B5EF4-FFF2-40B4-BE49-F238E27FC236}">
                <a16:creationId xmlns:a16="http://schemas.microsoft.com/office/drawing/2014/main" id="{9D6AD8E0-854C-47A6-9786-973330D840D4}"/>
              </a:ext>
            </a:extLst>
          </p:cNvPr>
          <p:cNvSpPr>
            <a:spLocks xmlns:a="http://schemas.openxmlformats.org/drawingml/2006/main" noGrp="1"/>
          </p:cNvSpPr>
          <p:nvPr/>
        </p:nvSpPr>
        <p:spPr>
          <a:xfrm xmlns:a="http://schemas.openxmlformats.org/drawingml/2006/main">
            <a:off x="11356229" y="7050405"/>
            <a:ext cx="351748"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78" name="tree-4-branch-4">
            <a:extLst xmlns:a="http://schemas.openxmlformats.org/drawingml/2006/main">
              <a:ext uri="{FF2B5EF4-FFF2-40B4-BE49-F238E27FC236}">
                <a16:creationId xmlns:a16="http://schemas.microsoft.com/office/drawing/2014/main" id="{BCA257B9-AD36-43D3-82E7-E7EB111CB6DD}"/>
              </a:ext>
            </a:extLst>
          </p:cNvPr>
          <p:cNvSpPr>
            <a:spLocks xmlns:a="http://schemas.openxmlformats.org/drawingml/2006/main" noGrp="1"/>
          </p:cNvSpPr>
          <p:nvPr/>
        </p:nvSpPr>
        <p:spPr>
          <a:xfrm xmlns:a="http://schemas.openxmlformats.org/drawingml/2006/main">
            <a:off x="11004481" y="6779895"/>
            <a:ext cx="0" cy="54102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79" name="tree-4-branch-5">
            <a:extLst xmlns:a="http://schemas.openxmlformats.org/drawingml/2006/main">
              <a:ext uri="{FF2B5EF4-FFF2-40B4-BE49-F238E27FC236}">
                <a16:creationId xmlns:a16="http://schemas.microsoft.com/office/drawing/2014/main" id="{03F4F0A3-7300-4286-A56B-A3359FA5CCDB}"/>
              </a:ext>
            </a:extLst>
          </p:cNvPr>
          <p:cNvSpPr>
            <a:spLocks xmlns:a="http://schemas.openxmlformats.org/drawingml/2006/main" noGrp="1"/>
          </p:cNvSpPr>
          <p:nvPr/>
        </p:nvSpPr>
        <p:spPr>
          <a:xfrm xmlns:a="http://schemas.openxmlformats.org/drawingml/2006/main">
            <a:off x="11532104" y="677989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80" name="tree-4-branch-6">
            <a:extLst xmlns:a="http://schemas.openxmlformats.org/drawingml/2006/main">
              <a:ext uri="{FF2B5EF4-FFF2-40B4-BE49-F238E27FC236}">
                <a16:creationId xmlns:a16="http://schemas.microsoft.com/office/drawing/2014/main" id="{87C50B1D-7D1E-47E2-BFFB-FAE177BA8881}"/>
              </a:ext>
            </a:extLst>
          </p:cNvPr>
          <p:cNvSpPr>
            <a:spLocks xmlns:a="http://schemas.openxmlformats.org/drawingml/2006/main" noGrp="1"/>
          </p:cNvSpPr>
          <p:nvPr/>
        </p:nvSpPr>
        <p:spPr>
          <a:xfrm xmlns:a="http://schemas.openxmlformats.org/drawingml/2006/main">
            <a:off x="11004481" y="6779895"/>
            <a:ext cx="527622"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81" name="tree-4-branch-7">
            <a:extLst xmlns:a="http://schemas.openxmlformats.org/drawingml/2006/main">
              <a:ext uri="{FF2B5EF4-FFF2-40B4-BE49-F238E27FC236}">
                <a16:creationId xmlns:a16="http://schemas.microsoft.com/office/drawing/2014/main" id="{D2F5D54D-2C66-4E87-837E-77979EF1F5CA}"/>
              </a:ext>
            </a:extLst>
          </p:cNvPr>
          <p:cNvSpPr>
            <a:spLocks xmlns:a="http://schemas.openxmlformats.org/drawingml/2006/main" noGrp="1"/>
          </p:cNvSpPr>
          <p:nvPr/>
        </p:nvSpPr>
        <p:spPr>
          <a:xfrm xmlns:a="http://schemas.openxmlformats.org/drawingml/2006/main">
            <a:off x="11268292" y="650938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82" name="tree-4-branch-8">
            <a:extLst xmlns:a="http://schemas.openxmlformats.org/drawingml/2006/main">
              <a:ext uri="{FF2B5EF4-FFF2-40B4-BE49-F238E27FC236}">
                <a16:creationId xmlns:a16="http://schemas.microsoft.com/office/drawing/2014/main" id="{DB986961-7DFD-4412-828C-7D40D34A80A6}"/>
              </a:ext>
            </a:extLst>
          </p:cNvPr>
          <p:cNvSpPr>
            <a:spLocks xmlns:a="http://schemas.openxmlformats.org/drawingml/2006/main" noGrp="1"/>
          </p:cNvSpPr>
          <p:nvPr/>
        </p:nvSpPr>
        <p:spPr>
          <a:xfrm xmlns:a="http://schemas.openxmlformats.org/drawingml/2006/main">
            <a:off x="12059726" y="6509385"/>
            <a:ext cx="0" cy="81153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83" name="tree-4-branch-9">
            <a:extLst xmlns:a="http://schemas.openxmlformats.org/drawingml/2006/main">
              <a:ext uri="{FF2B5EF4-FFF2-40B4-BE49-F238E27FC236}">
                <a16:creationId xmlns:a16="http://schemas.microsoft.com/office/drawing/2014/main" id="{BC1F8204-44F7-4F41-BAEC-0174FB18C329}"/>
              </a:ext>
            </a:extLst>
          </p:cNvPr>
          <p:cNvSpPr>
            <a:spLocks xmlns:a="http://schemas.openxmlformats.org/drawingml/2006/main" noGrp="1"/>
          </p:cNvSpPr>
          <p:nvPr/>
        </p:nvSpPr>
        <p:spPr>
          <a:xfrm xmlns:a="http://schemas.openxmlformats.org/drawingml/2006/main">
            <a:off x="12411474" y="6509385"/>
            <a:ext cx="0" cy="81153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84" name="tree-4-branch-10">
            <a:extLst xmlns:a="http://schemas.openxmlformats.org/drawingml/2006/main">
              <a:ext uri="{FF2B5EF4-FFF2-40B4-BE49-F238E27FC236}">
                <a16:creationId xmlns:a16="http://schemas.microsoft.com/office/drawing/2014/main" id="{45477894-774F-49B6-AE5E-E5DCF10BEC20}"/>
              </a:ext>
            </a:extLst>
          </p:cNvPr>
          <p:cNvSpPr>
            <a:spLocks xmlns:a="http://schemas.openxmlformats.org/drawingml/2006/main" noGrp="1"/>
          </p:cNvSpPr>
          <p:nvPr/>
        </p:nvSpPr>
        <p:spPr>
          <a:xfrm xmlns:a="http://schemas.openxmlformats.org/drawingml/2006/main">
            <a:off x="11268292" y="6509385"/>
            <a:ext cx="1143182"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85" name="tree-4-branch-11">
            <a:extLst xmlns:a="http://schemas.openxmlformats.org/drawingml/2006/main">
              <a:ext uri="{FF2B5EF4-FFF2-40B4-BE49-F238E27FC236}">
                <a16:creationId xmlns:a16="http://schemas.microsoft.com/office/drawing/2014/main" id="{162F8121-4B95-4FF4-B888-10994ED42982}"/>
              </a:ext>
            </a:extLst>
          </p:cNvPr>
          <p:cNvSpPr>
            <a:spLocks xmlns:a="http://schemas.openxmlformats.org/drawingml/2006/main" noGrp="1"/>
          </p:cNvSpPr>
          <p:nvPr/>
        </p:nvSpPr>
        <p:spPr>
          <a:xfrm xmlns:a="http://schemas.openxmlformats.org/drawingml/2006/main">
            <a:off x="11839883" y="6333554"/>
            <a:ext cx="0" cy="175831"/>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86" name="path-468">
            <a:extLst xmlns:a="http://schemas.openxmlformats.org/drawingml/2006/main">
              <a:ext uri="{FF2B5EF4-FFF2-40B4-BE49-F238E27FC236}">
                <a16:creationId xmlns:a16="http://schemas.microsoft.com/office/drawing/2014/main" id="{2A9EA024-691B-4D80-94DE-57C81E2A5EF1}"/>
              </a:ext>
            </a:extLst>
          </p:cNvPr>
          <p:cNvSpPr>
            <a:spLocks xmlns:a="http://schemas.openxmlformats.org/drawingml/2006/main" noGrp="1"/>
          </p:cNvSpPr>
          <p:nvPr/>
        </p:nvSpPr>
        <p:spPr>
          <a:xfrm xmlns:a="http://schemas.openxmlformats.org/drawingml/2006/main">
            <a:off x="10832897" y="6103620"/>
            <a:ext cx="10" cy="1825943"/>
          </a:xfrm>
          <a:custGeom xmlns:a="http://schemas.openxmlformats.org/drawingml/2006/main">
            <a:pathLst>
              <a:path w="10" h="1825943">
                <a:moveTo>
                  <a:pt x="0" y="1825943"/>
                </a:moveTo>
                <a:lnTo>
                  <a:pt x="0" y="0"/>
                </a:lnTo>
              </a:path>
            </a:pathLst>
          </a:custGeom>
          <a:noFill xmlns:a="http://schemas.openxmlformats.org/drawingml/2006/main"/>
          <a:ln xmlns:a="http://schemas.openxmlformats.org/drawingml/2006/main" w="7620">
            <a:solidFill>
              <a:srgbClr val="68727A"/>
            </a:solidFill>
            <a:prstDash val="solid"/>
          </a:ln>
        </p:spPr>
      </p:sp>
      <p:sp>
        <p:nvSpPr>
          <p:cNvPr id="487" name="native-text-129">
            <a:extLst xmlns:a="http://schemas.openxmlformats.org/drawingml/2006/main">
              <a:ext uri="{FF2B5EF4-FFF2-40B4-BE49-F238E27FC236}">
                <a16:creationId xmlns:a16="http://schemas.microsoft.com/office/drawing/2014/main" id="{79FB8441-C0BD-4F31-977A-EA16E684BF0F}"/>
              </a:ext>
            </a:extLst>
          </p:cNvPr>
          <p:cNvSpPr>
            <a:spLocks xmlns:a="http://schemas.openxmlformats.org/drawingml/2006/main" noGrp="1"/>
          </p:cNvSpPr>
          <p:nvPr/>
        </p:nvSpPr>
        <p:spPr>
          <a:xfrm xmlns:a="http://schemas.openxmlformats.org/drawingml/2006/main" rot="0">
            <a:off x="11084481" y="7344156"/>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B45</a:t>
            </a:r>
          </a:p>
        </p:txBody>
      </p:sp>
      <p:sp>
        <p:nvSpPr>
          <p:cNvPr id="488" name="native-text-130">
            <a:extLst xmlns:a="http://schemas.openxmlformats.org/drawingml/2006/main">
              <a:ext uri="{FF2B5EF4-FFF2-40B4-BE49-F238E27FC236}">
                <a16:creationId xmlns:a16="http://schemas.microsoft.com/office/drawing/2014/main" id="{5E996A8C-2C66-4A17-9A02-36F887A36983}"/>
              </a:ext>
            </a:extLst>
          </p:cNvPr>
          <p:cNvSpPr>
            <a:spLocks xmlns:a="http://schemas.openxmlformats.org/drawingml/2006/main" noGrp="1"/>
          </p:cNvSpPr>
          <p:nvPr/>
        </p:nvSpPr>
        <p:spPr>
          <a:xfrm xmlns:a="http://schemas.openxmlformats.org/drawingml/2006/main" rot="0">
            <a:off x="11531479" y="7344156"/>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A45</a:t>
            </a:r>
          </a:p>
        </p:txBody>
      </p:sp>
      <p:sp>
        <p:nvSpPr>
          <p:cNvPr id="489" name="native-text-131">
            <a:extLst xmlns:a="http://schemas.openxmlformats.org/drawingml/2006/main">
              <a:ext uri="{FF2B5EF4-FFF2-40B4-BE49-F238E27FC236}">
                <a16:creationId xmlns:a16="http://schemas.microsoft.com/office/drawing/2014/main" id="{A4C4BEC2-2BFB-48C5-8A9A-A5C47B586C87}"/>
              </a:ext>
            </a:extLst>
          </p:cNvPr>
          <p:cNvSpPr>
            <a:spLocks xmlns:a="http://schemas.openxmlformats.org/drawingml/2006/main" noGrp="1"/>
          </p:cNvSpPr>
          <p:nvPr/>
        </p:nvSpPr>
        <p:spPr>
          <a:xfrm xmlns:a="http://schemas.openxmlformats.org/drawingml/2006/main" rot="0">
            <a:off x="11784365" y="5919445"/>
            <a:ext cx="7842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3 levels</a:t>
            </a:r>
          </a:p>
        </p:txBody>
      </p:sp>
      <p:sp>
        <p:nvSpPr>
          <p:cNvPr id="490" name="marker-472">
            <a:extLst xmlns:a="http://schemas.openxmlformats.org/drawingml/2006/main">
              <a:ext uri="{FF2B5EF4-FFF2-40B4-BE49-F238E27FC236}">
                <a16:creationId xmlns:a16="http://schemas.microsoft.com/office/drawing/2014/main" id="{32B9C525-4164-424A-9BA9-086D124AECAA}"/>
              </a:ext>
            </a:extLst>
          </p:cNvPr>
          <p:cNvSpPr>
            <a:spLocks xmlns:a="http://schemas.openxmlformats.org/drawingml/2006/main" noGrp="1"/>
          </p:cNvSpPr>
          <p:nvPr/>
        </p:nvSpPr>
        <p:spPr>
          <a:xfrm xmlns:a="http://schemas.openxmlformats.org/drawingml/2006/main">
            <a:off x="12840625"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91" name="native-text-142">
            <a:extLst xmlns:a="http://schemas.openxmlformats.org/drawingml/2006/main">
              <a:ext uri="{FF2B5EF4-FFF2-40B4-BE49-F238E27FC236}">
                <a16:creationId xmlns:a16="http://schemas.microsoft.com/office/drawing/2014/main" id="{9A334623-3D88-49F2-858C-CE65E4E8D83F}"/>
              </a:ext>
            </a:extLst>
          </p:cNvPr>
          <p:cNvSpPr>
            <a:spLocks xmlns:a="http://schemas.openxmlformats.org/drawingml/2006/main" noGrp="1"/>
          </p:cNvSpPr>
          <p:nvPr/>
        </p:nvSpPr>
        <p:spPr>
          <a:xfrm xmlns:a="http://schemas.openxmlformats.org/drawingml/2006/main" rot="0">
            <a:off x="12652078" y="5017770"/>
            <a:ext cx="377095"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212</a:t>
            </a:r>
          </a:p>
        </p:txBody>
      </p:sp>
      <p:sp>
        <p:nvSpPr>
          <p:cNvPr id="492" name="marker-474">
            <a:extLst xmlns:a="http://schemas.openxmlformats.org/drawingml/2006/main">
              <a:ext uri="{FF2B5EF4-FFF2-40B4-BE49-F238E27FC236}">
                <a16:creationId xmlns:a16="http://schemas.microsoft.com/office/drawing/2014/main" id="{34F4BA87-B0E1-4111-AB58-3F9F519776BC}"/>
              </a:ext>
            </a:extLst>
          </p:cNvPr>
          <p:cNvSpPr>
            <a:spLocks xmlns:a="http://schemas.openxmlformats.org/drawingml/2006/main" noGrp="1"/>
          </p:cNvSpPr>
          <p:nvPr/>
        </p:nvSpPr>
        <p:spPr>
          <a:xfrm xmlns:a="http://schemas.openxmlformats.org/drawingml/2006/main">
            <a:off x="13590695"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93" name="native-text-143">
            <a:extLst xmlns:a="http://schemas.openxmlformats.org/drawingml/2006/main">
              <a:ext uri="{FF2B5EF4-FFF2-40B4-BE49-F238E27FC236}">
                <a16:creationId xmlns:a16="http://schemas.microsoft.com/office/drawing/2014/main" id="{54C62A74-3C7A-456F-A4C4-7ABE6CD4E8D8}"/>
              </a:ext>
            </a:extLst>
          </p:cNvPr>
          <p:cNvSpPr>
            <a:spLocks xmlns:a="http://schemas.openxmlformats.org/drawingml/2006/main" noGrp="1"/>
          </p:cNvSpPr>
          <p:nvPr/>
        </p:nvSpPr>
        <p:spPr>
          <a:xfrm xmlns:a="http://schemas.openxmlformats.org/drawingml/2006/main" rot="0">
            <a:off x="13402576"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224</a:t>
            </a:r>
          </a:p>
        </p:txBody>
      </p:sp>
      <p:sp>
        <p:nvSpPr>
          <p:cNvPr id="494" name="marker-476">
            <a:extLst xmlns:a="http://schemas.openxmlformats.org/drawingml/2006/main">
              <a:ext uri="{FF2B5EF4-FFF2-40B4-BE49-F238E27FC236}">
                <a16:creationId xmlns:a16="http://schemas.microsoft.com/office/drawing/2014/main" id="{01D38E4D-483F-4900-82FF-12A610762767}"/>
              </a:ext>
            </a:extLst>
          </p:cNvPr>
          <p:cNvSpPr>
            <a:spLocks xmlns:a="http://schemas.openxmlformats.org/drawingml/2006/main" noGrp="1"/>
          </p:cNvSpPr>
          <p:nvPr/>
        </p:nvSpPr>
        <p:spPr>
          <a:xfrm xmlns:a="http://schemas.openxmlformats.org/drawingml/2006/main">
            <a:off x="14340764"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95" name="native-text-144">
            <a:extLst xmlns:a="http://schemas.openxmlformats.org/drawingml/2006/main">
              <a:ext uri="{FF2B5EF4-FFF2-40B4-BE49-F238E27FC236}">
                <a16:creationId xmlns:a16="http://schemas.microsoft.com/office/drawing/2014/main" id="{81521710-24C9-4537-B676-BF0C6109F9AA}"/>
              </a:ext>
            </a:extLst>
          </p:cNvPr>
          <p:cNvSpPr>
            <a:spLocks xmlns:a="http://schemas.openxmlformats.org/drawingml/2006/main" noGrp="1"/>
          </p:cNvSpPr>
          <p:nvPr/>
        </p:nvSpPr>
        <p:spPr>
          <a:xfrm xmlns:a="http://schemas.openxmlformats.org/drawingml/2006/main" rot="0">
            <a:off x="14152645"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236</a:t>
            </a:r>
          </a:p>
        </p:txBody>
      </p:sp>
      <p:sp>
        <p:nvSpPr>
          <p:cNvPr id="496" name="marker-478">
            <a:extLst xmlns:a="http://schemas.openxmlformats.org/drawingml/2006/main">
              <a:ext uri="{FF2B5EF4-FFF2-40B4-BE49-F238E27FC236}">
                <a16:creationId xmlns:a16="http://schemas.microsoft.com/office/drawing/2014/main" id="{C0779E46-9160-471B-A531-4FBC92252864}"/>
              </a:ext>
            </a:extLst>
          </p:cNvPr>
          <p:cNvSpPr>
            <a:spLocks xmlns:a="http://schemas.openxmlformats.org/drawingml/2006/main" noGrp="1"/>
          </p:cNvSpPr>
          <p:nvPr/>
        </p:nvSpPr>
        <p:spPr>
          <a:xfrm xmlns:a="http://schemas.openxmlformats.org/drawingml/2006/main">
            <a:off x="12780797" y="498919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97" name="marker-479">
            <a:extLst xmlns:a="http://schemas.openxmlformats.org/drawingml/2006/main">
              <a:ext uri="{FF2B5EF4-FFF2-40B4-BE49-F238E27FC236}">
                <a16:creationId xmlns:a16="http://schemas.microsoft.com/office/drawing/2014/main" id="{F6D4C8AF-70B6-4E65-A13C-FE935F1DAEDA}"/>
              </a:ext>
            </a:extLst>
          </p:cNvPr>
          <p:cNvSpPr>
            <a:spLocks xmlns:a="http://schemas.openxmlformats.org/drawingml/2006/main" noGrp="1"/>
          </p:cNvSpPr>
          <p:nvPr/>
        </p:nvSpPr>
        <p:spPr>
          <a:xfrm xmlns:a="http://schemas.openxmlformats.org/drawingml/2006/main">
            <a:off x="12780797" y="4046220"/>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98" name="marker-480">
            <a:extLst xmlns:a="http://schemas.openxmlformats.org/drawingml/2006/main">
              <a:ext uri="{FF2B5EF4-FFF2-40B4-BE49-F238E27FC236}">
                <a16:creationId xmlns:a16="http://schemas.microsoft.com/office/drawing/2014/main" id="{805253F1-CD75-4C77-9962-A7BC7F04B136}"/>
              </a:ext>
            </a:extLst>
          </p:cNvPr>
          <p:cNvSpPr>
            <a:spLocks xmlns:a="http://schemas.openxmlformats.org/drawingml/2006/main" noGrp="1"/>
          </p:cNvSpPr>
          <p:nvPr/>
        </p:nvSpPr>
        <p:spPr>
          <a:xfrm xmlns:a="http://schemas.openxmlformats.org/drawingml/2006/main">
            <a:off x="12780797" y="310324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99" name="path-481">
            <a:extLst xmlns:a="http://schemas.openxmlformats.org/drawingml/2006/main">
              <a:ext uri="{FF2B5EF4-FFF2-40B4-BE49-F238E27FC236}">
                <a16:creationId xmlns:a16="http://schemas.microsoft.com/office/drawing/2014/main" id="{58956E14-9DA2-4F2B-B518-27EE0124BE45}"/>
              </a:ext>
            </a:extLst>
          </p:cNvPr>
          <p:cNvSpPr>
            <a:spLocks xmlns:a="http://schemas.openxmlformats.org/drawingml/2006/main" noGrp="1"/>
          </p:cNvSpPr>
          <p:nvPr/>
        </p:nvSpPr>
        <p:spPr>
          <a:xfrm xmlns:a="http://schemas.openxmlformats.org/drawingml/2006/main">
            <a:off x="14340764"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13335">
            <a:solidFill>
              <a:srgbClr val="FFFFFF"/>
            </a:solidFill>
            <a:prstDash val="dash"/>
          </a:ln>
        </p:spPr>
      </p:sp>
      <p:sp>
        <p:nvSpPr>
          <p:cNvPr id="500" name="path-482">
            <a:extLst xmlns:a="http://schemas.openxmlformats.org/drawingml/2006/main">
              <a:ext uri="{FF2B5EF4-FFF2-40B4-BE49-F238E27FC236}">
                <a16:creationId xmlns:a16="http://schemas.microsoft.com/office/drawing/2014/main" id="{B4DA59DF-AD48-4D0D-B5B7-C7EED71EA9EC}"/>
              </a:ext>
            </a:extLst>
          </p:cNvPr>
          <p:cNvSpPr>
            <a:spLocks xmlns:a="http://schemas.openxmlformats.org/drawingml/2006/main" noGrp="1"/>
          </p:cNvSpPr>
          <p:nvPr/>
        </p:nvSpPr>
        <p:spPr>
          <a:xfrm xmlns:a="http://schemas.openxmlformats.org/drawingml/2006/main">
            <a:off x="12809372"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7620">
            <a:solidFill>
              <a:srgbClr val="68727A"/>
            </a:solidFill>
            <a:prstDash val="solid"/>
          </a:ln>
        </p:spPr>
      </p:sp>
      <p:sp>
        <p:nvSpPr>
          <p:cNvPr id="501" name="path-483">
            <a:extLst xmlns:a="http://schemas.openxmlformats.org/drawingml/2006/main">
              <a:ext uri="{FF2B5EF4-FFF2-40B4-BE49-F238E27FC236}">
                <a16:creationId xmlns:a16="http://schemas.microsoft.com/office/drawing/2014/main" id="{3FB3B0FE-B58A-44A8-958F-2FB5659E0CF7}"/>
              </a:ext>
            </a:extLst>
          </p:cNvPr>
          <p:cNvSpPr>
            <a:spLocks xmlns:a="http://schemas.openxmlformats.org/drawingml/2006/main" noGrp="1"/>
          </p:cNvSpPr>
          <p:nvPr/>
        </p:nvSpPr>
        <p:spPr>
          <a:xfrm xmlns:a="http://schemas.openxmlformats.org/drawingml/2006/main">
            <a:off x="12809372" y="4989195"/>
            <a:ext cx="1750162" cy="10"/>
          </a:xfrm>
          <a:custGeom xmlns:a="http://schemas.openxmlformats.org/drawingml/2006/main">
            <a:pathLst>
              <a:path w="1750162" h="10">
                <a:moveTo>
                  <a:pt x="0" y="0"/>
                </a:moveTo>
                <a:lnTo>
                  <a:pt x="1750162" y="0"/>
                </a:lnTo>
              </a:path>
            </a:pathLst>
          </a:custGeom>
          <a:noFill xmlns:a="http://schemas.openxmlformats.org/drawingml/2006/main"/>
          <a:ln xmlns:a="http://schemas.openxmlformats.org/drawingml/2006/main" w="7620">
            <a:solidFill>
              <a:srgbClr val="68727A"/>
            </a:solidFill>
            <a:prstDash val="solid"/>
          </a:ln>
        </p:spPr>
      </p:sp>
      <p:sp>
        <p:nvSpPr>
          <p:cNvPr id="502" name="native-text-145">
            <a:extLst xmlns:a="http://schemas.openxmlformats.org/drawingml/2006/main">
              <a:ext uri="{FF2B5EF4-FFF2-40B4-BE49-F238E27FC236}">
                <a16:creationId xmlns:a16="http://schemas.microsoft.com/office/drawing/2014/main" id="{4B684D0C-33DE-4B6B-84F7-76896E0E2714}"/>
              </a:ext>
            </a:extLst>
          </p:cNvPr>
          <p:cNvSpPr>
            <a:spLocks xmlns:a="http://schemas.openxmlformats.org/drawingml/2006/main" noGrp="1"/>
          </p:cNvSpPr>
          <p:nvPr/>
        </p:nvSpPr>
        <p:spPr>
          <a:xfrm xmlns:a="http://schemas.openxmlformats.org/drawingml/2006/main" rot="0">
            <a:off x="13318026" y="2793111"/>
            <a:ext cx="732854"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ε = 5%</a:t>
            </a:r>
          </a:p>
        </p:txBody>
      </p:sp>
      <p:sp>
        <p:nvSpPr>
          <p:cNvPr id="503" name="path-485">
            <a:extLst xmlns:a="http://schemas.openxmlformats.org/drawingml/2006/main">
              <a:ext uri="{FF2B5EF4-FFF2-40B4-BE49-F238E27FC236}">
                <a16:creationId xmlns:a16="http://schemas.microsoft.com/office/drawing/2014/main" id="{9BFC6033-D41A-46E5-8C98-2F79599E5343}"/>
              </a:ext>
            </a:extLst>
          </p:cNvPr>
          <p:cNvSpPr>
            <a:spLocks xmlns:a="http://schemas.openxmlformats.org/drawingml/2006/main" noGrp="1"/>
          </p:cNvSpPr>
          <p:nvPr/>
        </p:nvSpPr>
        <p:spPr>
          <a:xfrm xmlns:a="http://schemas.openxmlformats.org/drawingml/2006/main">
            <a:off x="14340764" y="3719395"/>
            <a:ext cx="10" cy="28794"/>
          </a:xfrm>
          <a:custGeom xmlns:a="http://schemas.openxmlformats.org/drawingml/2006/main">
            <a:pathLst>
              <a:path w="10" h="28794">
                <a:moveTo>
                  <a:pt x="0" y="0"/>
                </a:moveTo>
                <a:lnTo>
                  <a:pt x="0" y="28794"/>
                </a:lnTo>
              </a:path>
            </a:pathLst>
          </a:custGeom>
          <a:noFill xmlns:a="http://schemas.openxmlformats.org/drawingml/2006/main"/>
          <a:ln xmlns:a="http://schemas.openxmlformats.org/drawingml/2006/main" w="33338">
            <a:solidFill>
              <a:srgbClr val="FFFFFF"/>
            </a:solidFill>
            <a:prstDash val="solid"/>
          </a:ln>
        </p:spPr>
      </p:sp>
      <p:sp>
        <p:nvSpPr>
          <p:cNvPr id="504" name="path-486">
            <a:extLst xmlns:a="http://schemas.openxmlformats.org/drawingml/2006/main">
              <a:ext uri="{FF2B5EF4-FFF2-40B4-BE49-F238E27FC236}">
                <a16:creationId xmlns:a16="http://schemas.microsoft.com/office/drawing/2014/main" id="{7E3CCB5A-3A40-46BB-989D-355CBCA34CDA}"/>
              </a:ext>
            </a:extLst>
          </p:cNvPr>
          <p:cNvSpPr>
            <a:spLocks xmlns:a="http://schemas.openxmlformats.org/drawingml/2006/main" noGrp="1"/>
          </p:cNvSpPr>
          <p:nvPr/>
        </p:nvSpPr>
        <p:spPr>
          <a:xfrm xmlns:a="http://schemas.openxmlformats.org/drawingml/2006/main">
            <a:off x="14340764" y="3719395"/>
            <a:ext cx="10" cy="28794"/>
          </a:xfrm>
          <a:custGeom xmlns:a="http://schemas.openxmlformats.org/drawingml/2006/main">
            <a:pathLst>
              <a:path w="10" h="28794">
                <a:moveTo>
                  <a:pt x="0" y="0"/>
                </a:moveTo>
                <a:lnTo>
                  <a:pt x="0" y="28794"/>
                </a:lnTo>
              </a:path>
            </a:pathLst>
          </a:custGeom>
          <a:noFill xmlns:a="http://schemas.openxmlformats.org/drawingml/2006/main"/>
          <a:ln xmlns:a="http://schemas.openxmlformats.org/drawingml/2006/main" w="23813">
            <a:solidFill>
              <a:srgbClr val="007858"/>
            </a:solidFill>
            <a:prstDash val="solid"/>
          </a:ln>
        </p:spPr>
      </p:sp>
      <p:sp>
        <p:nvSpPr>
          <p:cNvPr id="505" name="path-487">
            <a:extLst xmlns:a="http://schemas.openxmlformats.org/drawingml/2006/main">
              <a:ext uri="{FF2B5EF4-FFF2-40B4-BE49-F238E27FC236}">
                <a16:creationId xmlns:a16="http://schemas.microsoft.com/office/drawing/2014/main" id="{C86F18E8-1BD4-4341-9918-A4DC3AB16A08}"/>
              </a:ext>
            </a:extLst>
          </p:cNvPr>
          <p:cNvSpPr>
            <a:spLocks xmlns:a="http://schemas.openxmlformats.org/drawingml/2006/main" noGrp="1"/>
          </p:cNvSpPr>
          <p:nvPr/>
        </p:nvSpPr>
        <p:spPr>
          <a:xfrm xmlns:a="http://schemas.openxmlformats.org/drawingml/2006/main">
            <a:off x="14340764" y="3544433"/>
            <a:ext cx="10" cy="28794"/>
          </a:xfrm>
          <a:custGeom xmlns:a="http://schemas.openxmlformats.org/drawingml/2006/main">
            <a:pathLst>
              <a:path w="10" h="28794">
                <a:moveTo>
                  <a:pt x="0" y="0"/>
                </a:moveTo>
                <a:lnTo>
                  <a:pt x="0" y="28794"/>
                </a:lnTo>
              </a:path>
            </a:pathLst>
          </a:custGeom>
          <a:noFill xmlns:a="http://schemas.openxmlformats.org/drawingml/2006/main"/>
          <a:ln xmlns:a="http://schemas.openxmlformats.org/drawingml/2006/main" w="33338">
            <a:solidFill>
              <a:srgbClr val="FFFFFF"/>
            </a:solidFill>
            <a:prstDash val="dash"/>
          </a:ln>
        </p:spPr>
      </p:sp>
      <p:sp>
        <p:nvSpPr>
          <p:cNvPr id="506" name="path-488">
            <a:extLst xmlns:a="http://schemas.openxmlformats.org/drawingml/2006/main">
              <a:ext uri="{FF2B5EF4-FFF2-40B4-BE49-F238E27FC236}">
                <a16:creationId xmlns:a16="http://schemas.microsoft.com/office/drawing/2014/main" id="{A3F4EF67-4B0E-4101-B06E-59D371FA7AF6}"/>
              </a:ext>
            </a:extLst>
          </p:cNvPr>
          <p:cNvSpPr>
            <a:spLocks xmlns:a="http://schemas.openxmlformats.org/drawingml/2006/main" noGrp="1"/>
          </p:cNvSpPr>
          <p:nvPr/>
        </p:nvSpPr>
        <p:spPr>
          <a:xfrm xmlns:a="http://schemas.openxmlformats.org/drawingml/2006/main">
            <a:off x="14340764" y="3544433"/>
            <a:ext cx="10" cy="28794"/>
          </a:xfrm>
          <a:custGeom xmlns:a="http://schemas.openxmlformats.org/drawingml/2006/main">
            <a:pathLst>
              <a:path w="10" h="28794">
                <a:moveTo>
                  <a:pt x="0" y="0"/>
                </a:moveTo>
                <a:lnTo>
                  <a:pt x="0" y="28794"/>
                </a:lnTo>
              </a:path>
            </a:pathLst>
          </a:custGeom>
          <a:noFill xmlns:a="http://schemas.openxmlformats.org/drawingml/2006/main"/>
          <a:ln xmlns:a="http://schemas.openxmlformats.org/drawingml/2006/main" w="23813">
            <a:solidFill>
              <a:srgbClr val="A02C87"/>
            </a:solidFill>
            <a:prstDash val="dash"/>
          </a:ln>
        </p:spPr>
      </p:sp>
      <p:sp>
        <p:nvSpPr>
          <p:cNvPr id="507" name="path-489">
            <a:extLst xmlns:a="http://schemas.openxmlformats.org/drawingml/2006/main">
              <a:ext uri="{FF2B5EF4-FFF2-40B4-BE49-F238E27FC236}">
                <a16:creationId xmlns:a16="http://schemas.microsoft.com/office/drawing/2014/main" id="{0E6E153D-26B9-40C5-87A6-5532EAFB9671}"/>
              </a:ext>
            </a:extLst>
          </p:cNvPr>
          <p:cNvSpPr>
            <a:spLocks xmlns:a="http://schemas.openxmlformats.org/drawingml/2006/main" noGrp="1"/>
          </p:cNvSpPr>
          <p:nvPr/>
        </p:nvSpPr>
        <p:spPr>
          <a:xfrm xmlns:a="http://schemas.openxmlformats.org/drawingml/2006/main">
            <a:off x="12817765" y="414508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508" name="path-490">
            <a:extLst xmlns:a="http://schemas.openxmlformats.org/drawingml/2006/main">
              <a:ext uri="{FF2B5EF4-FFF2-40B4-BE49-F238E27FC236}">
                <a16:creationId xmlns:a16="http://schemas.microsoft.com/office/drawing/2014/main" id="{A8BFB56F-0B7E-40A7-8ED8-AF2831ACF0DB}"/>
              </a:ext>
            </a:extLst>
          </p:cNvPr>
          <p:cNvSpPr>
            <a:spLocks xmlns:a="http://schemas.openxmlformats.org/drawingml/2006/main" noGrp="1"/>
          </p:cNvSpPr>
          <p:nvPr/>
        </p:nvSpPr>
        <p:spPr>
          <a:xfrm xmlns:a="http://schemas.openxmlformats.org/drawingml/2006/main">
            <a:off x="12817765" y="414508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509" name="path-491">
            <a:extLst xmlns:a="http://schemas.openxmlformats.org/drawingml/2006/main">
              <a:ext uri="{FF2B5EF4-FFF2-40B4-BE49-F238E27FC236}">
                <a16:creationId xmlns:a16="http://schemas.microsoft.com/office/drawing/2014/main" id="{664F86B8-B0EC-46DB-8724-257BC1BB6BFD}"/>
              </a:ext>
            </a:extLst>
          </p:cNvPr>
          <p:cNvSpPr>
            <a:spLocks xmlns:a="http://schemas.openxmlformats.org/drawingml/2006/main" noGrp="1"/>
          </p:cNvSpPr>
          <p:nvPr/>
        </p:nvSpPr>
        <p:spPr>
          <a:xfrm xmlns:a="http://schemas.openxmlformats.org/drawingml/2006/main">
            <a:off x="13192800" y="407984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510" name="path-492">
            <a:extLst xmlns:a="http://schemas.openxmlformats.org/drawingml/2006/main">
              <a:ext uri="{FF2B5EF4-FFF2-40B4-BE49-F238E27FC236}">
                <a16:creationId xmlns:a16="http://schemas.microsoft.com/office/drawing/2014/main" id="{0158BC9A-F092-464E-9489-C6BB62034A1D}"/>
              </a:ext>
            </a:extLst>
          </p:cNvPr>
          <p:cNvSpPr>
            <a:spLocks xmlns:a="http://schemas.openxmlformats.org/drawingml/2006/main" noGrp="1"/>
          </p:cNvSpPr>
          <p:nvPr/>
        </p:nvSpPr>
        <p:spPr>
          <a:xfrm xmlns:a="http://schemas.openxmlformats.org/drawingml/2006/main">
            <a:off x="13192800" y="407984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511" name="path-493">
            <a:extLst xmlns:a="http://schemas.openxmlformats.org/drawingml/2006/main">
              <a:ext uri="{FF2B5EF4-FFF2-40B4-BE49-F238E27FC236}">
                <a16:creationId xmlns:a16="http://schemas.microsoft.com/office/drawing/2014/main" id="{88B362B2-EB11-4FCF-9513-27A18F135E50}"/>
              </a:ext>
            </a:extLst>
          </p:cNvPr>
          <p:cNvSpPr>
            <a:spLocks xmlns:a="http://schemas.openxmlformats.org/drawingml/2006/main" noGrp="1"/>
          </p:cNvSpPr>
          <p:nvPr/>
        </p:nvSpPr>
        <p:spPr>
          <a:xfrm xmlns:a="http://schemas.openxmlformats.org/drawingml/2006/main">
            <a:off x="13567835" y="402127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512" name="path-494">
            <a:extLst xmlns:a="http://schemas.openxmlformats.org/drawingml/2006/main">
              <a:ext uri="{FF2B5EF4-FFF2-40B4-BE49-F238E27FC236}">
                <a16:creationId xmlns:a16="http://schemas.microsoft.com/office/drawing/2014/main" id="{1CA35A45-E674-4949-A792-326C0AC15AE9}"/>
              </a:ext>
            </a:extLst>
          </p:cNvPr>
          <p:cNvSpPr>
            <a:spLocks xmlns:a="http://schemas.openxmlformats.org/drawingml/2006/main" noGrp="1"/>
          </p:cNvSpPr>
          <p:nvPr/>
        </p:nvSpPr>
        <p:spPr>
          <a:xfrm xmlns:a="http://schemas.openxmlformats.org/drawingml/2006/main">
            <a:off x="13567835" y="402127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513" name="path-495">
            <a:extLst xmlns:a="http://schemas.openxmlformats.org/drawingml/2006/main">
              <a:ext uri="{FF2B5EF4-FFF2-40B4-BE49-F238E27FC236}">
                <a16:creationId xmlns:a16="http://schemas.microsoft.com/office/drawing/2014/main" id="{D69A5BF5-0A4E-446F-840B-0750F4BE05C2}"/>
              </a:ext>
            </a:extLst>
          </p:cNvPr>
          <p:cNvSpPr>
            <a:spLocks xmlns:a="http://schemas.openxmlformats.org/drawingml/2006/main" noGrp="1"/>
          </p:cNvSpPr>
          <p:nvPr/>
        </p:nvSpPr>
        <p:spPr>
          <a:xfrm xmlns:a="http://schemas.openxmlformats.org/drawingml/2006/main">
            <a:off x="13942869" y="3897470"/>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514" name="path-496">
            <a:extLst xmlns:a="http://schemas.openxmlformats.org/drawingml/2006/main">
              <a:ext uri="{FF2B5EF4-FFF2-40B4-BE49-F238E27FC236}">
                <a16:creationId xmlns:a16="http://schemas.microsoft.com/office/drawing/2014/main" id="{6F3965BA-761C-458F-BAED-ACC58A30857F}"/>
              </a:ext>
            </a:extLst>
          </p:cNvPr>
          <p:cNvSpPr>
            <a:spLocks xmlns:a="http://schemas.openxmlformats.org/drawingml/2006/main" noGrp="1"/>
          </p:cNvSpPr>
          <p:nvPr/>
        </p:nvSpPr>
        <p:spPr>
          <a:xfrm xmlns:a="http://schemas.openxmlformats.org/drawingml/2006/main">
            <a:off x="13942869" y="3897470"/>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515" name="path-497">
            <a:extLst xmlns:a="http://schemas.openxmlformats.org/drawingml/2006/main">
              <a:ext uri="{FF2B5EF4-FFF2-40B4-BE49-F238E27FC236}">
                <a16:creationId xmlns:a16="http://schemas.microsoft.com/office/drawing/2014/main" id="{915941CD-458D-4419-AEF6-B4A651C11C3C}"/>
              </a:ext>
            </a:extLst>
          </p:cNvPr>
          <p:cNvSpPr>
            <a:spLocks xmlns:a="http://schemas.openxmlformats.org/drawingml/2006/main" noGrp="1"/>
          </p:cNvSpPr>
          <p:nvPr/>
        </p:nvSpPr>
        <p:spPr>
          <a:xfrm xmlns:a="http://schemas.openxmlformats.org/drawingml/2006/main">
            <a:off x="14317904" y="3696535"/>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516" name="path-498">
            <a:extLst xmlns:a="http://schemas.openxmlformats.org/drawingml/2006/main">
              <a:ext uri="{FF2B5EF4-FFF2-40B4-BE49-F238E27FC236}">
                <a16:creationId xmlns:a16="http://schemas.microsoft.com/office/drawing/2014/main" id="{F8EE75DF-2A6B-4FFF-8A27-9E032DDA898E}"/>
              </a:ext>
            </a:extLst>
          </p:cNvPr>
          <p:cNvSpPr>
            <a:spLocks xmlns:a="http://schemas.openxmlformats.org/drawingml/2006/main" noGrp="1"/>
          </p:cNvSpPr>
          <p:nvPr/>
        </p:nvSpPr>
        <p:spPr>
          <a:xfrm xmlns:a="http://schemas.openxmlformats.org/drawingml/2006/main">
            <a:off x="14317904" y="3696535"/>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517" name="path-499">
            <a:extLst xmlns:a="http://schemas.openxmlformats.org/drawingml/2006/main">
              <a:ext uri="{FF2B5EF4-FFF2-40B4-BE49-F238E27FC236}">
                <a16:creationId xmlns:a16="http://schemas.microsoft.com/office/drawing/2014/main" id="{1B51B4A1-0AFF-4C44-972B-27EC1B4E8181}"/>
              </a:ext>
            </a:extLst>
          </p:cNvPr>
          <p:cNvSpPr>
            <a:spLocks xmlns:a="http://schemas.openxmlformats.org/drawingml/2006/main" noGrp="1"/>
          </p:cNvSpPr>
          <p:nvPr/>
        </p:nvSpPr>
        <p:spPr>
          <a:xfrm xmlns:a="http://schemas.openxmlformats.org/drawingml/2006/main">
            <a:off x="12817765" y="3834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518" name="path-500">
            <a:extLst xmlns:a="http://schemas.openxmlformats.org/drawingml/2006/main">
              <a:ext uri="{FF2B5EF4-FFF2-40B4-BE49-F238E27FC236}">
                <a16:creationId xmlns:a16="http://schemas.microsoft.com/office/drawing/2014/main" id="{46EE49E2-CE95-43C5-B69D-6F62F389924D}"/>
              </a:ext>
            </a:extLst>
          </p:cNvPr>
          <p:cNvSpPr>
            <a:spLocks xmlns:a="http://schemas.openxmlformats.org/drawingml/2006/main" noGrp="1"/>
          </p:cNvSpPr>
          <p:nvPr/>
        </p:nvSpPr>
        <p:spPr>
          <a:xfrm xmlns:a="http://schemas.openxmlformats.org/drawingml/2006/main">
            <a:off x="12817765" y="3834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519" name="path-501">
            <a:extLst xmlns:a="http://schemas.openxmlformats.org/drawingml/2006/main">
              <a:ext uri="{FF2B5EF4-FFF2-40B4-BE49-F238E27FC236}">
                <a16:creationId xmlns:a16="http://schemas.microsoft.com/office/drawing/2014/main" id="{F6A7ABD8-F3A8-4A1C-8697-DBA4F41E8F5A}"/>
              </a:ext>
            </a:extLst>
          </p:cNvPr>
          <p:cNvSpPr>
            <a:spLocks xmlns:a="http://schemas.openxmlformats.org/drawingml/2006/main" noGrp="1"/>
          </p:cNvSpPr>
          <p:nvPr/>
        </p:nvSpPr>
        <p:spPr>
          <a:xfrm xmlns:a="http://schemas.openxmlformats.org/drawingml/2006/main">
            <a:off x="13192800" y="374297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520" name="path-502">
            <a:extLst xmlns:a="http://schemas.openxmlformats.org/drawingml/2006/main">
              <a:ext uri="{FF2B5EF4-FFF2-40B4-BE49-F238E27FC236}">
                <a16:creationId xmlns:a16="http://schemas.microsoft.com/office/drawing/2014/main" id="{F93097C2-48BB-4494-B987-0C12DFF27101}"/>
              </a:ext>
            </a:extLst>
          </p:cNvPr>
          <p:cNvSpPr>
            <a:spLocks xmlns:a="http://schemas.openxmlformats.org/drawingml/2006/main" noGrp="1"/>
          </p:cNvSpPr>
          <p:nvPr/>
        </p:nvSpPr>
        <p:spPr>
          <a:xfrm xmlns:a="http://schemas.openxmlformats.org/drawingml/2006/main">
            <a:off x="13192800" y="374297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521" name="path-503">
            <a:extLst xmlns:a="http://schemas.openxmlformats.org/drawingml/2006/main">
              <a:ext uri="{FF2B5EF4-FFF2-40B4-BE49-F238E27FC236}">
                <a16:creationId xmlns:a16="http://schemas.microsoft.com/office/drawing/2014/main" id="{D41778C6-BA6A-4D2E-8E90-A4D535C41E9C}"/>
              </a:ext>
            </a:extLst>
          </p:cNvPr>
          <p:cNvSpPr>
            <a:spLocks xmlns:a="http://schemas.openxmlformats.org/drawingml/2006/main" noGrp="1"/>
          </p:cNvSpPr>
          <p:nvPr/>
        </p:nvSpPr>
        <p:spPr>
          <a:xfrm xmlns:a="http://schemas.openxmlformats.org/drawingml/2006/main">
            <a:off x="13567835" y="365178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522" name="path-504">
            <a:extLst xmlns:a="http://schemas.openxmlformats.org/drawingml/2006/main">
              <a:ext uri="{FF2B5EF4-FFF2-40B4-BE49-F238E27FC236}">
                <a16:creationId xmlns:a16="http://schemas.microsoft.com/office/drawing/2014/main" id="{D2404510-CF4A-4C13-BA68-21A9F029BB6E}"/>
              </a:ext>
            </a:extLst>
          </p:cNvPr>
          <p:cNvSpPr>
            <a:spLocks xmlns:a="http://schemas.openxmlformats.org/drawingml/2006/main" noGrp="1"/>
          </p:cNvSpPr>
          <p:nvPr/>
        </p:nvSpPr>
        <p:spPr>
          <a:xfrm xmlns:a="http://schemas.openxmlformats.org/drawingml/2006/main">
            <a:off x="13567835" y="365178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523" name="path-505">
            <a:extLst xmlns:a="http://schemas.openxmlformats.org/drawingml/2006/main">
              <a:ext uri="{FF2B5EF4-FFF2-40B4-BE49-F238E27FC236}">
                <a16:creationId xmlns:a16="http://schemas.microsoft.com/office/drawing/2014/main" id="{15235727-4659-4DF8-8743-1F49B7BBD279}"/>
              </a:ext>
            </a:extLst>
          </p:cNvPr>
          <p:cNvSpPr>
            <a:spLocks xmlns:a="http://schemas.openxmlformats.org/drawingml/2006/main" noGrp="1"/>
          </p:cNvSpPr>
          <p:nvPr/>
        </p:nvSpPr>
        <p:spPr>
          <a:xfrm xmlns:a="http://schemas.openxmlformats.org/drawingml/2006/main">
            <a:off x="13942869" y="359321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524" name="path-506">
            <a:extLst xmlns:a="http://schemas.openxmlformats.org/drawingml/2006/main">
              <a:ext uri="{FF2B5EF4-FFF2-40B4-BE49-F238E27FC236}">
                <a16:creationId xmlns:a16="http://schemas.microsoft.com/office/drawing/2014/main" id="{45ECBBAA-BE90-4BB6-8510-7B83B8B6665C}"/>
              </a:ext>
            </a:extLst>
          </p:cNvPr>
          <p:cNvSpPr>
            <a:spLocks xmlns:a="http://schemas.openxmlformats.org/drawingml/2006/main" noGrp="1"/>
          </p:cNvSpPr>
          <p:nvPr/>
        </p:nvSpPr>
        <p:spPr>
          <a:xfrm xmlns:a="http://schemas.openxmlformats.org/drawingml/2006/main">
            <a:off x="13942869" y="359321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525" name="path-507">
            <a:extLst xmlns:a="http://schemas.openxmlformats.org/drawingml/2006/main">
              <a:ext uri="{FF2B5EF4-FFF2-40B4-BE49-F238E27FC236}">
                <a16:creationId xmlns:a16="http://schemas.microsoft.com/office/drawing/2014/main" id="{B7389674-7B69-4F88-A609-F1426AE6E42A}"/>
              </a:ext>
            </a:extLst>
          </p:cNvPr>
          <p:cNvSpPr>
            <a:spLocks xmlns:a="http://schemas.openxmlformats.org/drawingml/2006/main" noGrp="1"/>
          </p:cNvSpPr>
          <p:nvPr/>
        </p:nvSpPr>
        <p:spPr>
          <a:xfrm xmlns:a="http://schemas.openxmlformats.org/drawingml/2006/main">
            <a:off x="14317904" y="352157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526" name="path-508">
            <a:extLst xmlns:a="http://schemas.openxmlformats.org/drawingml/2006/main">
              <a:ext uri="{FF2B5EF4-FFF2-40B4-BE49-F238E27FC236}">
                <a16:creationId xmlns:a16="http://schemas.microsoft.com/office/drawing/2014/main" id="{73C36562-5093-4143-81FB-3C148A11E125}"/>
              </a:ext>
            </a:extLst>
          </p:cNvPr>
          <p:cNvSpPr>
            <a:spLocks xmlns:a="http://schemas.openxmlformats.org/drawingml/2006/main" noGrp="1"/>
          </p:cNvSpPr>
          <p:nvPr/>
        </p:nvSpPr>
        <p:spPr>
          <a:xfrm xmlns:a="http://schemas.openxmlformats.org/drawingml/2006/main">
            <a:off x="14317904" y="352157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527" name="marker-509">
            <a:extLst xmlns:a="http://schemas.openxmlformats.org/drawingml/2006/main">
              <a:ext uri="{FF2B5EF4-FFF2-40B4-BE49-F238E27FC236}">
                <a16:creationId xmlns:a16="http://schemas.microsoft.com/office/drawing/2014/main" id="{D624823F-D6E6-4763-BE86-DABDBC9EC4A7}"/>
              </a:ext>
            </a:extLst>
          </p:cNvPr>
          <p:cNvSpPr>
            <a:spLocks xmlns:a="http://schemas.openxmlformats.org/drawingml/2006/main" noGrp="1"/>
          </p:cNvSpPr>
          <p:nvPr/>
        </p:nvSpPr>
        <p:spPr>
          <a:xfrm xmlns:a="http://schemas.openxmlformats.org/drawingml/2006/main">
            <a:off x="14300353" y="3707779"/>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528" name="marker-510">
            <a:extLst xmlns:a="http://schemas.openxmlformats.org/drawingml/2006/main">
              <a:ext uri="{FF2B5EF4-FFF2-40B4-BE49-F238E27FC236}">
                <a16:creationId xmlns:a16="http://schemas.microsoft.com/office/drawing/2014/main" id="{3F1422A3-2B3B-4704-BAFD-13C219C2FB8B}"/>
              </a:ext>
            </a:extLst>
          </p:cNvPr>
          <p:cNvSpPr>
            <a:spLocks xmlns:a="http://schemas.openxmlformats.org/drawingml/2006/main" noGrp="1"/>
          </p:cNvSpPr>
          <p:nvPr/>
        </p:nvSpPr>
        <p:spPr>
          <a:xfrm xmlns:a="http://schemas.openxmlformats.org/drawingml/2006/main">
            <a:off x="14300353" y="3532816"/>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529" name="native-text-132">
            <a:extLst xmlns:a="http://schemas.openxmlformats.org/drawingml/2006/main">
              <a:ext uri="{FF2B5EF4-FFF2-40B4-BE49-F238E27FC236}">
                <a16:creationId xmlns:a16="http://schemas.microsoft.com/office/drawing/2014/main" id="{374A64A2-E499-478B-A7D3-6B6A4124E9FC}"/>
              </a:ext>
            </a:extLst>
          </p:cNvPr>
          <p:cNvSpPr>
            <a:spLocks xmlns:a="http://schemas.openxmlformats.org/drawingml/2006/main" noGrp="1"/>
          </p:cNvSpPr>
          <p:nvPr/>
        </p:nvSpPr>
        <p:spPr>
          <a:xfrm xmlns:a="http://schemas.openxmlformats.org/drawingml/2006/main" rot="0">
            <a:off x="12803430" y="4248713"/>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A51</a:t>
            </a:r>
          </a:p>
        </p:txBody>
      </p:sp>
      <p:sp>
        <p:nvSpPr>
          <p:cNvPr id="530" name="native-text-133">
            <a:extLst xmlns:a="http://schemas.openxmlformats.org/drawingml/2006/main">
              <a:ext uri="{FF2B5EF4-FFF2-40B4-BE49-F238E27FC236}">
                <a16:creationId xmlns:a16="http://schemas.microsoft.com/office/drawing/2014/main" id="{49BF6712-98C9-44EE-BC6C-7A25837F4FB1}"/>
              </a:ext>
            </a:extLst>
          </p:cNvPr>
          <p:cNvSpPr>
            <a:spLocks xmlns:a="http://schemas.openxmlformats.org/drawingml/2006/main" noGrp="1"/>
          </p:cNvSpPr>
          <p:nvPr/>
        </p:nvSpPr>
        <p:spPr>
          <a:xfrm xmlns:a="http://schemas.openxmlformats.org/drawingml/2006/main" rot="0">
            <a:off x="13120886" y="4183475"/>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A52</a:t>
            </a:r>
          </a:p>
        </p:txBody>
      </p:sp>
      <p:sp>
        <p:nvSpPr>
          <p:cNvPr id="531" name="native-text-134">
            <a:extLst xmlns:a="http://schemas.openxmlformats.org/drawingml/2006/main">
              <a:ext uri="{FF2B5EF4-FFF2-40B4-BE49-F238E27FC236}">
                <a16:creationId xmlns:a16="http://schemas.microsoft.com/office/drawing/2014/main" id="{9ADCC99E-6145-438E-9870-0BCCB4C5140C}"/>
              </a:ext>
            </a:extLst>
          </p:cNvPr>
          <p:cNvSpPr>
            <a:spLocks xmlns:a="http://schemas.openxmlformats.org/drawingml/2006/main" noGrp="1"/>
          </p:cNvSpPr>
          <p:nvPr/>
        </p:nvSpPr>
        <p:spPr>
          <a:xfrm xmlns:a="http://schemas.openxmlformats.org/drawingml/2006/main" rot="0">
            <a:off x="13438771" y="4124908"/>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A53</a:t>
            </a:r>
          </a:p>
        </p:txBody>
      </p:sp>
      <p:sp>
        <p:nvSpPr>
          <p:cNvPr id="532" name="native-text-135">
            <a:extLst xmlns:a="http://schemas.openxmlformats.org/drawingml/2006/main">
              <a:ext uri="{FF2B5EF4-FFF2-40B4-BE49-F238E27FC236}">
                <a16:creationId xmlns:a16="http://schemas.microsoft.com/office/drawing/2014/main" id="{DB833588-060D-42CD-AC2D-B5A440AD6166}"/>
              </a:ext>
            </a:extLst>
          </p:cNvPr>
          <p:cNvSpPr>
            <a:spLocks xmlns:a="http://schemas.openxmlformats.org/drawingml/2006/main" noGrp="1"/>
          </p:cNvSpPr>
          <p:nvPr/>
        </p:nvSpPr>
        <p:spPr>
          <a:xfrm xmlns:a="http://schemas.openxmlformats.org/drawingml/2006/main" rot="0">
            <a:off x="13795184" y="4001102"/>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A54</a:t>
            </a:r>
          </a:p>
        </p:txBody>
      </p:sp>
      <p:sp>
        <p:nvSpPr>
          <p:cNvPr id="533" name="native-text-136">
            <a:extLst xmlns:a="http://schemas.openxmlformats.org/drawingml/2006/main">
              <a:ext uri="{FF2B5EF4-FFF2-40B4-BE49-F238E27FC236}">
                <a16:creationId xmlns:a16="http://schemas.microsoft.com/office/drawing/2014/main" id="{A5E33180-7F22-4F76-9DB1-3BB133682CB9}"/>
              </a:ext>
            </a:extLst>
          </p:cNvPr>
          <p:cNvSpPr>
            <a:spLocks xmlns:a="http://schemas.openxmlformats.org/drawingml/2006/main" noGrp="1"/>
          </p:cNvSpPr>
          <p:nvPr/>
        </p:nvSpPr>
        <p:spPr>
          <a:xfrm xmlns:a="http://schemas.openxmlformats.org/drawingml/2006/main" rot="0">
            <a:off x="14169790" y="3800167"/>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A55</a:t>
            </a:r>
          </a:p>
        </p:txBody>
      </p:sp>
      <p:sp>
        <p:nvSpPr>
          <p:cNvPr id="534" name="native-text-137">
            <a:extLst xmlns:a="http://schemas.openxmlformats.org/drawingml/2006/main">
              <a:ext uri="{FF2B5EF4-FFF2-40B4-BE49-F238E27FC236}">
                <a16:creationId xmlns:a16="http://schemas.microsoft.com/office/drawing/2014/main" id="{A4D67000-9A81-4731-8AED-EE6363330E18}"/>
              </a:ext>
            </a:extLst>
          </p:cNvPr>
          <p:cNvSpPr>
            <a:spLocks xmlns:a="http://schemas.openxmlformats.org/drawingml/2006/main" noGrp="1"/>
          </p:cNvSpPr>
          <p:nvPr/>
        </p:nvSpPr>
        <p:spPr>
          <a:xfrm xmlns:a="http://schemas.openxmlformats.org/drawingml/2006/main" rot="0">
            <a:off x="12803002" y="3575839"/>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B51</a:t>
            </a:r>
          </a:p>
        </p:txBody>
      </p:sp>
      <p:sp>
        <p:nvSpPr>
          <p:cNvPr id="535" name="native-text-138">
            <a:extLst xmlns:a="http://schemas.openxmlformats.org/drawingml/2006/main">
              <a:ext uri="{FF2B5EF4-FFF2-40B4-BE49-F238E27FC236}">
                <a16:creationId xmlns:a16="http://schemas.microsoft.com/office/drawing/2014/main" id="{2670CC46-5294-458D-B408-6299A5146DFC}"/>
              </a:ext>
            </a:extLst>
          </p:cNvPr>
          <p:cNvSpPr>
            <a:spLocks xmlns:a="http://schemas.openxmlformats.org/drawingml/2006/main" noGrp="1"/>
          </p:cNvSpPr>
          <p:nvPr/>
        </p:nvSpPr>
        <p:spPr>
          <a:xfrm xmlns:a="http://schemas.openxmlformats.org/drawingml/2006/main" rot="0">
            <a:off x="13120458" y="3484653"/>
            <a:ext cx="34280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B52</a:t>
            </a:r>
          </a:p>
        </p:txBody>
      </p:sp>
      <p:sp>
        <p:nvSpPr>
          <p:cNvPr id="536" name="native-text-139">
            <a:extLst xmlns:a="http://schemas.openxmlformats.org/drawingml/2006/main">
              <a:ext uri="{FF2B5EF4-FFF2-40B4-BE49-F238E27FC236}">
                <a16:creationId xmlns:a16="http://schemas.microsoft.com/office/drawing/2014/main" id="{2D651165-6D9E-469E-AC3C-81F43226AA32}"/>
              </a:ext>
            </a:extLst>
          </p:cNvPr>
          <p:cNvSpPr>
            <a:spLocks xmlns:a="http://schemas.openxmlformats.org/drawingml/2006/main" noGrp="1"/>
          </p:cNvSpPr>
          <p:nvPr/>
        </p:nvSpPr>
        <p:spPr>
          <a:xfrm xmlns:a="http://schemas.openxmlformats.org/drawingml/2006/main" rot="0">
            <a:off x="13438342" y="3393466"/>
            <a:ext cx="34280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B53</a:t>
            </a:r>
          </a:p>
        </p:txBody>
      </p:sp>
      <p:sp>
        <p:nvSpPr>
          <p:cNvPr id="537" name="native-text-140">
            <a:extLst xmlns:a="http://schemas.openxmlformats.org/drawingml/2006/main">
              <a:ext uri="{FF2B5EF4-FFF2-40B4-BE49-F238E27FC236}">
                <a16:creationId xmlns:a16="http://schemas.microsoft.com/office/drawing/2014/main" id="{90857FFB-0864-48DB-9FC6-03F9BB7E9E3D}"/>
              </a:ext>
            </a:extLst>
          </p:cNvPr>
          <p:cNvSpPr>
            <a:spLocks xmlns:a="http://schemas.openxmlformats.org/drawingml/2006/main" noGrp="1"/>
          </p:cNvSpPr>
          <p:nvPr/>
        </p:nvSpPr>
        <p:spPr>
          <a:xfrm xmlns:a="http://schemas.openxmlformats.org/drawingml/2006/main" rot="0">
            <a:off x="13794755" y="3334900"/>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B54</a:t>
            </a:r>
          </a:p>
        </p:txBody>
      </p:sp>
      <p:sp>
        <p:nvSpPr>
          <p:cNvPr id="538" name="native-text-141">
            <a:extLst xmlns:a="http://schemas.openxmlformats.org/drawingml/2006/main">
              <a:ext uri="{FF2B5EF4-FFF2-40B4-BE49-F238E27FC236}">
                <a16:creationId xmlns:a16="http://schemas.microsoft.com/office/drawing/2014/main" id="{8197E52B-413A-496F-BF53-94AC29A7B9B9}"/>
              </a:ext>
            </a:extLst>
          </p:cNvPr>
          <p:cNvSpPr>
            <a:spLocks xmlns:a="http://schemas.openxmlformats.org/drawingml/2006/main" noGrp="1"/>
          </p:cNvSpPr>
          <p:nvPr/>
        </p:nvSpPr>
        <p:spPr>
          <a:xfrm xmlns:a="http://schemas.openxmlformats.org/drawingml/2006/main" rot="0">
            <a:off x="14169361" y="3263255"/>
            <a:ext cx="34280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B55</a:t>
            </a:r>
          </a:p>
        </p:txBody>
      </p:sp>
      <p:sp>
        <p:nvSpPr>
          <p:cNvPr id="539" name="marker-521">
            <a:extLst xmlns:a="http://schemas.openxmlformats.org/drawingml/2006/main">
              <a:ext uri="{FF2B5EF4-FFF2-40B4-BE49-F238E27FC236}">
                <a16:creationId xmlns:a16="http://schemas.microsoft.com/office/drawing/2014/main" id="{140737B5-0C1B-4FC5-849D-DDED2705832F}"/>
              </a:ext>
            </a:extLst>
          </p:cNvPr>
          <p:cNvSpPr>
            <a:spLocks xmlns:a="http://schemas.openxmlformats.org/drawingml/2006/main" noGrp="1"/>
          </p:cNvSpPr>
          <p:nvPr/>
        </p:nvSpPr>
        <p:spPr>
          <a:xfrm xmlns:a="http://schemas.openxmlformats.org/drawingml/2006/main">
            <a:off x="12780797" y="759142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540" name="marker-522">
            <a:extLst xmlns:a="http://schemas.openxmlformats.org/drawingml/2006/main">
              <a:ext uri="{FF2B5EF4-FFF2-40B4-BE49-F238E27FC236}">
                <a16:creationId xmlns:a16="http://schemas.microsoft.com/office/drawing/2014/main" id="{9B55E5EE-8512-4907-ACF0-EABACE9DEC5A}"/>
              </a:ext>
            </a:extLst>
          </p:cNvPr>
          <p:cNvSpPr>
            <a:spLocks xmlns:a="http://schemas.openxmlformats.org/drawingml/2006/main" noGrp="1"/>
          </p:cNvSpPr>
          <p:nvPr/>
        </p:nvSpPr>
        <p:spPr>
          <a:xfrm xmlns:a="http://schemas.openxmlformats.org/drawingml/2006/main">
            <a:off x="12780797" y="705040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541" name="marker-523">
            <a:extLst xmlns:a="http://schemas.openxmlformats.org/drawingml/2006/main">
              <a:ext uri="{FF2B5EF4-FFF2-40B4-BE49-F238E27FC236}">
                <a16:creationId xmlns:a16="http://schemas.microsoft.com/office/drawing/2014/main" id="{0CA8DD6F-01D0-4822-9C9E-79073E60B797}"/>
              </a:ext>
            </a:extLst>
          </p:cNvPr>
          <p:cNvSpPr>
            <a:spLocks xmlns:a="http://schemas.openxmlformats.org/drawingml/2006/main" noGrp="1"/>
          </p:cNvSpPr>
          <p:nvPr/>
        </p:nvSpPr>
        <p:spPr>
          <a:xfrm xmlns:a="http://schemas.openxmlformats.org/drawingml/2006/main">
            <a:off x="12780797" y="650938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542" name="tree-5-branch-1">
            <a:extLst xmlns:a="http://schemas.openxmlformats.org/drawingml/2006/main">
              <a:ext uri="{FF2B5EF4-FFF2-40B4-BE49-F238E27FC236}">
                <a16:creationId xmlns:a16="http://schemas.microsoft.com/office/drawing/2014/main" id="{49BD3C76-28EB-40A2-A943-97B480012624}"/>
              </a:ext>
            </a:extLst>
          </p:cNvPr>
          <p:cNvSpPr>
            <a:spLocks xmlns:a="http://schemas.openxmlformats.org/drawingml/2006/main" noGrp="1"/>
          </p:cNvSpPr>
          <p:nvPr/>
        </p:nvSpPr>
        <p:spPr>
          <a:xfrm xmlns:a="http://schemas.openxmlformats.org/drawingml/2006/main">
            <a:off x="14036201" y="6779895"/>
            <a:ext cx="0" cy="270510"/>
          </a:xfrm>
          <a:prstGeom xmlns:a="http://schemas.openxmlformats.org/drawingml/2006/main" prst="line">
            <a:avLst/>
          </a:prstGeom>
          <a:noFill xmlns:a="http://schemas.openxmlformats.org/drawingml/2006/main"/>
          <a:ln xmlns:a="http://schemas.openxmlformats.org/drawingml/2006/main" w="16193">
            <a:solidFill>
              <a:srgbClr val="007858"/>
            </a:solidFill>
            <a:prstDash val="solid"/>
          </a:ln>
        </p:spPr>
      </p:sp>
      <p:sp>
        <p:nvSpPr>
          <p:cNvPr id="543" name="tree-5-branch-2">
            <a:extLst xmlns:a="http://schemas.openxmlformats.org/drawingml/2006/main">
              <a:ext uri="{FF2B5EF4-FFF2-40B4-BE49-F238E27FC236}">
                <a16:creationId xmlns:a16="http://schemas.microsoft.com/office/drawing/2014/main" id="{60A65679-9E02-4D02-A997-7A12A02EDFB2}"/>
              </a:ext>
            </a:extLst>
          </p:cNvPr>
          <p:cNvSpPr>
            <a:spLocks xmlns:a="http://schemas.openxmlformats.org/drawingml/2006/main" noGrp="1"/>
          </p:cNvSpPr>
          <p:nvPr/>
        </p:nvSpPr>
        <p:spPr>
          <a:xfrm xmlns:a="http://schemas.openxmlformats.org/drawingml/2006/main">
            <a:off x="14387950" y="6779895"/>
            <a:ext cx="0" cy="270510"/>
          </a:xfrm>
          <a:prstGeom xmlns:a="http://schemas.openxmlformats.org/drawingml/2006/main" prst="line">
            <a:avLst/>
          </a:prstGeom>
          <a:noFill xmlns:a="http://schemas.openxmlformats.org/drawingml/2006/main"/>
          <a:ln xmlns:a="http://schemas.openxmlformats.org/drawingml/2006/main" w="16193">
            <a:solidFill>
              <a:srgbClr val="A02C87"/>
            </a:solidFill>
            <a:prstDash val="solid"/>
          </a:ln>
        </p:spPr>
      </p:sp>
      <p:sp>
        <p:nvSpPr>
          <p:cNvPr id="544" name="tree-5-branch-3">
            <a:extLst xmlns:a="http://schemas.openxmlformats.org/drawingml/2006/main">
              <a:ext uri="{FF2B5EF4-FFF2-40B4-BE49-F238E27FC236}">
                <a16:creationId xmlns:a16="http://schemas.microsoft.com/office/drawing/2014/main" id="{E095CD2A-85D8-41DA-82CC-26CA30FF177D}"/>
              </a:ext>
            </a:extLst>
          </p:cNvPr>
          <p:cNvSpPr>
            <a:spLocks xmlns:a="http://schemas.openxmlformats.org/drawingml/2006/main" noGrp="1"/>
          </p:cNvSpPr>
          <p:nvPr/>
        </p:nvSpPr>
        <p:spPr>
          <a:xfrm xmlns:a="http://schemas.openxmlformats.org/drawingml/2006/main">
            <a:off x="14036201" y="6779895"/>
            <a:ext cx="351748"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545" name="tree-5-branch-4">
            <a:extLst xmlns:a="http://schemas.openxmlformats.org/drawingml/2006/main">
              <a:ext uri="{FF2B5EF4-FFF2-40B4-BE49-F238E27FC236}">
                <a16:creationId xmlns:a16="http://schemas.microsoft.com/office/drawing/2014/main" id="{E089EF7F-D7CF-4D20-BF68-7DC9CCAC5869}"/>
              </a:ext>
            </a:extLst>
          </p:cNvPr>
          <p:cNvSpPr>
            <a:spLocks xmlns:a="http://schemas.openxmlformats.org/drawingml/2006/main" noGrp="1"/>
          </p:cNvSpPr>
          <p:nvPr/>
        </p:nvSpPr>
        <p:spPr>
          <a:xfrm xmlns:a="http://schemas.openxmlformats.org/drawingml/2006/main">
            <a:off x="12980957" y="6509385"/>
            <a:ext cx="0" cy="54102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546" name="tree-5-branch-5">
            <a:extLst xmlns:a="http://schemas.openxmlformats.org/drawingml/2006/main">
              <a:ext uri="{FF2B5EF4-FFF2-40B4-BE49-F238E27FC236}">
                <a16:creationId xmlns:a16="http://schemas.microsoft.com/office/drawing/2014/main" id="{3FFBFBC2-9259-4365-AEF6-AB3856E7B7DA}"/>
              </a:ext>
            </a:extLst>
          </p:cNvPr>
          <p:cNvSpPr>
            <a:spLocks xmlns:a="http://schemas.openxmlformats.org/drawingml/2006/main" noGrp="1"/>
          </p:cNvSpPr>
          <p:nvPr/>
        </p:nvSpPr>
        <p:spPr>
          <a:xfrm xmlns:a="http://schemas.openxmlformats.org/drawingml/2006/main">
            <a:off x="13332705" y="6509385"/>
            <a:ext cx="0" cy="54102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547" name="tree-5-branch-6">
            <a:extLst xmlns:a="http://schemas.openxmlformats.org/drawingml/2006/main">
              <a:ext uri="{FF2B5EF4-FFF2-40B4-BE49-F238E27FC236}">
                <a16:creationId xmlns:a16="http://schemas.microsoft.com/office/drawing/2014/main" id="{94A1266E-9686-4FFC-BF3C-7E8F99982703}"/>
              </a:ext>
            </a:extLst>
          </p:cNvPr>
          <p:cNvSpPr>
            <a:spLocks xmlns:a="http://schemas.openxmlformats.org/drawingml/2006/main" noGrp="1"/>
          </p:cNvSpPr>
          <p:nvPr/>
        </p:nvSpPr>
        <p:spPr>
          <a:xfrm xmlns:a="http://schemas.openxmlformats.org/drawingml/2006/main">
            <a:off x="13684453" y="6509385"/>
            <a:ext cx="0" cy="54102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548" name="tree-5-branch-7">
            <a:extLst xmlns:a="http://schemas.openxmlformats.org/drawingml/2006/main">
              <a:ext uri="{FF2B5EF4-FFF2-40B4-BE49-F238E27FC236}">
                <a16:creationId xmlns:a16="http://schemas.microsoft.com/office/drawing/2014/main" id="{A564CEEA-7071-4338-AB05-6032D391E295}"/>
              </a:ext>
            </a:extLst>
          </p:cNvPr>
          <p:cNvSpPr>
            <a:spLocks xmlns:a="http://schemas.openxmlformats.org/drawingml/2006/main" noGrp="1"/>
          </p:cNvSpPr>
          <p:nvPr/>
        </p:nvSpPr>
        <p:spPr>
          <a:xfrm xmlns:a="http://schemas.openxmlformats.org/drawingml/2006/main">
            <a:off x="14212075" y="650938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549" name="tree-5-branch-8">
            <a:extLst xmlns:a="http://schemas.openxmlformats.org/drawingml/2006/main">
              <a:ext uri="{FF2B5EF4-FFF2-40B4-BE49-F238E27FC236}">
                <a16:creationId xmlns:a16="http://schemas.microsoft.com/office/drawing/2014/main" id="{A50FAB95-C9A7-46FE-A0BE-DBDF4C778711}"/>
              </a:ext>
            </a:extLst>
          </p:cNvPr>
          <p:cNvSpPr>
            <a:spLocks xmlns:a="http://schemas.openxmlformats.org/drawingml/2006/main" noGrp="1"/>
          </p:cNvSpPr>
          <p:nvPr/>
        </p:nvSpPr>
        <p:spPr>
          <a:xfrm xmlns:a="http://schemas.openxmlformats.org/drawingml/2006/main">
            <a:off x="12980957" y="6509385"/>
            <a:ext cx="1231119"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550" name="tree-5-branch-9">
            <a:extLst xmlns:a="http://schemas.openxmlformats.org/drawingml/2006/main">
              <a:ext uri="{FF2B5EF4-FFF2-40B4-BE49-F238E27FC236}">
                <a16:creationId xmlns:a16="http://schemas.microsoft.com/office/drawing/2014/main" id="{C5317F44-E010-44BF-844B-B61B2E5262C9}"/>
              </a:ext>
            </a:extLst>
          </p:cNvPr>
          <p:cNvSpPr>
            <a:spLocks xmlns:a="http://schemas.openxmlformats.org/drawingml/2006/main" noGrp="1"/>
          </p:cNvSpPr>
          <p:nvPr/>
        </p:nvSpPr>
        <p:spPr>
          <a:xfrm xmlns:a="http://schemas.openxmlformats.org/drawingml/2006/main">
            <a:off x="13596516" y="6333554"/>
            <a:ext cx="0" cy="175832"/>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551" name="path-533">
            <a:extLst xmlns:a="http://schemas.openxmlformats.org/drawingml/2006/main">
              <a:ext uri="{FF2B5EF4-FFF2-40B4-BE49-F238E27FC236}">
                <a16:creationId xmlns:a16="http://schemas.microsoft.com/office/drawing/2014/main" id="{CC1176F9-4DEB-4B89-8147-02D5879EBA7E}"/>
              </a:ext>
            </a:extLst>
          </p:cNvPr>
          <p:cNvSpPr>
            <a:spLocks xmlns:a="http://schemas.openxmlformats.org/drawingml/2006/main" noGrp="1"/>
          </p:cNvSpPr>
          <p:nvPr/>
        </p:nvSpPr>
        <p:spPr>
          <a:xfrm xmlns:a="http://schemas.openxmlformats.org/drawingml/2006/main">
            <a:off x="12809372" y="6103620"/>
            <a:ext cx="10" cy="1825943"/>
          </a:xfrm>
          <a:custGeom xmlns:a="http://schemas.openxmlformats.org/drawingml/2006/main">
            <a:pathLst>
              <a:path w="10" h="1825943">
                <a:moveTo>
                  <a:pt x="0" y="1825943"/>
                </a:moveTo>
                <a:lnTo>
                  <a:pt x="0" y="0"/>
                </a:lnTo>
              </a:path>
            </a:pathLst>
          </a:custGeom>
          <a:noFill xmlns:a="http://schemas.openxmlformats.org/drawingml/2006/main"/>
          <a:ln xmlns:a="http://schemas.openxmlformats.org/drawingml/2006/main" w="7620">
            <a:solidFill>
              <a:srgbClr val="68727A"/>
            </a:solidFill>
            <a:prstDash val="solid"/>
          </a:ln>
        </p:spPr>
      </p:sp>
      <p:sp>
        <p:nvSpPr>
          <p:cNvPr id="552" name="native-text-146">
            <a:extLst xmlns:a="http://schemas.openxmlformats.org/drawingml/2006/main">
              <a:ext uri="{FF2B5EF4-FFF2-40B4-BE49-F238E27FC236}">
                <a16:creationId xmlns:a16="http://schemas.microsoft.com/office/drawing/2014/main" id="{B32D2B9D-B03B-4D8D-8710-5EED998EB440}"/>
              </a:ext>
            </a:extLst>
          </p:cNvPr>
          <p:cNvSpPr>
            <a:spLocks xmlns:a="http://schemas.openxmlformats.org/drawingml/2006/main" noGrp="1"/>
          </p:cNvSpPr>
          <p:nvPr/>
        </p:nvSpPr>
        <p:spPr>
          <a:xfrm xmlns:a="http://schemas.openxmlformats.org/drawingml/2006/main" rot="0">
            <a:off x="13764882" y="7073646"/>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A55</a:t>
            </a:r>
          </a:p>
        </p:txBody>
      </p:sp>
      <p:sp>
        <p:nvSpPr>
          <p:cNvPr id="553" name="native-text-147">
            <a:extLst xmlns:a="http://schemas.openxmlformats.org/drawingml/2006/main">
              <a:ext uri="{FF2B5EF4-FFF2-40B4-BE49-F238E27FC236}">
                <a16:creationId xmlns:a16="http://schemas.microsoft.com/office/drawing/2014/main" id="{5B5CE64E-E89F-4A2C-AD61-15BB067473BE}"/>
              </a:ext>
            </a:extLst>
          </p:cNvPr>
          <p:cNvSpPr>
            <a:spLocks xmlns:a="http://schemas.openxmlformats.org/drawingml/2006/main" noGrp="1"/>
          </p:cNvSpPr>
          <p:nvPr/>
        </p:nvSpPr>
        <p:spPr>
          <a:xfrm xmlns:a="http://schemas.openxmlformats.org/drawingml/2006/main" rot="0">
            <a:off x="14211880" y="7073646"/>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B55</a:t>
            </a:r>
          </a:p>
        </p:txBody>
      </p:sp>
      <p:sp>
        <p:nvSpPr>
          <p:cNvPr id="554" name="native-text-148">
            <a:extLst xmlns:a="http://schemas.openxmlformats.org/drawingml/2006/main">
              <a:ext uri="{FF2B5EF4-FFF2-40B4-BE49-F238E27FC236}">
                <a16:creationId xmlns:a16="http://schemas.microsoft.com/office/drawing/2014/main" id="{6847F3F7-F483-4C50-81F7-9CBA5C589C27}"/>
              </a:ext>
            </a:extLst>
          </p:cNvPr>
          <p:cNvSpPr>
            <a:spLocks xmlns:a="http://schemas.openxmlformats.org/drawingml/2006/main" noGrp="1"/>
          </p:cNvSpPr>
          <p:nvPr/>
        </p:nvSpPr>
        <p:spPr>
          <a:xfrm xmlns:a="http://schemas.openxmlformats.org/drawingml/2006/main" rot="0">
            <a:off x="13760841" y="5919445"/>
            <a:ext cx="7842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2 levels</a:t>
            </a:r>
          </a:p>
        </p:txBody>
      </p:sp>
      <p:sp>
        <p:nvSpPr>
          <p:cNvPr id="555" name="native-text-149">
            <a:extLst xmlns:a="http://schemas.openxmlformats.org/drawingml/2006/main">
              <a:ext uri="{FF2B5EF4-FFF2-40B4-BE49-F238E27FC236}">
                <a16:creationId xmlns:a16="http://schemas.microsoft.com/office/drawing/2014/main" id="{650B7D0F-38C6-4A77-8EEF-E420DA042912}"/>
              </a:ext>
            </a:extLst>
          </p:cNvPr>
          <p:cNvSpPr>
            <a:spLocks xmlns:a="http://schemas.openxmlformats.org/drawingml/2006/main" noGrp="1"/>
          </p:cNvSpPr>
          <p:nvPr/>
        </p:nvSpPr>
        <p:spPr>
          <a:xfrm xmlns:a="http://schemas.openxmlformats.org/drawingml/2006/main" rot="0">
            <a:off x="716280" y="81915"/>
            <a:ext cx="252364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(a) Full sequence · ε = 5%</a:t>
            </a:r>
          </a:p>
        </p:txBody>
      </p:sp>
      <p:sp>
        <p:nvSpPr>
          <p:cNvPr id="556" name="native-text-150">
            <a:extLst xmlns:a="http://schemas.openxmlformats.org/drawingml/2006/main">
              <a:ext uri="{FF2B5EF4-FFF2-40B4-BE49-F238E27FC236}">
                <a16:creationId xmlns:a16="http://schemas.microsoft.com/office/drawing/2014/main" id="{39E3F28C-EADC-4B78-8143-E72410AA8AF0}"/>
              </a:ext>
            </a:extLst>
          </p:cNvPr>
          <p:cNvSpPr>
            <a:spLocks xmlns:a="http://schemas.openxmlformats.org/drawingml/2006/main" noGrp="1"/>
          </p:cNvSpPr>
          <p:nvPr/>
        </p:nvSpPr>
        <p:spPr>
          <a:xfrm xmlns:a="http://schemas.openxmlformats.org/drawingml/2006/main" rot="0">
            <a:off x="716280" y="2461641"/>
            <a:ext cx="1973294" cy="2853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(b) Spatial reference</a:t>
            </a:r>
          </a:p>
        </p:txBody>
      </p:sp>
      <p:sp>
        <p:nvSpPr>
          <p:cNvPr id="557" name="native-text-151">
            <a:extLst xmlns:a="http://schemas.openxmlformats.org/drawingml/2006/main">
              <a:ext uri="{FF2B5EF4-FFF2-40B4-BE49-F238E27FC236}">
                <a16:creationId xmlns:a16="http://schemas.microsoft.com/office/drawing/2014/main" id="{9B1D5BE4-4DCC-474C-94FF-C6EBCCBC6BAE}"/>
              </a:ext>
            </a:extLst>
          </p:cNvPr>
          <p:cNvSpPr>
            <a:spLocks xmlns:a="http://schemas.openxmlformats.org/drawingml/2006/main" noGrp="1"/>
          </p:cNvSpPr>
          <p:nvPr/>
        </p:nvSpPr>
        <p:spPr>
          <a:xfrm xmlns:a="http://schemas.openxmlformats.org/drawingml/2006/main" rot="0">
            <a:off x="4865370" y="2465070"/>
            <a:ext cx="2346198"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(c) Leaf correspondence</a:t>
            </a:r>
          </a:p>
        </p:txBody>
      </p:sp>
      <p:sp>
        <p:nvSpPr>
          <p:cNvPr id="558" name="native-text-152">
            <a:extLst xmlns:a="http://schemas.openxmlformats.org/drawingml/2006/main">
              <a:ext uri="{FF2B5EF4-FFF2-40B4-BE49-F238E27FC236}">
                <a16:creationId xmlns:a16="http://schemas.microsoft.com/office/drawing/2014/main" id="{CB72A892-F7DB-4360-B1E4-E7F65B9B945A}"/>
              </a:ext>
            </a:extLst>
          </p:cNvPr>
          <p:cNvSpPr>
            <a:spLocks xmlns:a="http://schemas.openxmlformats.org/drawingml/2006/main" noGrp="1"/>
          </p:cNvSpPr>
          <p:nvPr/>
        </p:nvSpPr>
        <p:spPr>
          <a:xfrm xmlns:a="http://schemas.openxmlformats.org/drawingml/2006/main" rot="0">
            <a:off x="1443314" y="2804541"/>
            <a:ext cx="12172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Reference q</a:t>
            </a:r>
          </a:p>
        </p:txBody>
      </p:sp>
      <p:sp>
        <p:nvSpPr>
          <p:cNvPr id="559" name="native-text-153">
            <a:extLst xmlns:a="http://schemas.openxmlformats.org/drawingml/2006/main">
              <a:ext uri="{FF2B5EF4-FFF2-40B4-BE49-F238E27FC236}">
                <a16:creationId xmlns:a16="http://schemas.microsoft.com/office/drawing/2014/main" id="{23F37ECB-C3B2-443E-85F7-AF8578ECD12F}"/>
              </a:ext>
            </a:extLst>
          </p:cNvPr>
          <p:cNvSpPr>
            <a:spLocks xmlns:a="http://schemas.openxmlformats.org/drawingml/2006/main" noGrp="1"/>
          </p:cNvSpPr>
          <p:nvPr/>
        </p:nvSpPr>
        <p:spPr>
          <a:xfrm xmlns:a="http://schemas.openxmlformats.org/drawingml/2006/main" rot="0">
            <a:off x="3405045" y="2804541"/>
            <a:ext cx="733711"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ε = 0%</a:t>
            </a:r>
          </a:p>
        </p:txBody>
      </p:sp>
      <p:sp>
        <p:nvSpPr>
          <p:cNvPr id="560" name="native-text-154">
            <a:extLst xmlns:a="http://schemas.openxmlformats.org/drawingml/2006/main">
              <a:ext uri="{FF2B5EF4-FFF2-40B4-BE49-F238E27FC236}">
                <a16:creationId xmlns:a16="http://schemas.microsoft.com/office/drawing/2014/main" id="{F3D5184D-6FF9-4008-AA96-F258921E1F30}"/>
              </a:ext>
            </a:extLst>
          </p:cNvPr>
          <p:cNvSpPr>
            <a:spLocks xmlns:a="http://schemas.openxmlformats.org/drawingml/2006/main" noGrp="1"/>
          </p:cNvSpPr>
          <p:nvPr/>
        </p:nvSpPr>
        <p:spPr>
          <a:xfrm xmlns:a="http://schemas.openxmlformats.org/drawingml/2006/main" rot="0">
            <a:off x="972769" y="3022283"/>
            <a:ext cx="72170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t = 212</a:t>
            </a:r>
          </a:p>
        </p:txBody>
      </p:sp>
      <p:sp>
        <p:nvSpPr>
          <p:cNvPr id="561" name="native-text-155">
            <a:extLst xmlns:a="http://schemas.openxmlformats.org/drawingml/2006/main">
              <a:ext uri="{FF2B5EF4-FFF2-40B4-BE49-F238E27FC236}">
                <a16:creationId xmlns:a16="http://schemas.microsoft.com/office/drawing/2014/main" id="{41AEE1CA-6A03-46AD-87E6-E58D2E578257}"/>
              </a:ext>
            </a:extLst>
          </p:cNvPr>
          <p:cNvSpPr>
            <a:spLocks xmlns:a="http://schemas.openxmlformats.org/drawingml/2006/main" noGrp="1"/>
          </p:cNvSpPr>
          <p:nvPr/>
        </p:nvSpPr>
        <p:spPr>
          <a:xfrm xmlns:a="http://schemas.openxmlformats.org/drawingml/2006/main" rot="0">
            <a:off x="972769" y="3990975"/>
            <a:ext cx="72170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t = 218</a:t>
            </a:r>
          </a:p>
        </p:txBody>
      </p:sp>
      <p:sp>
        <p:nvSpPr>
          <p:cNvPr id="562" name="native-text-156">
            <a:extLst xmlns:a="http://schemas.openxmlformats.org/drawingml/2006/main">
              <a:ext uri="{FF2B5EF4-FFF2-40B4-BE49-F238E27FC236}">
                <a16:creationId xmlns:a16="http://schemas.microsoft.com/office/drawing/2014/main" id="{E8EDDAF4-14D2-4992-90A1-19AFC3D000E7}"/>
              </a:ext>
            </a:extLst>
          </p:cNvPr>
          <p:cNvSpPr>
            <a:spLocks xmlns:a="http://schemas.openxmlformats.org/drawingml/2006/main" noGrp="1"/>
          </p:cNvSpPr>
          <p:nvPr/>
        </p:nvSpPr>
        <p:spPr>
          <a:xfrm xmlns:a="http://schemas.openxmlformats.org/drawingml/2006/main" rot="0">
            <a:off x="972769" y="4959668"/>
            <a:ext cx="72256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t = 224</a:t>
            </a:r>
          </a:p>
        </p:txBody>
      </p:sp>
      <p:sp>
        <p:nvSpPr>
          <p:cNvPr id="563" name="native-text-157">
            <a:extLst xmlns:a="http://schemas.openxmlformats.org/drawingml/2006/main">
              <a:ext uri="{FF2B5EF4-FFF2-40B4-BE49-F238E27FC236}">
                <a16:creationId xmlns:a16="http://schemas.microsoft.com/office/drawing/2014/main" id="{CBA08DE0-25ED-47BC-9CB4-C1455FB3D91D}"/>
              </a:ext>
            </a:extLst>
          </p:cNvPr>
          <p:cNvSpPr>
            <a:spLocks xmlns:a="http://schemas.openxmlformats.org/drawingml/2006/main" noGrp="1"/>
          </p:cNvSpPr>
          <p:nvPr/>
        </p:nvSpPr>
        <p:spPr>
          <a:xfrm xmlns:a="http://schemas.openxmlformats.org/drawingml/2006/main" rot="0">
            <a:off x="972769" y="5928360"/>
            <a:ext cx="72256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t = 230</a:t>
            </a:r>
          </a:p>
        </p:txBody>
      </p:sp>
      <p:sp>
        <p:nvSpPr>
          <p:cNvPr id="564" name="native-text-158">
            <a:extLst xmlns:a="http://schemas.openxmlformats.org/drawingml/2006/main">
              <a:ext uri="{FF2B5EF4-FFF2-40B4-BE49-F238E27FC236}">
                <a16:creationId xmlns:a16="http://schemas.microsoft.com/office/drawing/2014/main" id="{CB575826-3544-4CFA-ABE0-E4C0251E4CDB}"/>
              </a:ext>
            </a:extLst>
          </p:cNvPr>
          <p:cNvSpPr>
            <a:spLocks xmlns:a="http://schemas.openxmlformats.org/drawingml/2006/main" noGrp="1"/>
          </p:cNvSpPr>
          <p:nvPr/>
        </p:nvSpPr>
        <p:spPr>
          <a:xfrm xmlns:a="http://schemas.openxmlformats.org/drawingml/2006/main" rot="0">
            <a:off x="972769" y="6897053"/>
            <a:ext cx="72256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t = 236</a:t>
            </a:r>
          </a:p>
        </p:txBody>
      </p:sp>
      <p:sp>
        <p:nvSpPr>
          <p:cNvPr id="565" name="native-text-159">
            <a:extLst xmlns:a="http://schemas.openxmlformats.org/drawingml/2006/main">
              <a:ext uri="{FF2B5EF4-FFF2-40B4-BE49-F238E27FC236}">
                <a16:creationId xmlns:a16="http://schemas.microsoft.com/office/drawing/2014/main" id="{D58D7BF8-E70F-48C0-948E-54D9C7794C1A}"/>
              </a:ext>
            </a:extLst>
          </p:cNvPr>
          <p:cNvSpPr>
            <a:spLocks xmlns:a="http://schemas.openxmlformats.org/drawingml/2006/main" noGrp="1"/>
          </p:cNvSpPr>
          <p:nvPr/>
        </p:nvSpPr>
        <p:spPr>
          <a:xfrm xmlns:a="http://schemas.openxmlformats.org/drawingml/2006/main" rot="0">
            <a:off x="4865370" y="5645468"/>
            <a:ext cx="4203002"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(d) Progressive hierarchy relaxation · t = 236</a:t>
            </a:r>
          </a:p>
        </p:txBody>
      </p:sp>
    </p:spTree>
    <p:extLst>
      <p:ext uri="{BB962C8B-B14F-4D97-AF65-F5344CB8AC3E}">
        <p14:creationId xmlns:p14="http://schemas.microsoft.com/office/powerpoint/2010/main" val="20216327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2026-10-30T07:34:42.9320000Z</dcterms:created>
  <dcterms:modified xsi:type="dcterms:W3CDTF">2026-10-30T07:34:42.9320000Z</dcterms:modified>
</coreProperties>
</file>