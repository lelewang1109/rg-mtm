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d2318aea2e416a" /><Relationship Type="http://schemas.openxmlformats.org/officeDocument/2006/relationships/extended-properties" Target="/docProps/app.xml" Id="Raa64eea4597c4399" /><Relationship Type="http://schemas.openxmlformats.org/officeDocument/2006/relationships/officeDocument" Target="/ppt/presentation.xml" Id="R7fd2098c7abd40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5a9f308a4d4dd0"/>
  </p:sldMasterIdLst>
  <p:notesMasterIdLst>
    <p:notesMasterId xmlns:r="http://schemas.openxmlformats.org/officeDocument/2006/relationships" r:id="R160d422402814b7c"/>
  </p:notesMasterIdLst>
  <p:sldIdLst>
    <p:sldId xmlns:r="http://schemas.openxmlformats.org/officeDocument/2006/relationships" id="256" r:id="R321c5432c7414306"/>
  </p:sldIdLst>
  <p:sldSz cx="12801600" cy="609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293fe156f44dfb" /><Relationship Type="http://schemas.openxmlformats.org/officeDocument/2006/relationships/slideMaster" Target="/ppt/slideMasters/slideMaster1.xml" Id="Rce5a9f308a4d4dd0" /><Relationship Type="http://schemas.openxmlformats.org/officeDocument/2006/relationships/notesMaster" Target="/ppt/notesMasters/notesMaster1.xml" Id="R160d422402814b7c" /><Relationship Type="http://schemas.openxmlformats.org/officeDocument/2006/relationships/presProps" Target="/ppt/presProps.xml" Id="Rd7475f221e924eaa" /><Relationship Type="http://schemas.openxmlformats.org/officeDocument/2006/relationships/tableStyles" Target="/ppt/tableStyles.xml" Id="R38a4300b2a254924" /><Relationship Type="http://schemas.openxmlformats.org/officeDocument/2006/relationships/slide" Target="/ppt/slides/slide1.xml" Id="R321c5432c74143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7727bbce341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e8d46a0614491f" /><Relationship Type="http://schemas.openxmlformats.org/officeDocument/2006/relationships/notesMaster" Target="/ppt/notesMasters/notesMaster1.xml" Id="R93c89d17e7e640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authorized experiment: ERA5 December 1 00:00–December31 23:00 1999, 744 actual hourly observations. d=[0.9478317491832081, -0.3187710388982978], angle=-18.588619 degrees in equal-area coordinates. RG-MTM-R20 recomputed with the existing solver and optimal scalar barriers. Analysis:49x49 grid,250km smoothing,192-hour centered pressure anomaly baseline. This differs from the reference papers spatial preprocessing. Five published event dates/names follow TMTM Fig1, https://www.csc.kth.se/~weinkauf/publications/documents/koepp22.pdf . Annotation targets are actual computed minima nearest the published event region; identities are not independently validated cyclone tracks. Maps are native 0.25degree ERA5 hourly anomaly fields. Intermediate display columns use conservative anchor alignment; original744 scalar columns unchanged. This is an additional experiment; existing manuscript numbers and the118-frame main suite are unchanged. Events: [{"frame": 66, "date": "1999-12-03 18:00", "label": "Cyclone Anatol", "computed_track_id": 10, "computed_minimum_lonlat": [10.714285714285714, 55.898925088212714], "anchor": 0.5083428819489186, "value_hPa": -23.769877835416683, "association": "nearest computed extremum to published event region; no independently verified physical tracking identity"}, {"frame": 405, "date": "1999-12-17 21:00", "label": "Strong storm over Scandinavia", "computed_track_id": 68, "computed_minimum_lonlat": [15.000000000000002, 61.11526665243035], "anchor": 0.5279911954434983, "value_hPa": -26.117821436974296, "association": "nearest computed extremum to published event region; no independently verified physical tracking identity"}, {"frame": 575, "date": "1999-12-24 23:00", "label": "Strong storm over the British Isles and Norway", "computed_track_id": 113, "computed_minimum_lonlat": [-2.142857142857143, 55.898925088212714], "anchor": 0.3747037527199593, "value_hPa": -25.9252721915634, "association": "nearest computed extremum to published event region; no independently verified physical tracking identity"}, {"frame": 610, "date": "1999-12-26 10:00", "label": "Cyclone Lothar", "computed_track_id": 130, "computed_minimum_lonlat": [7.857142857142858, 50.44356386922743], "anchor": 0.517861235120954, "value_hPa": -21.563336802880915, "association": "nearest computed extremum to published event region; no independently verified physical tracking identity"}, {"frame": 645, "date": "1999-12-27 21:00", "label": "Cyclone Martin", "computed_track_id": 141, "computed_minimum_lonlat": [3.5714285714285743, 47.135364049152884], "anchor": 0.48891695139322705, "value_hPa": -27.33887300096107, "association": "nearest computed extremum to published event region; no independently verified physical tracking identity"}] Right panel: {"event_frame": 610, "event_time": "1999-12-26 10:00:00", "local_frames": [600, 623], "labels": {"A": {"track_id": 130, "frame": 610, "lonlat": [7.857142857142858, 50.44356386922743], "actual_anchor": 0.517861235120954, "reference": 0.5095279017876208, "field_hPa": -21.563336802880915, "source_position_px": [1182.5, 171.48021010838522], "samples": [{"frame": 601, "date": "1999-12-26 01:00:00", "actual_anchor": 0.35178230406587174, "reference": 0.3601156373992051, "lonlat": [-6.428571428571429, 49.595639856116314]}, {"frame": 602, "date": "1999-12-26 02:00:00", "actual_anchor": 0.36725917658603074, "reference": 0.37559250991936405, "lonlat": [-5.0, 49.595639856116314]}, {"frame": 603, "date": "1999-12-26 03:00:00", "actual_anchor": 0.3827360491061897, "reference": 0.391069382439523, "lonlat": [-3.571428571428571, 49.595639856116314]}, {"frame": 604, "date": "1999-12-26 04:00:00", "actual_anchor": 0.4083333333333334, "reference": 0.4166666666666667, "lonlat": [-0.7142857142857143, 50.44356386922743]}, {"frame": 605, "date": "1999-12-26 05:00:00", "actual_anchor": 0.4289095314702889, "reference": 0.4375000000000001, "lonlat": [0.7142857142857143, 49.595639856116314]}, {"frame": 606, "date": "1999-12-26 06:00:00", "actual_anchor": 0.4353247828223805, "reference": 0.4476204117069847, "lonlat": [2.142857142857143, 50.44356386922743]}, {"frame": 607, "date": "1999-12-26 07:00:00", "actual_anchor": 0.4732979596213334, "reference": 0.4630972842271438, "lonlat": [3.5714285714285743, 50.44356386922743]}, {"frame": 608, "date": "1999-12-26 08:00:00", "actual_anchor": 0.486907490080636, "reference": 0.47857415674730275, "lonlat": [5.0, 50.44356386922743]}, {"frame": 609, "date": "1999-12-26 09:00:00", "actual_anchor": 0.5023843626007951, "reference": 0.49405102926746164, "lonlat": [6.428571428571424, 50.44356386922743]}, {"frame": 610, "date": "1999-12-26 10:00:00", "actual_anchor": 0.517861235120954, "reference": 0.5095279017876208, "lonlat": [7.857142857142858, 50.44356386922743]}, {"frame": 611, "date": "1999-12-26 11:00:00", "actual_anchor": 0.5333381076411131, "reference": 0.5250047743077797, "lonlat": [9.285714285714288, 50.44356386922743]}, {"frame": 612, "date": "1999-12-26 12:00:00", "actual_anchor": 0.5488149801612721, "reference": 0.5404816468279388, "lonlat": [10.714285714285714, 50.44356386922743]}, {"frame": 613, "date": "1999-12-26 13:00:00", "actual_anchor": 0.564291852681431, "reference": 0.5559585193480976, "lonlat": [12.14285714285714, 50.44356386922743]}, {"frame": 614, "date": "1999-12-26 14:00:00", "actual_anchor": 0.5797687252015901, "reference": 0.5714353918682566, "lonlat": [13.571428571428573, 50.44356386922743]}, {"frame": 615, "date": "1999-12-26 15:00:00", "actual_anchor": 0.5797687252015901, "reference": 0.5714353918682566, "lonlat": [13.571428571428573, 50.44356386922743]}, {"frame": 616, "date": "1999-12-26 16:00:00", "actual_anchor": 0.5952455977217491, "reference": 0.5869122643884157, "lonlat": [15.000000000000002, 50.44356386922743]}, {"frame": 617, "date": "1999-12-26 17:00:00", "actual_anchor": 0.6042516770539847, "reference": 0.6023891369085747, "lonlat": [16.42857142857143, 50.44356386922743]}, {"frame": 618, "date": "1999-12-26 18:00:00", "actual_anchor": 0.6025960858136203, "reference": 0.6023891369085747, "lonlat": [16.42857142857143, 50.44356386922743]}, {"frame": 619, "date": "1999-12-26 19:00:00", "actual_anchor": 0.6184454362433613, "reference": 0.6178660094287336, "lonlat": [17.857142857142858, 50.44356386922743]}, {"frame": 620, "date": "1999-12-26 20:00:00", "actual_anchor": 0.6179303920432164, "reference": 0.6178660094287336, "lonlat": [17.857142857142858, 50.44356386922743]}, {"frame": 621, "date": "1999-12-26 21:00:00", "actual_anchor": 0.6338997982965894, "reference": 0.6333428819488925, "lonlat": [19.285714285714285, 50.44356386922743]}, {"frame": 622, "date": "1999-12-26 22:00:00", "actual_anchor": 0.6334047634070659, "reference": 0.6333428819488925, "lonlat": [19.285714285714285, 50.44356386922743]}, {"frame": 623, "date": "1999-12-26 23:00:00", "actual_anchor": 0.6333497596841358, "reference": 0.6333428819488925, "lonlat": [19.285714285714285, 50.44356386922743]}]}, "B": {"track_id": 113, "frame": 610, "lonlat": [9.285714285714288, 66.01163429921519], "actual_anchor": 0.4363245287768315, "reference": 0.4446578621101648, "field_hPa": -24.47742273730672, "source_position_px": [1187.5, 94.29956856566434], "samples": [{"frame": 600, "date": "1999-12-26 00:00:00", "actual_anchor": 0.4482272445496877, "reference": 0.4398939112163544, "lonlat": [7.857142857142858, 63.4584625831927]}, {"frame": 601, "date": "1999-12-26 01:00:00", "actual_anchor": 0.4482272445496877, "reference": 0.4398939112163544, "lonlat": [7.857142857142858, 63.4584625831927]}, {"frame": 602, "date": "1999-12-26 02:00:00", "actual_anchor": 0.4482272445496877, "reference": 0.4398939112163544, "lonlat": [7.857142857142858, 63.4584625831927]}, {"frame": 603, "date": "1999-12-26 03:00:00", "actual_anchor": 0.4482272445496877, "reference": 0.4398939112163544, "lonlat": [7.857142857142858, 63.4584625831927]}, {"frame": 604, "date": "1999-12-26 04:00:00", "actual_anchor": 0.45834765625667256, "reference": 0.45001432292333915, "lonlat": [9.285714285714288, 64.70493280544402]}, {"frame": 605, "date": "1999-12-26 05:00:00", "actual_anchor": 0.46122818048152253, "reference": 0.45001432292333915, "lonlat": [9.285714285714288, 64.70493280544402]}, {"frame": 606, "date": "1999-12-26 06:00:00", "actual_anchor": 0.465741739104694, "reference": 0.45001432292333915, "lonlat": [9.285714285714288, 64.70493280544402]}, {"frame": 607, "date": "1999-12-26 07:00:00", "actual_anchor": 0.43981364752914953, "reference": 0.45001432292333915, "lonlat": [9.285714285714288, 64.70493280544402]}, {"frame": 608, "date": "1999-12-26 08:00:00", "actual_anchor": 0.44168098959000585, "reference": 0.45001432292333915, "lonlat": [9.285714285714288, 64.70493280544402]}, {"frame": 609, "date": "1999-12-26 09:00:00", "actual_anchor": 0.4363245287768315, "reference": 0.4446578621101648, "lonlat": [9.285714285714288, 66.01163429921519]}, {"frame": 610, "date": "1999-12-26 10:00:00", "actual_anchor": 0.4363245287768315, "reference": 0.4446578621101648, "lonlat": [9.285714285714288, 66.01163429921519]}, {"frame": 611, "date": "1999-12-26 11:00:00", "actual_anchor": 0.4363245287768315, "reference": 0.4446578621101648, "lonlat": [9.285714285714288, 66.01163429921519]}, {"frame": 612, "date": "1999-12-26 12:00:00", "actual_anchor": 0.43096806796365716, "reference": 0.4393014012969904, "lonlat": [9.285714285714288, 67.389044573133]}, {"frame": 613, "date": "1999-12-26 13:00:00", "actual_anchor": 0.41549119544349805, "reference": 0.4238245287768314, "lonlat": [7.857142857142858, 67.389044573133]}, {"frame": 614, "date": "1999-12-26 14:00:00", "actual_anchor": 0.41013473463032374, "reference": 0.4184680679636571, "lonlat": [7.857142857142858, 68.85101425867806]}, {"frame": 615, "date": "1999-12-26 15:00:00", "actual_anchor": 0.3738245287768313, "reference": 0.38215786211016467, "lonlat": [5.0, 70.41651429372894]}, {"frame": 616, "date": "1999-12-26 16:00:00", "actual_anchor": 0.3738245287768313, "reference": 0.38215786211016467, "lonlat": [5.0, 70.41651429372894]}]}, "C": {"track_id": 133, "frame": 610, "lonlat": [-12.142857142857142, 63.4584625831927], "actual_anchor": 0.22061595803349957, "reference": 0.22321769593412838, "field_hPa": -16.075817767216122, "source_position_px": [1112.5, 104.59032077136041], "samples": [{"frame": 605, "date": "1999-12-26 05:00:00", "actual_anchor": 0.21239943480878357, "reference": 0.2130972842271438, "lonlat": [-13.571428571428573, 62.26407095289291]}, {"frame": 606, "date": "1999-12-26 06:00:00", "actual_anchor": 0.21147652876683076, "reference": 0.2130972842271438, "lonlat": [-13.571428571428573, 62.26407095289291]}, {"frame": 607, "date": "1999-12-26 07:00:00", "actual_anchor": 0.21077238416481642, "reference": 0.2130972842271438, "lonlat": [-13.571428571428573, 62.26407095289291]}, {"frame": 608, "date": "1999-12-26 08:00:00", "actual_anchor": 0.2122474103176572, "reference": 0.2130972842271438, "lonlat": [-13.571428571428573, 62.26407095289291]}, {"frame": 609, "date": "1999-12-26 09:00:00", "actual_anchor": 0.22542537481878447, "reference": 0.2285741567473027, "lonlat": [-12.142857142857142, 62.26407095289291]}, {"frame": 610, "date": "1999-12-26 10:00:00", "actual_anchor": 0.22061595803349957, "reference": 0.22321769593412838, "lonlat": [-12.142857142857142, 63.4584625831927]}]}}, "direction": [0.9478317491832081, -0.3187710388982978], "output_anchor_tracks_native": true, "map_and_track_ids_identical": true, "local_raster_is_exact_full_map_crop": true, "crop_pixels": [1800, 0, 1872, 4096], "local_y_limits": [0.0, 1.0], "no_extrapolation": true, "feature_C_exists_only_frames": [605, 610], "track_identity_scope": "computed overlap-linked minima, not independently verified meteorological tracks", "main_window_rectangle_px": {"x": 781.9241935483869, "y": 33.6, "w": 29.67096774193548, "h": 312.0}, "matching_red_window_outlines": true, "complete_output_axis": true, "temporal_selection_only": true, "event_guides": "black dashed; selected source event red dashed"}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09599c3c14f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c668908b24e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9991caf944b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f4ecdbe884e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a011b13aa43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9cd2fa4f148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E2783A-A22D-407D-90B2-487E44ECE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02933"/>
            <a:ext cx="1024128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276723-F471-4AC2-BCA3-62B257EB67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352800"/>
            <a:ext cx="896112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11F24E-AFF7-4627-AADD-AE6C92443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40000"/>
            <a:ext cx="1024128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EF94D9-DB20-4D7D-ADFA-65A6009BAA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C1BF66-E484-4457-9C2E-18B55B3202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1136142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31622C-395C-4372-98FC-81C57F609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A90AFC-D2D9-4C3E-AB2D-830971F58C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A6B1FA-E87E-4BF1-B85D-DD927C7979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7A1F9D-D7F6-4B54-8637-5CDEFDAA7A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B3194F-35AA-4DE3-AFE4-7BD658C579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cfd2acb3ca4ab2" /><Relationship Type="http://schemas.openxmlformats.org/officeDocument/2006/relationships/slideLayout" Target="/ppt/slideLayouts/slideLayout1.xml" Id="Re8a6ba379293463e" /><Relationship Type="http://schemas.openxmlformats.org/officeDocument/2006/relationships/slideLayout" Target="/ppt/slideLayouts/slideLayout2.xml" Id="R4cdcdff83c1a49e9" /><Relationship Type="http://schemas.openxmlformats.org/officeDocument/2006/relationships/slideLayout" Target="/ppt/slideLayouts/slideLayout3.xml" Id="Rd90f57c55fa040df" /><Relationship Type="http://schemas.openxmlformats.org/officeDocument/2006/relationships/slideLayout" Target="/ppt/slideLayouts/slideLayout4.xml" Id="Raef0ac67a71d4c76" /><Relationship Type="http://schemas.openxmlformats.org/officeDocument/2006/relationships/slideLayout" Target="/ppt/slideLayouts/slideLayout5.xml" Id="R387ba0aec79e49ff" /><Relationship Type="http://schemas.openxmlformats.org/officeDocument/2006/relationships/slideLayout" Target="/ppt/slideLayouts/slideLayout6.xml" Id="R31d37b32ae2448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a6ba379293463e"/>
    <p:sldLayoutId xmlns:r="http://schemas.openxmlformats.org/officeDocument/2006/relationships" id="2147483650" r:id="R4cdcdff83c1a49e9"/>
    <p:sldLayoutId xmlns:r="http://schemas.openxmlformats.org/officeDocument/2006/relationships" id="2147483651" r:id="Rd90f57c55fa040df"/>
    <p:sldLayoutId xmlns:r="http://schemas.openxmlformats.org/officeDocument/2006/relationships" id="2147483652" r:id="Raef0ac67a71d4c76"/>
    <p:sldLayoutId xmlns:r="http://schemas.openxmlformats.org/officeDocument/2006/relationships" id="2147483653" r:id="R387ba0aec79e49ff"/>
    <p:sldLayoutId xmlns:r="http://schemas.openxmlformats.org/officeDocument/2006/relationships" id="2147483654" r:id="R31d37b32ae2448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d4dec5ff045df" /><Relationship Type="http://schemas.openxmlformats.org/officeDocument/2006/relationships/image" Target="/ppt/media/image.png" Id="R98137c4fcc2d49d7" /><Relationship Type="http://schemas.openxmlformats.org/officeDocument/2006/relationships/image" Target="/ppt/media/image2.png" Id="R40527520ab964fed" /><Relationship Type="http://schemas.openxmlformats.org/officeDocument/2006/relationships/image" Target="/ppt/media/image3.png" Id="R6a76214cd59f4e21" /><Relationship Type="http://schemas.openxmlformats.org/officeDocument/2006/relationships/image" Target="/ppt/media/image4.png" Id="R866f10fda1b846fe" /><Relationship Type="http://schemas.openxmlformats.org/officeDocument/2006/relationships/image" Target="/ppt/media/image5.png" Id="R9222d24ce14d4c21" /><Relationship Type="http://schemas.openxmlformats.org/officeDocument/2006/relationships/image" Target="/ppt/media/image6.png" Id="R4d9d3d719a9247d3" /><Relationship Type="http://schemas.openxmlformats.org/officeDocument/2006/relationships/image" Target="/ppt/media/image7.png" Id="R9ac765dc614540c1" /><Relationship Type="http://schemas.openxmlformats.org/officeDocument/2006/relationships/image" Target="/ppt/media/image8.png" Id="R0ed711b67b7f406a" /><Relationship Type="http://schemas.openxmlformats.org/officeDocument/2006/relationships/image" Target="/ppt/media/image9.png" Id="Rb198c50358984de3" /><Relationship Type="http://schemas.openxmlformats.org/officeDocument/2006/relationships/notesSlide" Target="/ppt/notesSlides/notesSlide1.xml" Id="Rce35b436a9a84845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7" name="text_000">
            <a:extLst>
              <a:ext uri="{FF2B5EF4-FFF2-40B4-BE49-F238E27FC236}">
                <ns2:creationId id="{D66480F9-609D-403A-8667-1D3810A5861B}"/>
              </a:ext>
            </a:extLst>
          </p:cNvPr>
          <p:cNvSpPr>
            <a:spLocks noGrp="1"/>
          </p:cNvSpPr>
          <p:nvPr/>
        </p:nvSpPr>
        <p:spPr>
          <a:xfrm rot="0">
            <a:off x="382429" y="6096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RG-MTM-R20</a:t>
            </a:r>
          </a:p>
        </p:txBody>
      </p:sp>
      <p:sp>
        <p:nvSpPr>
          <p:cNvPr id="2" name="text_001">
            <a:extLst>
              <a:ext uri="{FF2B5EF4-FFF2-40B4-BE49-F238E27FC236}">
                <ns2:creationId id="{09668DC0-47FD-4BD3-B346-86242C6A1558}"/>
              </a:ext>
            </a:extLst>
          </p:cNvPr>
          <p:cNvSpPr>
            <a:spLocks noGrp="1"/>
          </p:cNvSpPr>
          <p:nvPr/>
        </p:nvSpPr>
        <p:spPr>
          <a:xfrm rot="0">
            <a:off x="5162550" y="60960"/>
            <a:ext cx="3990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= (0.948, -0.319) · -18.6°</a:t>
            </a:r>
          </a:p>
        </p:txBody>
      </p:sp>
      <p:pic>
        <p:nvPicPr>
          <p:cNvPr id="3" name="">
            <a:extLst>
              <a:ext uri="{FF2B5EF4-FFF2-40B4-BE49-F238E27FC236}">
                <ns2:creationId id="{CDCD2DA2-DB01-4F7C-A779-C7CA96148FB2}"/>
              </a:ext>
            </a:extLst>
          </p:cNvPr>
          <p:cNvPicPr>
            <a:picLocks noChangeAspect="1"/>
          </p:cNvPicPr>
          <p:nvPr/>
        </p:nvPicPr>
        <p:blipFill>
          <a:blip r:embed="R98137c4fcc2d49d7"/>
          <a:stretch/>
        </p:blipFill>
        <p:spPr>
          <a:xfrm>
            <a:off x="382429" y="320040"/>
            <a:ext cx="8761095" cy="2971800"/>
          </a:xfrm>
          <a:prstGeom prst="rect">
            <a:avLst/>
          </a:prstGeom>
        </p:spPr>
      </p:pic>
      <p:sp>
        <p:nvSpPr>
          <p:cNvPr id="4" name="a_local_window_outline">
            <a:extLst>
              <a:ext uri="{FF2B5EF4-FFF2-40B4-BE49-F238E27FC236}">
                <ns2:creationId id="{651B8DE7-01B8-45A5-9CFA-7190B7D22A1F}"/>
              </a:ext>
            </a:extLst>
          </p:cNvPr>
          <p:cNvSpPr>
            <a:spLocks noGrp="1"/>
          </p:cNvSpPr>
          <p:nvPr/>
        </p:nvSpPr>
        <p:spPr>
          <a:xfrm>
            <a:off x="7447828" y="320040"/>
            <a:ext cx="282616" cy="2971800"/>
          </a:xfrm>
          <a:custGeom>
            <a:pathLst>
              <a:path w="282616" h="2971800">
                <a:moveTo>
                  <a:pt x="0" y="0"/>
                </a:moveTo>
                <a:lnTo>
                  <a:pt x="282616" y="0"/>
                </a:lnTo>
                <a:lnTo>
                  <a:pt x="282616" y="2971800"/>
                </a:lnTo>
                <a:lnTo>
                  <a:pt x="0" y="2971800"/>
                </a:lnTo>
                <a:lnTo>
                  <a:pt x="0" y="0"/>
                </a:lnTo>
              </a:path>
            </a:pathLst>
          </a:custGeom>
          <a:noFill/>
          <a:ln w="12859">
            <a:solidFill>
              <a:srgbClr val="C73A37"/>
            </a:solidFill>
            <a:prstDash val="dash"/>
          </a:ln>
        </p:spPr>
      </p:sp>
      <p:sp>
        <p:nvSpPr>
          <p:cNvPr id="5" name="rect_003">
            <a:extLst>
              <a:ext uri="{FF2B5EF4-FFF2-40B4-BE49-F238E27FC236}">
                <ns2:creationId id="{89E114C7-D563-458B-8C2C-B7D9B77F1169}"/>
              </a:ext>
            </a:extLst>
          </p:cNvPr>
          <p:cNvSpPr>
            <a:spLocks noGrp="1"/>
          </p:cNvSpPr>
          <p:nvPr/>
        </p:nvSpPr>
        <p:spPr>
          <a:xfrm rot="0">
            <a:off x="382429" y="320040"/>
            <a:ext cx="8761095" cy="2971800"/>
          </a:xfrm>
          <a:prstGeom prst="rect">
            <a:avLst/>
          </a:pr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6" name="line_004">
            <a:extLst>
              <a:ext uri="{FF2B5EF4-FFF2-40B4-BE49-F238E27FC236}">
                <ns2:creationId id="{D9B01A55-925F-468C-AFD4-C7ED1E448D33}"/>
              </a:ext>
            </a:extLst>
          </p:cNvPr>
          <p:cNvSpPr>
            <a:spLocks noGrp="1"/>
          </p:cNvSpPr>
          <p:nvPr/>
        </p:nvSpPr>
        <p:spPr>
          <a:xfrm>
            <a:off x="382429" y="3345180"/>
            <a:ext cx="8788908" cy="95"/>
          </a:xfrm>
          <a:custGeom>
            <a:pathLst>
              <a:path w="8788908" h="95">
                <a:moveTo>
                  <a:pt x="0" y="0"/>
                </a:moveTo>
                <a:lnTo>
                  <a:pt x="8788908" y="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7" name="line_005">
            <a:extLst>
              <a:ext uri="{FF2B5EF4-FFF2-40B4-BE49-F238E27FC236}">
                <ns2:creationId id="{3FBF22AD-6485-4AD2-8E5A-C0DAEDCA015B}"/>
              </a:ext>
            </a:extLst>
          </p:cNvPr>
          <p:cNvSpPr>
            <a:spLocks noGrp="1"/>
          </p:cNvSpPr>
          <p:nvPr/>
        </p:nvSpPr>
        <p:spPr>
          <a:xfrm>
            <a:off x="9122664" y="3322320"/>
            <a:ext cx="48673" cy="22860"/>
          </a:xfrm>
          <a:custGeom>
            <a:pathLst>
              <a:path w="48673" h="22860">
                <a:moveTo>
                  <a:pt x="0" y="0"/>
                </a:moveTo>
                <a:lnTo>
                  <a:pt x="48673" y="2286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8" name="line_006">
            <a:extLst>
              <a:ext uri="{FF2B5EF4-FFF2-40B4-BE49-F238E27FC236}">
                <ns2:creationId id="{E87C72A0-19B7-46B4-B1CB-674D411C14B1}"/>
              </a:ext>
            </a:extLst>
          </p:cNvPr>
          <p:cNvSpPr>
            <a:spLocks noGrp="1"/>
          </p:cNvSpPr>
          <p:nvPr/>
        </p:nvSpPr>
        <p:spPr>
          <a:xfrm>
            <a:off x="9122664" y="3345180"/>
            <a:ext cx="48673" cy="22860"/>
          </a:xfrm>
          <a:custGeom>
            <a:pathLst>
              <a:path w="48673" h="22860">
                <a:moveTo>
                  <a:pt x="0" y="22860"/>
                </a:moveTo>
                <a:lnTo>
                  <a:pt x="48673" y="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9" name="line_007">
            <a:extLst>
              <a:ext uri="{FF2B5EF4-FFF2-40B4-BE49-F238E27FC236}">
                <ns2:creationId id="{D8A5117A-29AF-4642-ADD6-BABCE219079C}"/>
              </a:ext>
            </a:extLst>
          </p:cNvPr>
          <p:cNvSpPr>
            <a:spLocks noGrp="1"/>
          </p:cNvSpPr>
          <p:nvPr/>
        </p:nvSpPr>
        <p:spPr>
          <a:xfrm>
            <a:off x="285083" y="259080"/>
            <a:ext cx="95" cy="3032760"/>
          </a:xfrm>
          <a:custGeom>
            <a:pathLst>
              <a:path w="95" h="3032760">
                <a:moveTo>
                  <a:pt x="0" y="3032760"/>
                </a:moveTo>
                <a:lnTo>
                  <a:pt x="0" y="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10" name="line_008">
            <a:extLst>
              <a:ext uri="{FF2B5EF4-FFF2-40B4-BE49-F238E27FC236}">
                <ns2:creationId id="{2EF2BCF6-BD23-4904-9CD9-8A187DE8E205}"/>
              </a:ext>
            </a:extLst>
          </p:cNvPr>
          <p:cNvSpPr>
            <a:spLocks noGrp="1"/>
          </p:cNvSpPr>
          <p:nvPr/>
        </p:nvSpPr>
        <p:spPr>
          <a:xfrm>
            <a:off x="264224" y="259080"/>
            <a:ext cx="20860" cy="53340"/>
          </a:xfrm>
          <a:custGeom>
            <a:pathLst>
              <a:path w="20860" h="53340">
                <a:moveTo>
                  <a:pt x="0" y="53340"/>
                </a:moveTo>
                <a:lnTo>
                  <a:pt x="20860" y="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11" name="line_009">
            <a:extLst>
              <a:ext uri="{FF2B5EF4-FFF2-40B4-BE49-F238E27FC236}">
                <ns2:creationId id="{16903BC1-3B19-4E4D-9D32-4B423B5E17EC}"/>
              </a:ext>
            </a:extLst>
          </p:cNvPr>
          <p:cNvSpPr>
            <a:spLocks noGrp="1"/>
          </p:cNvSpPr>
          <p:nvPr/>
        </p:nvSpPr>
        <p:spPr>
          <a:xfrm>
            <a:off x="285083" y="259080"/>
            <a:ext cx="20860" cy="53340"/>
          </a:xfrm>
          <a:custGeom>
            <a:pathLst>
              <a:path w="20860" h="53340">
                <a:moveTo>
                  <a:pt x="20860" y="53340"/>
                </a:moveTo>
                <a:lnTo>
                  <a:pt x="0" y="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12" name="text_010">
            <a:extLst>
              <a:ext uri="{FF2B5EF4-FFF2-40B4-BE49-F238E27FC236}">
                <ns2:creationId id="{A258748C-709B-406E-94F1-3225CEB85F0C}"/>
              </a:ext>
            </a:extLst>
          </p:cNvPr>
          <p:cNvSpPr>
            <a:spLocks noGrp="1"/>
          </p:cNvSpPr>
          <p:nvPr/>
        </p:nvSpPr>
        <p:spPr>
          <a:xfrm rot="0">
            <a:off x="8795861" y="3638550"/>
            <a:ext cx="451961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3" name="a_reference_axis">
            <a:extLst>
              <a:ext uri="{FF2B5EF4-FFF2-40B4-BE49-F238E27FC236}">
                <ns2:creationId id="{0A839A38-204A-4BE6-BC24-5315470B6DA5}"/>
              </a:ext>
            </a:extLst>
          </p:cNvPr>
          <p:cNvSpPr>
            <a:spLocks noGrp="1"/>
          </p:cNvSpPr>
          <p:nvPr/>
        </p:nvSpPr>
        <p:spPr>
          <a:xfrm rot="0">
            <a:off x="9525" y="990600"/>
            <a:ext cx="2286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 vert="vert270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position along d</a:t>
            </a:r>
          </a:p>
        </p:txBody>
      </p:sp>
      <p:sp>
        <p:nvSpPr>
          <p:cNvPr id="14" name="line_012">
            <a:extLst>
              <a:ext uri="{FF2B5EF4-FFF2-40B4-BE49-F238E27FC236}">
                <ns2:creationId id="{D94D9784-7D21-4182-A527-AE3F5B61B870}"/>
              </a:ext>
            </a:extLst>
          </p:cNvPr>
          <p:cNvSpPr>
            <a:spLocks noGrp="1"/>
          </p:cNvSpPr>
          <p:nvPr/>
        </p:nvSpPr>
        <p:spPr>
          <a:xfrm>
            <a:off x="388317" y="3314700"/>
            <a:ext cx="95" cy="60960"/>
          </a:xfrm>
          <a:custGeom>
            <a:pathLst>
              <a:path w="95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15" name="text_013">
            <a:extLst>
              <a:ext uri="{FF2B5EF4-FFF2-40B4-BE49-F238E27FC236}">
                <ns2:creationId id="{DD56E1BE-CABF-44DE-B5AC-D0B6DB3E8552}"/>
              </a:ext>
            </a:extLst>
          </p:cNvPr>
          <p:cNvSpPr>
            <a:spLocks noGrp="1"/>
          </p:cNvSpPr>
          <p:nvPr/>
        </p:nvSpPr>
        <p:spPr>
          <a:xfrm rot="0">
            <a:off x="179719" y="3390900"/>
            <a:ext cx="417195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Dec</a:t>
            </a:r>
          </a:p>
        </p:txBody>
      </p:sp>
      <p:sp>
        <p:nvSpPr>
          <p:cNvPr id="16" name="line_014">
            <a:extLst>
              <a:ext uri="{FF2B5EF4-FFF2-40B4-BE49-F238E27FC236}">
                <ns2:creationId id="{9D17FA7E-806A-4A50-ADCC-7DDD99B9ECCD}"/>
              </a:ext>
            </a:extLst>
          </p:cNvPr>
          <p:cNvSpPr>
            <a:spLocks noGrp="1"/>
          </p:cNvSpPr>
          <p:nvPr/>
        </p:nvSpPr>
        <p:spPr>
          <a:xfrm>
            <a:off x="2366628" y="3314700"/>
            <a:ext cx="95" cy="60960"/>
          </a:xfrm>
          <a:custGeom>
            <a:pathLst>
              <a:path w="95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17" name="text_015">
            <a:extLst>
              <a:ext uri="{FF2B5EF4-FFF2-40B4-BE49-F238E27FC236}">
                <ns2:creationId id="{720BAF90-A750-4EF1-96D0-5A483ADE3F4C}"/>
              </a:ext>
            </a:extLst>
          </p:cNvPr>
          <p:cNvSpPr>
            <a:spLocks noGrp="1"/>
          </p:cNvSpPr>
          <p:nvPr/>
        </p:nvSpPr>
        <p:spPr>
          <a:xfrm rot="0">
            <a:off x="2158031" y="3390900"/>
            <a:ext cx="417195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 Dec</a:t>
            </a:r>
          </a:p>
        </p:txBody>
      </p:sp>
      <p:sp>
        <p:nvSpPr>
          <p:cNvPr id="18" name="line_016">
            <a:extLst>
              <a:ext uri="{FF2B5EF4-FFF2-40B4-BE49-F238E27FC236}">
                <ns2:creationId id="{1934C197-1D40-4E58-B144-08F804E94E20}"/>
              </a:ext>
            </a:extLst>
          </p:cNvPr>
          <p:cNvSpPr>
            <a:spLocks noGrp="1"/>
          </p:cNvSpPr>
          <p:nvPr/>
        </p:nvSpPr>
        <p:spPr>
          <a:xfrm>
            <a:off x="4344940" y="3314700"/>
            <a:ext cx="95" cy="60960"/>
          </a:xfrm>
          <a:custGeom>
            <a:pathLst>
              <a:path w="95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19" name="text_017">
            <a:extLst>
              <a:ext uri="{FF2B5EF4-FFF2-40B4-BE49-F238E27FC236}">
                <ns2:creationId id="{C85AFF0B-710F-4F7F-980A-12D11034F3CB}"/>
              </a:ext>
            </a:extLst>
          </p:cNvPr>
          <p:cNvSpPr>
            <a:spLocks noGrp="1"/>
          </p:cNvSpPr>
          <p:nvPr/>
        </p:nvSpPr>
        <p:spPr>
          <a:xfrm rot="0">
            <a:off x="4136343" y="3390900"/>
            <a:ext cx="417195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 Dec</a:t>
            </a:r>
          </a:p>
        </p:txBody>
      </p:sp>
      <p:sp>
        <p:nvSpPr>
          <p:cNvPr id="20" name="line_018">
            <a:extLst>
              <a:ext uri="{FF2B5EF4-FFF2-40B4-BE49-F238E27FC236}">
                <ns2:creationId id="{2CD8E7BC-EDB1-454A-8043-5A213F620C31}"/>
              </a:ext>
            </a:extLst>
          </p:cNvPr>
          <p:cNvSpPr>
            <a:spLocks noGrp="1"/>
          </p:cNvSpPr>
          <p:nvPr/>
        </p:nvSpPr>
        <p:spPr>
          <a:xfrm>
            <a:off x="6323252" y="3314700"/>
            <a:ext cx="95" cy="60960"/>
          </a:xfrm>
          <a:custGeom>
            <a:pathLst>
              <a:path w="95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21" name="text_019">
            <a:extLst>
              <a:ext uri="{FF2B5EF4-FFF2-40B4-BE49-F238E27FC236}">
                <ns2:creationId id="{B14F748D-6C51-483A-BCFE-9C30DB79913F}"/>
              </a:ext>
            </a:extLst>
          </p:cNvPr>
          <p:cNvSpPr>
            <a:spLocks noGrp="1"/>
          </p:cNvSpPr>
          <p:nvPr/>
        </p:nvSpPr>
        <p:spPr>
          <a:xfrm rot="0">
            <a:off x="6114654" y="3390900"/>
            <a:ext cx="417195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 Dec</a:t>
            </a:r>
          </a:p>
        </p:txBody>
      </p:sp>
      <p:sp>
        <p:nvSpPr>
          <p:cNvPr id="22" name="line_020">
            <a:extLst>
              <a:ext uri="{FF2B5EF4-FFF2-40B4-BE49-F238E27FC236}">
                <ns2:creationId id="{9038FBD8-4C5E-433E-A7EF-3D90941EDB08}"/>
              </a:ext>
            </a:extLst>
          </p:cNvPr>
          <p:cNvSpPr>
            <a:spLocks noGrp="1"/>
          </p:cNvSpPr>
          <p:nvPr/>
        </p:nvSpPr>
        <p:spPr>
          <a:xfrm>
            <a:off x="8866796" y="3314700"/>
            <a:ext cx="95" cy="60960"/>
          </a:xfrm>
          <a:custGeom>
            <a:pathLst>
              <a:path w="95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23" name="text_021">
            <a:extLst>
              <a:ext uri="{FF2B5EF4-FFF2-40B4-BE49-F238E27FC236}">
                <ns2:creationId id="{04FFFB15-12C7-4169-A3AB-E4B60F2074DE}"/>
              </a:ext>
            </a:extLst>
          </p:cNvPr>
          <p:cNvSpPr>
            <a:spLocks noGrp="1"/>
          </p:cNvSpPr>
          <p:nvPr/>
        </p:nvSpPr>
        <p:spPr>
          <a:xfrm rot="0">
            <a:off x="8658198" y="3390900"/>
            <a:ext cx="417195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 Dec</a:t>
            </a:r>
          </a:p>
        </p:txBody>
      </p:sp>
      <p:sp>
        <p:nvSpPr>
          <p:cNvPr id="24" name="a_pressure_legend">
            <a:extLst>
              <a:ext uri="{FF2B5EF4-FFF2-40B4-BE49-F238E27FC236}">
                <ns2:creationId id="{3C45D391-EC2A-4C1A-BE0D-25A481B7A31A}"/>
              </a:ext>
            </a:extLst>
          </p:cNvPr>
          <p:cNvSpPr>
            <a:spLocks noGrp="1"/>
          </p:cNvSpPr>
          <p:nvPr/>
        </p:nvSpPr>
        <p:spPr>
          <a:xfrm rot="0">
            <a:off x="493681" y="434340"/>
            <a:ext cx="1668780" cy="541020"/>
          </a:xfrm>
          <a:prstGeom prst="roundRect">
            <a:avLst>
              <a:gd name="adj" fmla="val 14085"/>
            </a:avLst>
          </a:prstGeom>
          <a:solidFill>
            <a:srgbClr val="FFFFFF">
              <a:alpha val="85000"/>
            </a:srgbClr>
          </a:solidFill>
          <a:ln w="6858">
            <a:solidFill>
              <a:srgbClr val="000000"/>
            </a:solidFill>
            <a:prstDash val="solid"/>
          </a:ln>
        </p:spPr>
      </p:sp>
      <p:sp>
        <p:nvSpPr>
          <p:cNvPr id="25" name="text_023">
            <a:extLst>
              <a:ext uri="{FF2B5EF4-FFF2-40B4-BE49-F238E27FC236}">
                <ns2:creationId id="{04C3210D-BE17-4BD8-9166-51B2AB2EA680}"/>
              </a:ext>
            </a:extLst>
          </p:cNvPr>
          <p:cNvSpPr>
            <a:spLocks noGrp="1"/>
          </p:cNvSpPr>
          <p:nvPr/>
        </p:nvSpPr>
        <p:spPr>
          <a:xfrm rot="0">
            <a:off x="584073" y="480060"/>
            <a:ext cx="1494949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MSLP anomaly [hPa]</a:t>
            </a:r>
          </a:p>
        </p:txBody>
      </p:sp>
      <p:pic>
        <p:nvPicPr>
          <p:cNvPr id="26" name="">
            <a:extLst>
              <a:ext uri="{FF2B5EF4-FFF2-40B4-BE49-F238E27FC236}">
                <ns2:creationId id="{3D662A5C-9D41-41F7-9BB0-EC0AD01895B4}"/>
              </a:ext>
            </a:extLst>
          </p:cNvPr>
          <p:cNvPicPr>
            <a:picLocks noChangeAspect="1"/>
          </p:cNvPicPr>
          <p:nvPr/>
        </p:nvPicPr>
        <p:blipFill>
          <a:blip r:embed="R40527520ab964fed"/>
          <a:stretch/>
        </p:blipFill>
        <p:spPr>
          <a:xfrm>
            <a:off x="591026" y="701040"/>
            <a:ext cx="1460182" cy="68580"/>
          </a:xfrm>
          <a:prstGeom prst="rect">
            <a:avLst/>
          </a:prstGeom>
        </p:spPr>
      </p:pic>
      <p:sp>
        <p:nvSpPr>
          <p:cNvPr id="27" name="text_025">
            <a:extLst>
              <a:ext uri="{FF2B5EF4-FFF2-40B4-BE49-F238E27FC236}">
                <ns2:creationId id="{5231693F-2C00-4A86-8100-C6A8E96301BB}"/>
              </a:ext>
            </a:extLst>
          </p:cNvPr>
          <p:cNvSpPr>
            <a:spLocks noGrp="1"/>
          </p:cNvSpPr>
          <p:nvPr/>
        </p:nvSpPr>
        <p:spPr>
          <a:xfrm rot="0">
            <a:off x="500634" y="777240"/>
            <a:ext cx="194691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-35</a:t>
            </a:r>
          </a:p>
        </p:txBody>
      </p:sp>
      <p:sp>
        <p:nvSpPr>
          <p:cNvPr id="28" name="text_026">
            <a:extLst>
              <a:ext uri="{FF2B5EF4-FFF2-40B4-BE49-F238E27FC236}">
                <ns2:creationId id="{95C96297-B0DB-4183-921C-1A94233A0D27}"/>
              </a:ext>
            </a:extLst>
          </p:cNvPr>
          <p:cNvSpPr>
            <a:spLocks noGrp="1"/>
          </p:cNvSpPr>
          <p:nvPr/>
        </p:nvSpPr>
        <p:spPr>
          <a:xfrm rot="0">
            <a:off x="1230725" y="777240"/>
            <a:ext cx="194691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text_027">
            <a:extLst>
              <a:ext uri="{FF2B5EF4-FFF2-40B4-BE49-F238E27FC236}">
                <ns2:creationId id="{8677A8E2-F5B3-4E73-9355-7215C155999E}"/>
              </a:ext>
            </a:extLst>
          </p:cNvPr>
          <p:cNvSpPr>
            <a:spLocks noGrp="1"/>
          </p:cNvSpPr>
          <p:nvPr/>
        </p:nvSpPr>
        <p:spPr>
          <a:xfrm rot="0">
            <a:off x="1891284" y="777240"/>
            <a:ext cx="194691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0" name="a_event_guide_0">
            <a:extLst>
              <a:ext uri="{FF2B5EF4-FFF2-40B4-BE49-F238E27FC236}">
                <ns2:creationId id="{944095C7-56E0-44C0-B64D-AD9669AA9425}"/>
              </a:ext>
            </a:extLst>
          </p:cNvPr>
          <p:cNvSpPr>
            <a:spLocks noGrp="1"/>
          </p:cNvSpPr>
          <p:nvPr/>
        </p:nvSpPr>
        <p:spPr>
          <a:xfrm>
            <a:off x="1165510" y="320040"/>
            <a:ext cx="95" cy="2971800"/>
          </a:xfrm>
          <a:custGeom>
            <a:pathLst>
              <a:path w="9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8573">
            <a:solidFill>
              <a:srgbClr val="000000"/>
            </a:solidFill>
            <a:prstDash val="dash"/>
          </a:ln>
        </p:spPr>
      </p:sp>
      <p:sp>
        <p:nvSpPr>
          <p:cNvPr id="31" name="a_event_box_0">
            <a:extLst>
              <a:ext uri="{FF2B5EF4-FFF2-40B4-BE49-F238E27FC236}">
                <ns2:creationId id="{81730220-0084-4CAE-8AD7-C517E7BD4023}"/>
              </a:ext>
            </a:extLst>
          </p:cNvPr>
          <p:cNvSpPr>
            <a:spLocks noGrp="1"/>
          </p:cNvSpPr>
          <p:nvPr/>
        </p:nvSpPr>
        <p:spPr>
          <a:xfrm rot="0">
            <a:off x="869156" y="2240280"/>
            <a:ext cx="1119473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88000"/>
            </a:srgbClr>
          </a:solidFill>
          <a:ln w="6858">
            <a:solidFill>
              <a:srgbClr val="000000"/>
            </a:solidFill>
            <a:prstDash val="solid"/>
          </a:ln>
        </p:spPr>
      </p:sp>
      <p:sp>
        <p:nvSpPr>
          <p:cNvPr id="32" name="text_030">
            <a:extLst>
              <a:ext uri="{FF2B5EF4-FFF2-40B4-BE49-F238E27FC236}">
                <ns2:creationId id="{12F91A2C-0BB5-4978-95A6-69779907395B}"/>
              </a:ext>
            </a:extLst>
          </p:cNvPr>
          <p:cNvSpPr>
            <a:spLocks noGrp="1"/>
          </p:cNvSpPr>
          <p:nvPr/>
        </p:nvSpPr>
        <p:spPr>
          <a:xfrm rot="0">
            <a:off x="931735" y="2278380"/>
            <a:ext cx="99431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Cyclone Anatol</a:t>
            </a:r>
          </a:p>
        </p:txBody>
      </p:sp>
      <p:sp>
        <p:nvSpPr>
          <p:cNvPr id="33" name="line_031">
            <a:extLst>
              <a:ext uri="{FF2B5EF4-FFF2-40B4-BE49-F238E27FC236}">
                <ns2:creationId id="{8B02F5F3-0ABA-4100-992F-5FDAB720A4F0}"/>
              </a:ext>
            </a:extLst>
          </p:cNvPr>
          <p:cNvSpPr>
            <a:spLocks noGrp="1"/>
          </p:cNvSpPr>
          <p:nvPr/>
        </p:nvSpPr>
        <p:spPr>
          <a:xfrm>
            <a:off x="1165510" y="1781147"/>
            <a:ext cx="95" cy="459133"/>
          </a:xfrm>
          <a:custGeom>
            <a:pathLst>
              <a:path w="95" h="459133">
                <a:moveTo>
                  <a:pt x="0" y="459133"/>
                </a:moveTo>
                <a:lnTo>
                  <a:pt x="0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34" name="line_032">
            <a:extLst>
              <a:ext uri="{FF2B5EF4-FFF2-40B4-BE49-F238E27FC236}">
                <ns2:creationId id="{035552C5-0259-4772-8F7A-2B8F53EB5FE2}"/>
              </a:ext>
            </a:extLst>
          </p:cNvPr>
          <p:cNvSpPr>
            <a:spLocks noGrp="1"/>
          </p:cNvSpPr>
          <p:nvPr/>
        </p:nvSpPr>
        <p:spPr>
          <a:xfrm>
            <a:off x="1144651" y="1781147"/>
            <a:ext cx="20860" cy="53340"/>
          </a:xfrm>
          <a:custGeom>
            <a:pathLst>
              <a:path w="20860" h="53340">
                <a:moveTo>
                  <a:pt x="0" y="53340"/>
                </a:moveTo>
                <a:lnTo>
                  <a:pt x="20860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35" name="line_033">
            <a:extLst>
              <a:ext uri="{FF2B5EF4-FFF2-40B4-BE49-F238E27FC236}">
                <ns2:creationId id="{0E3546DA-1710-4474-9DF2-400F4983EC21}"/>
              </a:ext>
            </a:extLst>
          </p:cNvPr>
          <p:cNvSpPr>
            <a:spLocks noGrp="1"/>
          </p:cNvSpPr>
          <p:nvPr/>
        </p:nvSpPr>
        <p:spPr>
          <a:xfrm>
            <a:off x="1165510" y="1781147"/>
            <a:ext cx="20860" cy="53340"/>
          </a:xfrm>
          <a:custGeom>
            <a:pathLst>
              <a:path w="20860" h="53340">
                <a:moveTo>
                  <a:pt x="20860" y="53340"/>
                </a:moveTo>
                <a:lnTo>
                  <a:pt x="0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36" name="path_034">
            <a:extLst>
              <a:ext uri="{FF2B5EF4-FFF2-40B4-BE49-F238E27FC236}">
                <ns2:creationId id="{78999037-89A1-47A7-B108-E986762A10AB}"/>
              </a:ext>
            </a:extLst>
          </p:cNvPr>
          <p:cNvSpPr>
            <a:spLocks noGrp="1"/>
          </p:cNvSpPr>
          <p:nvPr/>
        </p:nvSpPr>
        <p:spPr>
          <a:xfrm>
            <a:off x="1165510" y="3383280"/>
            <a:ext cx="68691" cy="712470"/>
          </a:xfrm>
          <a:custGeom>
            <a:pathLst>
              <a:path w="68691" h="712470">
                <a:moveTo>
                  <a:pt x="0" y="0"/>
                </a:moveTo>
                <a:lnTo>
                  <a:pt x="0" y="243840"/>
                </a:lnTo>
                <a:lnTo>
                  <a:pt x="68691" y="243840"/>
                </a:lnTo>
                <a:lnTo>
                  <a:pt x="68691" y="712470"/>
                </a:lnTo>
              </a:path>
            </a:pathLst>
          </a:custGeom>
          <a:noFill/>
          <a:ln w="6858">
            <a:solidFill>
              <a:srgbClr val="8B8B8B"/>
            </a:solidFill>
            <a:prstDash val="solid"/>
          </a:ln>
        </p:spPr>
      </p:sp>
      <p:pic>
        <p:nvPicPr>
          <p:cNvPr id="37" name="">
            <a:extLst>
              <a:ext uri="{FF2B5EF4-FFF2-40B4-BE49-F238E27FC236}">
                <ns2:creationId id="{CF1E618A-C13F-4FAD-8544-E9B5CEF5C665}"/>
              </a:ext>
            </a:extLst>
          </p:cNvPr>
          <p:cNvPicPr>
            <a:picLocks noChangeAspect="1"/>
          </p:cNvPicPr>
          <p:nvPr/>
        </p:nvPicPr>
        <p:blipFill>
          <a:blip r:embed="R6a76214cd59f4e21"/>
          <a:stretch/>
        </p:blipFill>
        <p:spPr>
          <a:xfrm>
            <a:off x="451961" y="4095750"/>
            <a:ext cx="1564481" cy="1609969"/>
          </a:xfrm>
          <a:prstGeom prst="rect">
            <a:avLst/>
          </a:prstGeom>
        </p:spPr>
      </p:pic>
      <p:sp>
        <p:nvSpPr>
          <p:cNvPr id="38" name="rect_036">
            <a:extLst>
              <a:ext uri="{FF2B5EF4-FFF2-40B4-BE49-F238E27FC236}">
                <ns2:creationId id="{75DC5950-B433-422F-B23D-D5CE147DAC71}"/>
              </a:ext>
            </a:extLst>
          </p:cNvPr>
          <p:cNvSpPr>
            <a:spLocks noGrp="1"/>
          </p:cNvSpPr>
          <p:nvPr/>
        </p:nvSpPr>
        <p:spPr>
          <a:xfrm rot="0">
            <a:off x="451961" y="4095750"/>
            <a:ext cx="1564481" cy="1609969"/>
          </a:xfrm>
          <a:prstGeom prst="rect">
            <a:avLst/>
          </a:pr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39" name="text_037">
            <a:extLst>
              <a:ext uri="{FF2B5EF4-FFF2-40B4-BE49-F238E27FC236}">
                <ns2:creationId id="{8FA85EBF-B5CA-4E51-BCC8-6C349FB44B7E}"/>
              </a:ext>
            </a:extLst>
          </p:cNvPr>
          <p:cNvSpPr>
            <a:spLocks noGrp="1"/>
          </p:cNvSpPr>
          <p:nvPr/>
        </p:nvSpPr>
        <p:spPr>
          <a:xfrm rot="0">
            <a:off x="389382" y="5768298"/>
            <a:ext cx="168964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1999-12-03 18:00</a:t>
            </a:r>
          </a:p>
        </p:txBody>
      </p:sp>
      <p:sp>
        <p:nvSpPr>
          <p:cNvPr id="40" name="line_038">
            <a:extLst>
              <a:ext uri="{FF2B5EF4-FFF2-40B4-BE49-F238E27FC236}">
                <ns2:creationId id="{6346F462-C813-41E9-96E3-3F27D71B0C4F}"/>
              </a:ext>
            </a:extLst>
          </p:cNvPr>
          <p:cNvSpPr>
            <a:spLocks noGrp="1"/>
          </p:cNvSpPr>
          <p:nvPr/>
        </p:nvSpPr>
        <p:spPr>
          <a:xfrm>
            <a:off x="1190561" y="4514541"/>
            <a:ext cx="342707" cy="115258"/>
          </a:xfrm>
          <a:custGeom>
            <a:pathLst>
              <a:path w="342707" h="115258">
                <a:moveTo>
                  <a:pt x="0" y="0"/>
                </a:moveTo>
                <a:lnTo>
                  <a:pt x="342707" y="115258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41" name="line_039">
            <a:extLst>
              <a:ext uri="{FF2B5EF4-FFF2-40B4-BE49-F238E27FC236}">
                <ns2:creationId id="{C0E1C947-2385-4F51-99CF-EFF4CF44DF02}"/>
              </a:ext>
            </a:extLst>
          </p:cNvPr>
          <p:cNvSpPr>
            <a:spLocks noGrp="1"/>
          </p:cNvSpPr>
          <p:nvPr/>
        </p:nvSpPr>
        <p:spPr>
          <a:xfrm>
            <a:off x="1493784" y="4594511"/>
            <a:ext cx="39484" cy="35287"/>
          </a:xfrm>
          <a:custGeom>
            <a:pathLst>
              <a:path w="39484" h="35287">
                <a:moveTo>
                  <a:pt x="0" y="0"/>
                </a:moveTo>
                <a:lnTo>
                  <a:pt x="39484" y="35287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42" name="line_040">
            <a:extLst>
              <a:ext uri="{FF2B5EF4-FFF2-40B4-BE49-F238E27FC236}">
                <ns2:creationId id="{F9422713-AAFB-40A9-81F4-453D2FE871E2}"/>
              </a:ext>
            </a:extLst>
          </p:cNvPr>
          <p:cNvSpPr>
            <a:spLocks noGrp="1"/>
          </p:cNvSpPr>
          <p:nvPr/>
        </p:nvSpPr>
        <p:spPr>
          <a:xfrm>
            <a:off x="1480485" y="4629798"/>
            <a:ext cx="52783" cy="4256"/>
          </a:xfrm>
          <a:custGeom>
            <a:pathLst>
              <a:path w="52783" h="4256">
                <a:moveTo>
                  <a:pt x="0" y="4256"/>
                </a:moveTo>
                <a:lnTo>
                  <a:pt x="52783" y="0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43" name="text_041">
            <a:extLst>
              <a:ext uri="{FF2B5EF4-FFF2-40B4-BE49-F238E27FC236}">
                <ns2:creationId id="{42946281-4C43-4EB6-B9C6-AF43FBD21B74}"/>
              </a:ext>
            </a:extLst>
          </p:cNvPr>
          <p:cNvSpPr>
            <a:spLocks noGrp="1"/>
          </p:cNvSpPr>
          <p:nvPr/>
        </p:nvSpPr>
        <p:spPr>
          <a:xfrm rot="0">
            <a:off x="1561081" y="4553312"/>
            <a:ext cx="139065" cy="166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a_event_guide_1">
            <a:extLst>
              <a:ext uri="{FF2B5EF4-FFF2-40B4-BE49-F238E27FC236}">
                <ns2:creationId id="{891A9FE9-EEAC-4622-8B73-251F0D831C4D}"/>
              </a:ext>
            </a:extLst>
          </p:cNvPr>
          <p:cNvSpPr>
            <a:spLocks noGrp="1"/>
          </p:cNvSpPr>
          <p:nvPr/>
        </p:nvSpPr>
        <p:spPr>
          <a:xfrm>
            <a:off x="5157461" y="320040"/>
            <a:ext cx="95" cy="2971800"/>
          </a:xfrm>
          <a:custGeom>
            <a:pathLst>
              <a:path w="9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8573">
            <a:solidFill>
              <a:srgbClr val="000000"/>
            </a:solidFill>
            <a:prstDash val="dash"/>
          </a:ln>
        </p:spPr>
      </p:sp>
      <p:sp>
        <p:nvSpPr>
          <p:cNvPr id="45" name="a_event_box_1">
            <a:extLst>
              <a:ext uri="{FF2B5EF4-FFF2-40B4-BE49-F238E27FC236}">
                <ns2:creationId id="{41CAA042-62B8-46BC-BFBA-93949032D664}"/>
              </a:ext>
            </a:extLst>
          </p:cNvPr>
          <p:cNvSpPr>
            <a:spLocks noGrp="1"/>
          </p:cNvSpPr>
          <p:nvPr/>
        </p:nvSpPr>
        <p:spPr>
          <a:xfrm rot="0">
            <a:off x="3998119" y="792480"/>
            <a:ext cx="2009489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8000"/>
            </a:srgbClr>
          </a:solidFill>
          <a:ln w="6858">
            <a:solidFill>
              <a:srgbClr val="000000"/>
            </a:solidFill>
            <a:prstDash val="solid"/>
          </a:ln>
        </p:spPr>
      </p:sp>
      <p:sp>
        <p:nvSpPr>
          <p:cNvPr id="46" name="text_044">
            <a:extLst>
              <a:ext uri="{FF2B5EF4-FFF2-40B4-BE49-F238E27FC236}">
                <ns2:creationId id="{D05CA193-A138-4353-8C40-B11790CBE7D3}"/>
              </a:ext>
            </a:extLst>
          </p:cNvPr>
          <p:cNvSpPr>
            <a:spLocks noGrp="1"/>
          </p:cNvSpPr>
          <p:nvPr/>
        </p:nvSpPr>
        <p:spPr>
          <a:xfrm rot="0">
            <a:off x="4060698" y="821055"/>
            <a:ext cx="1884331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storm over</a:t>
            </a:r>
          </a:p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Scandinavia</a:t>
            </a:r>
          </a:p>
        </p:txBody>
      </p:sp>
      <p:sp>
        <p:nvSpPr>
          <p:cNvPr id="47" name="line_045">
            <a:extLst>
              <a:ext uri="{FF2B5EF4-FFF2-40B4-BE49-F238E27FC236}">
                <ns2:creationId id="{37DA1CA6-2A7A-40CA-95AB-B07D504C224F}"/>
              </a:ext>
            </a:extLst>
          </p:cNvPr>
          <p:cNvSpPr>
            <a:spLocks noGrp="1"/>
          </p:cNvSpPr>
          <p:nvPr/>
        </p:nvSpPr>
        <p:spPr>
          <a:xfrm>
            <a:off x="5157461" y="1192530"/>
            <a:ext cx="95" cy="530226"/>
          </a:xfrm>
          <a:custGeom>
            <a:pathLst>
              <a:path w="95" h="530226">
                <a:moveTo>
                  <a:pt x="0" y="0"/>
                </a:moveTo>
                <a:lnTo>
                  <a:pt x="0" y="530226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48" name="line_046">
            <a:extLst>
              <a:ext uri="{FF2B5EF4-FFF2-40B4-BE49-F238E27FC236}">
                <ns2:creationId id="{3DE99298-124B-49C0-9830-328FA93FF27D}"/>
              </a:ext>
            </a:extLst>
          </p:cNvPr>
          <p:cNvSpPr>
            <a:spLocks noGrp="1"/>
          </p:cNvSpPr>
          <p:nvPr/>
        </p:nvSpPr>
        <p:spPr>
          <a:xfrm>
            <a:off x="5157461" y="1669416"/>
            <a:ext cx="20860" cy="53340"/>
          </a:xfrm>
          <a:custGeom>
            <a:pathLst>
              <a:path w="20860" h="53340">
                <a:moveTo>
                  <a:pt x="20860" y="0"/>
                </a:moveTo>
                <a:lnTo>
                  <a:pt x="0" y="5334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49" name="line_047">
            <a:extLst>
              <a:ext uri="{FF2B5EF4-FFF2-40B4-BE49-F238E27FC236}">
                <ns2:creationId id="{51924981-8348-4B75-BAAC-142A26F2819C}"/>
              </a:ext>
            </a:extLst>
          </p:cNvPr>
          <p:cNvSpPr>
            <a:spLocks noGrp="1"/>
          </p:cNvSpPr>
          <p:nvPr/>
        </p:nvSpPr>
        <p:spPr>
          <a:xfrm>
            <a:off x="5136601" y="1669416"/>
            <a:ext cx="20860" cy="53340"/>
          </a:xfrm>
          <a:custGeom>
            <a:pathLst>
              <a:path w="20860" h="53340">
                <a:moveTo>
                  <a:pt x="0" y="0"/>
                </a:moveTo>
                <a:lnTo>
                  <a:pt x="20860" y="5334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50" name="path_048">
            <a:extLst>
              <a:ext uri="{FF2B5EF4-FFF2-40B4-BE49-F238E27FC236}">
                <ns2:creationId id="{4A642D3F-77AC-4BDD-A844-63A21B9B4F5B}"/>
              </a:ext>
            </a:extLst>
          </p:cNvPr>
          <p:cNvSpPr>
            <a:spLocks noGrp="1"/>
          </p:cNvSpPr>
          <p:nvPr/>
        </p:nvSpPr>
        <p:spPr>
          <a:xfrm>
            <a:off x="2993374" y="3383280"/>
            <a:ext cx="2164087" cy="712470"/>
          </a:xfrm>
          <a:custGeom>
            <a:pathLst>
              <a:path w="2164087" h="712470">
                <a:moveTo>
                  <a:pt x="2164087" y="0"/>
                </a:moveTo>
                <a:lnTo>
                  <a:pt x="2164087" y="259080"/>
                </a:lnTo>
                <a:lnTo>
                  <a:pt x="0" y="259080"/>
                </a:lnTo>
                <a:lnTo>
                  <a:pt x="0" y="712470"/>
                </a:lnTo>
              </a:path>
            </a:pathLst>
          </a:custGeom>
          <a:noFill/>
          <a:ln w="6858">
            <a:solidFill>
              <a:srgbClr val="8B8B8B"/>
            </a:solidFill>
            <a:prstDash val="solid"/>
          </a:ln>
        </p:spPr>
      </p:sp>
      <p:pic>
        <p:nvPicPr>
          <p:cNvPr id="51" name="">
            <a:extLst>
              <a:ext uri="{FF2B5EF4-FFF2-40B4-BE49-F238E27FC236}">
                <ns2:creationId id="{AAE9794C-2190-454C-83EB-F54226C63926}"/>
              </a:ext>
            </a:extLst>
          </p:cNvPr>
          <p:cNvPicPr>
            <a:picLocks noChangeAspect="1"/>
          </p:cNvPicPr>
          <p:nvPr/>
        </p:nvPicPr>
        <p:blipFill>
          <a:blip r:embed="R866f10fda1b846fe"/>
          <a:stretch/>
        </p:blipFill>
        <p:spPr>
          <a:xfrm>
            <a:off x="2211134" y="4095750"/>
            <a:ext cx="1564481" cy="1609969"/>
          </a:xfrm>
          <a:prstGeom prst="rect">
            <a:avLst/>
          </a:prstGeom>
        </p:spPr>
      </p:pic>
      <p:sp>
        <p:nvSpPr>
          <p:cNvPr id="52" name="rect_050">
            <a:extLst>
              <a:ext uri="{FF2B5EF4-FFF2-40B4-BE49-F238E27FC236}">
                <ns2:creationId id="{56834B69-7300-4FE8-AF8C-D2962D7FF6A3}"/>
              </a:ext>
            </a:extLst>
          </p:cNvPr>
          <p:cNvSpPr>
            <a:spLocks noGrp="1"/>
          </p:cNvSpPr>
          <p:nvPr/>
        </p:nvSpPr>
        <p:spPr>
          <a:xfrm rot="0">
            <a:off x="2211134" y="4095750"/>
            <a:ext cx="1564481" cy="1609969"/>
          </a:xfrm>
          <a:prstGeom prst="rect">
            <a:avLst/>
          </a:pr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53" name="text_051">
            <a:extLst>
              <a:ext uri="{FF2B5EF4-FFF2-40B4-BE49-F238E27FC236}">
                <ns2:creationId id="{CDA422CD-5D66-4902-99F5-A1DB58E1648D}"/>
              </a:ext>
            </a:extLst>
          </p:cNvPr>
          <p:cNvSpPr>
            <a:spLocks noGrp="1"/>
          </p:cNvSpPr>
          <p:nvPr/>
        </p:nvSpPr>
        <p:spPr>
          <a:xfrm rot="0">
            <a:off x="2148554" y="5768298"/>
            <a:ext cx="168964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1999-12-17 21:00</a:t>
            </a:r>
          </a:p>
        </p:txBody>
      </p:sp>
      <p:sp>
        <p:nvSpPr>
          <p:cNvPr id="54" name="line_052">
            <a:extLst>
              <a:ext uri="{FF2B5EF4-FFF2-40B4-BE49-F238E27FC236}">
                <ns2:creationId id="{B8822933-23B0-4473-80F6-6176F29ED8DA}"/>
              </a:ext>
            </a:extLst>
          </p:cNvPr>
          <p:cNvSpPr>
            <a:spLocks noGrp="1"/>
          </p:cNvSpPr>
          <p:nvPr/>
        </p:nvSpPr>
        <p:spPr>
          <a:xfrm>
            <a:off x="3045518" y="4350258"/>
            <a:ext cx="342707" cy="115258"/>
          </a:xfrm>
          <a:custGeom>
            <a:pathLst>
              <a:path w="342707" h="115258">
                <a:moveTo>
                  <a:pt x="0" y="0"/>
                </a:moveTo>
                <a:lnTo>
                  <a:pt x="342707" y="115258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55" name="line_053">
            <a:extLst>
              <a:ext uri="{FF2B5EF4-FFF2-40B4-BE49-F238E27FC236}">
                <ns2:creationId id="{8A033FF5-6B2A-4229-A763-252BAA13A4EA}"/>
              </a:ext>
            </a:extLst>
          </p:cNvPr>
          <p:cNvSpPr>
            <a:spLocks noGrp="1"/>
          </p:cNvSpPr>
          <p:nvPr/>
        </p:nvSpPr>
        <p:spPr>
          <a:xfrm>
            <a:off x="3348741" y="4430229"/>
            <a:ext cx="39484" cy="35287"/>
          </a:xfrm>
          <a:custGeom>
            <a:pathLst>
              <a:path w="39484" h="35287">
                <a:moveTo>
                  <a:pt x="0" y="0"/>
                </a:moveTo>
                <a:lnTo>
                  <a:pt x="39484" y="35287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56" name="line_054">
            <a:extLst>
              <a:ext uri="{FF2B5EF4-FFF2-40B4-BE49-F238E27FC236}">
                <ns2:creationId id="{DD460354-C5AB-4E3B-A19B-9A9082972751}"/>
              </a:ext>
            </a:extLst>
          </p:cNvPr>
          <p:cNvSpPr>
            <a:spLocks noGrp="1"/>
          </p:cNvSpPr>
          <p:nvPr/>
        </p:nvSpPr>
        <p:spPr>
          <a:xfrm>
            <a:off x="3335442" y="4465516"/>
            <a:ext cx="52783" cy="4256"/>
          </a:xfrm>
          <a:custGeom>
            <a:pathLst>
              <a:path w="52783" h="4256">
                <a:moveTo>
                  <a:pt x="0" y="4256"/>
                </a:moveTo>
                <a:lnTo>
                  <a:pt x="52783" y="0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57" name="text_055">
            <a:extLst>
              <a:ext uri="{FF2B5EF4-FFF2-40B4-BE49-F238E27FC236}">
                <ns2:creationId id="{8845366D-D85F-425D-89A3-24317EBC18BB}"/>
              </a:ext>
            </a:extLst>
          </p:cNvPr>
          <p:cNvSpPr>
            <a:spLocks noGrp="1"/>
          </p:cNvSpPr>
          <p:nvPr/>
        </p:nvSpPr>
        <p:spPr>
          <a:xfrm rot="0">
            <a:off x="3416038" y="4389030"/>
            <a:ext cx="139065" cy="166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8" name="a_event_guide_2">
            <a:extLst>
              <a:ext uri="{FF2B5EF4-FFF2-40B4-BE49-F238E27FC236}">
                <ns2:creationId id="{A6737ED9-D822-4D61-82E8-773282F04C05}"/>
              </a:ext>
            </a:extLst>
          </p:cNvPr>
          <p:cNvSpPr>
            <a:spLocks noGrp="1"/>
          </p:cNvSpPr>
          <p:nvPr/>
        </p:nvSpPr>
        <p:spPr>
          <a:xfrm>
            <a:off x="7159324" y="320040"/>
            <a:ext cx="95" cy="2971800"/>
          </a:xfrm>
          <a:custGeom>
            <a:pathLst>
              <a:path w="9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8573">
            <a:solidFill>
              <a:srgbClr val="000000"/>
            </a:solidFill>
            <a:prstDash val="dash"/>
          </a:ln>
        </p:spPr>
      </p:sp>
      <p:sp>
        <p:nvSpPr>
          <p:cNvPr id="59" name="a_event_box_2">
            <a:extLst>
              <a:ext uri="{FF2B5EF4-FFF2-40B4-BE49-F238E27FC236}">
                <ns2:creationId id="{9BAD42C3-8036-4A93-9E68-07D682D5D68A}"/>
              </a:ext>
            </a:extLst>
          </p:cNvPr>
          <p:cNvSpPr>
            <a:spLocks noGrp="1"/>
          </p:cNvSpPr>
          <p:nvPr/>
        </p:nvSpPr>
        <p:spPr>
          <a:xfrm rot="0">
            <a:off x="4495991" y="2766060"/>
            <a:ext cx="2892552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8000"/>
            </a:srgbClr>
          </a:solidFill>
          <a:ln w="6858">
            <a:solidFill>
              <a:srgbClr val="000000"/>
            </a:solidFill>
            <a:prstDash val="solid"/>
          </a:ln>
        </p:spPr>
      </p:sp>
      <p:sp>
        <p:nvSpPr>
          <p:cNvPr id="60" name="text_058">
            <a:extLst>
              <a:ext uri="{FF2B5EF4-FFF2-40B4-BE49-F238E27FC236}">
                <ns2:creationId id="{EF100C27-1069-4F99-9827-EE0E2DBD610F}"/>
              </a:ext>
            </a:extLst>
          </p:cNvPr>
          <p:cNvSpPr>
            <a:spLocks noGrp="1"/>
          </p:cNvSpPr>
          <p:nvPr/>
        </p:nvSpPr>
        <p:spPr>
          <a:xfrm rot="0">
            <a:off x="4558570" y="2794635"/>
            <a:ext cx="2767394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storm over the</a:t>
            </a:r>
          </a:p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British Isles and Norway</a:t>
            </a:r>
          </a:p>
        </p:txBody>
      </p:sp>
      <p:sp>
        <p:nvSpPr>
          <p:cNvPr id="61" name="line_059">
            <a:extLst>
              <a:ext uri="{FF2B5EF4-FFF2-40B4-BE49-F238E27FC236}">
                <ns2:creationId id="{A1B41F57-6EA9-46F3-812C-CA084FC2AB70}"/>
              </a:ext>
            </a:extLst>
          </p:cNvPr>
          <p:cNvSpPr>
            <a:spLocks noGrp="1"/>
          </p:cNvSpPr>
          <p:nvPr/>
        </p:nvSpPr>
        <p:spPr>
          <a:xfrm>
            <a:off x="7159324" y="2178295"/>
            <a:ext cx="95" cy="587765"/>
          </a:xfrm>
          <a:custGeom>
            <a:pathLst>
              <a:path w="95" h="587765">
                <a:moveTo>
                  <a:pt x="0" y="587765"/>
                </a:moveTo>
                <a:lnTo>
                  <a:pt x="0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62" name="line_060">
            <a:extLst>
              <a:ext uri="{FF2B5EF4-FFF2-40B4-BE49-F238E27FC236}">
                <ns2:creationId id="{2DFD914B-65E6-4E31-A91D-334A16D0C8D9}"/>
              </a:ext>
            </a:extLst>
          </p:cNvPr>
          <p:cNvSpPr>
            <a:spLocks noGrp="1"/>
          </p:cNvSpPr>
          <p:nvPr/>
        </p:nvSpPr>
        <p:spPr>
          <a:xfrm>
            <a:off x="7138464" y="2178295"/>
            <a:ext cx="20860" cy="53340"/>
          </a:xfrm>
          <a:custGeom>
            <a:pathLst>
              <a:path w="20860" h="53340">
                <a:moveTo>
                  <a:pt x="0" y="53340"/>
                </a:moveTo>
                <a:lnTo>
                  <a:pt x="20860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63" name="line_061">
            <a:extLst>
              <a:ext uri="{FF2B5EF4-FFF2-40B4-BE49-F238E27FC236}">
                <ns2:creationId id="{1D92A189-99BA-438A-90DC-AF3D821237AA}"/>
              </a:ext>
            </a:extLst>
          </p:cNvPr>
          <p:cNvSpPr>
            <a:spLocks noGrp="1"/>
          </p:cNvSpPr>
          <p:nvPr/>
        </p:nvSpPr>
        <p:spPr>
          <a:xfrm>
            <a:off x="7159324" y="2178295"/>
            <a:ext cx="20860" cy="53340"/>
          </a:xfrm>
          <a:custGeom>
            <a:pathLst>
              <a:path w="20860" h="53340">
                <a:moveTo>
                  <a:pt x="20860" y="53340"/>
                </a:moveTo>
                <a:lnTo>
                  <a:pt x="0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64" name="path_062">
            <a:extLst>
              <a:ext uri="{FF2B5EF4-FFF2-40B4-BE49-F238E27FC236}">
                <ns2:creationId id="{437A50D3-7BFD-4231-AD2E-F5E81C6D2750}"/>
              </a:ext>
            </a:extLst>
          </p:cNvPr>
          <p:cNvSpPr>
            <a:spLocks noGrp="1"/>
          </p:cNvSpPr>
          <p:nvPr/>
        </p:nvSpPr>
        <p:spPr>
          <a:xfrm>
            <a:off x="4752546" y="3383280"/>
            <a:ext cx="2406778" cy="712470"/>
          </a:xfrm>
          <a:custGeom>
            <a:pathLst>
              <a:path w="2406778" h="712470">
                <a:moveTo>
                  <a:pt x="2406778" y="0"/>
                </a:moveTo>
                <a:lnTo>
                  <a:pt x="2406778" y="274320"/>
                </a:lnTo>
                <a:lnTo>
                  <a:pt x="0" y="274320"/>
                </a:lnTo>
                <a:lnTo>
                  <a:pt x="0" y="712470"/>
                </a:lnTo>
              </a:path>
            </a:pathLst>
          </a:custGeom>
          <a:noFill/>
          <a:ln w="6858">
            <a:solidFill>
              <a:srgbClr val="8B8B8B"/>
            </a:solidFill>
            <a:prstDash val="solid"/>
          </a:ln>
        </p:spPr>
      </p:sp>
      <p:pic>
        <p:nvPicPr>
          <p:cNvPr id="65" name="">
            <a:extLst>
              <a:ext uri="{FF2B5EF4-FFF2-40B4-BE49-F238E27FC236}">
                <ns2:creationId id="{8C829D06-65F2-4D3E-A5E7-B1AE47035192}"/>
              </a:ext>
            </a:extLst>
          </p:cNvPr>
          <p:cNvPicPr>
            <a:picLocks noChangeAspect="1"/>
          </p:cNvPicPr>
          <p:nvPr/>
        </p:nvPicPr>
        <p:blipFill>
          <a:blip r:embed="R9222d24ce14d4c21"/>
          <a:stretch/>
        </p:blipFill>
        <p:spPr>
          <a:xfrm>
            <a:off x="3970306" y="4095750"/>
            <a:ext cx="1564481" cy="1609969"/>
          </a:xfrm>
          <a:prstGeom prst="rect">
            <a:avLst/>
          </a:prstGeom>
        </p:spPr>
      </p:pic>
      <p:sp>
        <p:nvSpPr>
          <p:cNvPr id="66" name="rect_064">
            <a:extLst>
              <a:ext uri="{FF2B5EF4-FFF2-40B4-BE49-F238E27FC236}">
                <ns2:creationId id="{644888FF-26A9-4B0B-ADF9-DA2B45B9021D}"/>
              </a:ext>
            </a:extLst>
          </p:cNvPr>
          <p:cNvSpPr>
            <a:spLocks noGrp="1"/>
          </p:cNvSpPr>
          <p:nvPr/>
        </p:nvSpPr>
        <p:spPr>
          <a:xfrm rot="0">
            <a:off x="3970306" y="4095750"/>
            <a:ext cx="1564481" cy="1609969"/>
          </a:xfrm>
          <a:prstGeom prst="rect">
            <a:avLst/>
          </a:pr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67" name="text_065">
            <a:extLst>
              <a:ext uri="{FF2B5EF4-FFF2-40B4-BE49-F238E27FC236}">
                <ns2:creationId id="{7728044E-1FF6-493D-ACA5-5E2A23244A85}"/>
              </a:ext>
            </a:extLst>
          </p:cNvPr>
          <p:cNvSpPr>
            <a:spLocks noGrp="1"/>
          </p:cNvSpPr>
          <p:nvPr/>
        </p:nvSpPr>
        <p:spPr>
          <a:xfrm rot="0">
            <a:off x="3907727" y="5768298"/>
            <a:ext cx="168964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1999-12-24 23:00</a:t>
            </a:r>
          </a:p>
        </p:txBody>
      </p:sp>
      <p:sp>
        <p:nvSpPr>
          <p:cNvPr id="68" name="line_066">
            <a:extLst>
              <a:ext uri="{FF2B5EF4-FFF2-40B4-BE49-F238E27FC236}">
                <ns2:creationId id="{E3F71738-57E9-454A-A5F3-5B399A9768C8}"/>
              </a:ext>
            </a:extLst>
          </p:cNvPr>
          <p:cNvSpPr>
            <a:spLocks noGrp="1"/>
          </p:cNvSpPr>
          <p:nvPr/>
        </p:nvSpPr>
        <p:spPr>
          <a:xfrm>
            <a:off x="4421552" y="4514541"/>
            <a:ext cx="342707" cy="115258"/>
          </a:xfrm>
          <a:custGeom>
            <a:pathLst>
              <a:path w="342707" h="115258">
                <a:moveTo>
                  <a:pt x="0" y="0"/>
                </a:moveTo>
                <a:lnTo>
                  <a:pt x="342707" y="115258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69" name="line_067">
            <a:extLst>
              <a:ext uri="{FF2B5EF4-FFF2-40B4-BE49-F238E27FC236}">
                <ns2:creationId id="{4AA76D13-1E9B-4795-B4B7-16068DBCD7B9}"/>
              </a:ext>
            </a:extLst>
          </p:cNvPr>
          <p:cNvSpPr>
            <a:spLocks noGrp="1"/>
          </p:cNvSpPr>
          <p:nvPr/>
        </p:nvSpPr>
        <p:spPr>
          <a:xfrm>
            <a:off x="4724775" y="4594511"/>
            <a:ext cx="39484" cy="35287"/>
          </a:xfrm>
          <a:custGeom>
            <a:pathLst>
              <a:path w="39484" h="35287">
                <a:moveTo>
                  <a:pt x="0" y="0"/>
                </a:moveTo>
                <a:lnTo>
                  <a:pt x="39484" y="35287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70" name="line_068">
            <a:extLst>
              <a:ext uri="{FF2B5EF4-FFF2-40B4-BE49-F238E27FC236}">
                <ns2:creationId id="{25B7CE60-D8BB-4970-AA99-4AA7D3B61773}"/>
              </a:ext>
            </a:extLst>
          </p:cNvPr>
          <p:cNvSpPr>
            <a:spLocks noGrp="1"/>
          </p:cNvSpPr>
          <p:nvPr/>
        </p:nvSpPr>
        <p:spPr>
          <a:xfrm>
            <a:off x="4711476" y="4629798"/>
            <a:ext cx="52783" cy="4256"/>
          </a:xfrm>
          <a:custGeom>
            <a:pathLst>
              <a:path w="52783" h="4256">
                <a:moveTo>
                  <a:pt x="0" y="4256"/>
                </a:moveTo>
                <a:lnTo>
                  <a:pt x="52783" y="0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71" name="text_069">
            <a:extLst>
              <a:ext uri="{FF2B5EF4-FFF2-40B4-BE49-F238E27FC236}">
                <ns2:creationId id="{FF5C4BC8-B26E-40CB-8DDC-F9E91CEA26C9}"/>
              </a:ext>
            </a:extLst>
          </p:cNvPr>
          <p:cNvSpPr>
            <a:spLocks noGrp="1"/>
          </p:cNvSpPr>
          <p:nvPr/>
        </p:nvSpPr>
        <p:spPr>
          <a:xfrm rot="0">
            <a:off x="4792072" y="4553312"/>
            <a:ext cx="139065" cy="166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72" name="a_event_guide_3">
            <a:extLst>
              <a:ext uri="{FF2B5EF4-FFF2-40B4-BE49-F238E27FC236}">
                <ns2:creationId id="{4B1B118E-6714-4E34-81B3-79C5B0505EFD}"/>
              </a:ext>
            </a:extLst>
          </p:cNvPr>
          <p:cNvSpPr>
            <a:spLocks noGrp="1"/>
          </p:cNvSpPr>
          <p:nvPr/>
        </p:nvSpPr>
        <p:spPr>
          <a:xfrm>
            <a:off x="7571472" y="320040"/>
            <a:ext cx="95" cy="2971800"/>
          </a:xfrm>
          <a:custGeom>
            <a:pathLst>
              <a:path w="9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10478">
            <a:solidFill>
              <a:srgbClr val="C73A37"/>
            </a:solidFill>
            <a:prstDash val="dash"/>
          </a:ln>
        </p:spPr>
      </p:sp>
      <p:sp>
        <p:nvSpPr>
          <p:cNvPr id="73" name="a_event_box_3">
            <a:extLst>
              <a:ext uri="{FF2B5EF4-FFF2-40B4-BE49-F238E27FC236}">
                <ns2:creationId id="{FD7109BD-02AB-40B3-A824-59670E05931D}"/>
              </a:ext>
            </a:extLst>
          </p:cNvPr>
          <p:cNvSpPr>
            <a:spLocks noGrp="1"/>
          </p:cNvSpPr>
          <p:nvPr/>
        </p:nvSpPr>
        <p:spPr>
          <a:xfrm rot="0">
            <a:off x="6063234" y="1645920"/>
            <a:ext cx="1077754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88000"/>
            </a:srgbClr>
          </a:solidFill>
          <a:ln w="6858">
            <a:solidFill>
              <a:srgbClr val="000000"/>
            </a:solidFill>
            <a:prstDash val="solid"/>
          </a:ln>
        </p:spPr>
      </p:sp>
      <p:sp>
        <p:nvSpPr>
          <p:cNvPr id="74" name="text_072">
            <a:extLst>
              <a:ext uri="{FF2B5EF4-FFF2-40B4-BE49-F238E27FC236}">
                <ns2:creationId id="{F43A0D89-B335-482A-83E1-E257298D7B55}"/>
              </a:ext>
            </a:extLst>
          </p:cNvPr>
          <p:cNvSpPr>
            <a:spLocks noGrp="1"/>
          </p:cNvSpPr>
          <p:nvPr/>
        </p:nvSpPr>
        <p:spPr>
          <a:xfrm rot="0">
            <a:off x="6125813" y="1684020"/>
            <a:ext cx="95259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Cyclone Lothar</a:t>
            </a:r>
          </a:p>
        </p:txBody>
      </p:sp>
      <p:sp>
        <p:nvSpPr>
          <p:cNvPr id="75" name="line_073">
            <a:extLst>
              <a:ext uri="{FF2B5EF4-FFF2-40B4-BE49-F238E27FC236}">
                <ns2:creationId id="{685118E3-5CB8-4F42-8F59-82A36A4C8BBD}"/>
              </a:ext>
            </a:extLst>
          </p:cNvPr>
          <p:cNvSpPr>
            <a:spLocks noGrp="1"/>
          </p:cNvSpPr>
          <p:nvPr/>
        </p:nvSpPr>
        <p:spPr>
          <a:xfrm>
            <a:off x="7078409" y="1645920"/>
            <a:ext cx="493064" cy="106940"/>
          </a:xfrm>
          <a:custGeom>
            <a:pathLst>
              <a:path w="493064" h="106940">
                <a:moveTo>
                  <a:pt x="0" y="0"/>
                </a:moveTo>
                <a:lnTo>
                  <a:pt x="493064" y="10694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76" name="line_074">
            <a:extLst>
              <a:ext uri="{FF2B5EF4-FFF2-40B4-BE49-F238E27FC236}">
                <ns2:creationId id="{552CE11F-4565-494B-BDEB-0F7301C97C52}"/>
              </a:ext>
            </a:extLst>
          </p:cNvPr>
          <p:cNvSpPr>
            <a:spLocks noGrp="1"/>
          </p:cNvSpPr>
          <p:nvPr/>
        </p:nvSpPr>
        <p:spPr>
          <a:xfrm>
            <a:off x="7527776" y="1720079"/>
            <a:ext cx="43697" cy="32781"/>
          </a:xfrm>
          <a:custGeom>
            <a:pathLst>
              <a:path w="43697" h="32781">
                <a:moveTo>
                  <a:pt x="0" y="0"/>
                </a:moveTo>
                <a:lnTo>
                  <a:pt x="43697" y="32781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77" name="line_075">
            <a:extLst>
              <a:ext uri="{FF2B5EF4-FFF2-40B4-BE49-F238E27FC236}">
                <ns2:creationId id="{409B601A-056C-4F44-93AE-236588B63C63}"/>
              </a:ext>
            </a:extLst>
          </p:cNvPr>
          <p:cNvSpPr>
            <a:spLocks noGrp="1"/>
          </p:cNvSpPr>
          <p:nvPr/>
        </p:nvSpPr>
        <p:spPr>
          <a:xfrm>
            <a:off x="7519676" y="1752860"/>
            <a:ext cx="51796" cy="12069"/>
          </a:xfrm>
          <a:custGeom>
            <a:pathLst>
              <a:path w="51796" h="12069">
                <a:moveTo>
                  <a:pt x="0" y="12069"/>
                </a:moveTo>
                <a:lnTo>
                  <a:pt x="51796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78" name="path_076">
            <a:extLst>
              <a:ext uri="{FF2B5EF4-FFF2-40B4-BE49-F238E27FC236}">
                <ns2:creationId id="{09802CCA-FA06-483B-B2A1-25370807D334}"/>
              </a:ext>
            </a:extLst>
          </p:cNvPr>
          <p:cNvSpPr>
            <a:spLocks noGrp="1"/>
          </p:cNvSpPr>
          <p:nvPr/>
        </p:nvSpPr>
        <p:spPr>
          <a:xfrm>
            <a:off x="6511719" y="3383280"/>
            <a:ext cx="1059754" cy="712470"/>
          </a:xfrm>
          <a:custGeom>
            <a:pathLst>
              <a:path w="1059754" h="712470">
                <a:moveTo>
                  <a:pt x="1059754" y="0"/>
                </a:moveTo>
                <a:lnTo>
                  <a:pt x="1059754" y="289560"/>
                </a:lnTo>
                <a:lnTo>
                  <a:pt x="0" y="289560"/>
                </a:lnTo>
                <a:lnTo>
                  <a:pt x="0" y="712470"/>
                </a:lnTo>
              </a:path>
            </a:pathLst>
          </a:custGeom>
          <a:noFill/>
          <a:ln w="6858">
            <a:solidFill>
              <a:srgbClr val="8B8B8B"/>
            </a:solidFill>
            <a:prstDash val="solid"/>
          </a:ln>
        </p:spPr>
      </p:sp>
      <p:pic>
        <p:nvPicPr>
          <p:cNvPr id="79" name="">
            <a:extLst>
              <a:ext uri="{FF2B5EF4-FFF2-40B4-BE49-F238E27FC236}">
                <ns2:creationId id="{71073253-1170-4ECA-9282-75C9FE9B1323}"/>
              </a:ext>
            </a:extLst>
          </p:cNvPr>
          <p:cNvPicPr>
            <a:picLocks noChangeAspect="1"/>
          </p:cNvPicPr>
          <p:nvPr/>
        </p:nvPicPr>
        <p:blipFill>
          <a:blip r:embed="R4d9d3d719a9247d3"/>
          <a:stretch/>
        </p:blipFill>
        <p:spPr>
          <a:xfrm>
            <a:off x="5729478" y="4095750"/>
            <a:ext cx="1564481" cy="1609969"/>
          </a:xfrm>
          <a:prstGeom prst="rect">
            <a:avLst/>
          </a:prstGeom>
        </p:spPr>
      </p:pic>
      <p:sp>
        <p:nvSpPr>
          <p:cNvPr id="80" name="rect_078">
            <a:extLst>
              <a:ext uri="{FF2B5EF4-FFF2-40B4-BE49-F238E27FC236}">
                <ns2:creationId id="{35BDFADC-81FC-472A-9C8B-23B8488C8C85}"/>
              </a:ext>
            </a:extLst>
          </p:cNvPr>
          <p:cNvSpPr>
            <a:spLocks noGrp="1"/>
          </p:cNvSpPr>
          <p:nvPr/>
        </p:nvSpPr>
        <p:spPr>
          <a:xfrm rot="0">
            <a:off x="5729478" y="4095750"/>
            <a:ext cx="1564481" cy="1609969"/>
          </a:xfrm>
          <a:prstGeom prst="rect">
            <a:avLst/>
          </a:prstGeom>
          <a:noFill/>
          <a:ln w="11430">
            <a:solidFill>
              <a:srgbClr val="C73A37"/>
            </a:solidFill>
            <a:prstDash val="solid"/>
          </a:ln>
        </p:spPr>
      </p:sp>
      <p:sp>
        <p:nvSpPr>
          <p:cNvPr id="81" name="text_079">
            <a:extLst>
              <a:ext uri="{FF2B5EF4-FFF2-40B4-BE49-F238E27FC236}">
                <ns2:creationId id="{B5D81EE7-152A-44D8-BA34-F6ACDA55628F}"/>
              </a:ext>
            </a:extLst>
          </p:cNvPr>
          <p:cNvSpPr>
            <a:spLocks noGrp="1"/>
          </p:cNvSpPr>
          <p:nvPr/>
        </p:nvSpPr>
        <p:spPr>
          <a:xfrm rot="0">
            <a:off x="5666899" y="5768298"/>
            <a:ext cx="168964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1999-12-26 10:00</a:t>
            </a:r>
          </a:p>
        </p:txBody>
      </p:sp>
      <p:sp>
        <p:nvSpPr>
          <p:cNvPr id="82" name="line_080">
            <a:extLst>
              <a:ext uri="{FF2B5EF4-FFF2-40B4-BE49-F238E27FC236}">
                <ns2:creationId id="{5DB263CC-0468-4C53-A177-393E29EEADA1}"/>
              </a:ext>
            </a:extLst>
          </p:cNvPr>
          <p:cNvSpPr>
            <a:spLocks noGrp="1"/>
          </p:cNvSpPr>
          <p:nvPr/>
        </p:nvSpPr>
        <p:spPr>
          <a:xfrm>
            <a:off x="6404222" y="4711680"/>
            <a:ext cx="342707" cy="115258"/>
          </a:xfrm>
          <a:custGeom>
            <a:pathLst>
              <a:path w="342707" h="115258">
                <a:moveTo>
                  <a:pt x="0" y="0"/>
                </a:moveTo>
                <a:lnTo>
                  <a:pt x="342707" y="115258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83" name="line_081">
            <a:extLst>
              <a:ext uri="{FF2B5EF4-FFF2-40B4-BE49-F238E27FC236}">
                <ns2:creationId id="{BEFB46E8-CEFD-49CA-B1BC-F66DBA5C6CCE}"/>
              </a:ext>
            </a:extLst>
          </p:cNvPr>
          <p:cNvSpPr>
            <a:spLocks noGrp="1"/>
          </p:cNvSpPr>
          <p:nvPr/>
        </p:nvSpPr>
        <p:spPr>
          <a:xfrm>
            <a:off x="6707444" y="4791650"/>
            <a:ext cx="39484" cy="35287"/>
          </a:xfrm>
          <a:custGeom>
            <a:pathLst>
              <a:path w="39484" h="35287">
                <a:moveTo>
                  <a:pt x="0" y="0"/>
                </a:moveTo>
                <a:lnTo>
                  <a:pt x="39484" y="35287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84" name="line_082">
            <a:extLst>
              <a:ext uri="{FF2B5EF4-FFF2-40B4-BE49-F238E27FC236}">
                <ns2:creationId id="{8C537DB1-B2E1-4FEF-ACFB-8A7B08258014}"/>
              </a:ext>
            </a:extLst>
          </p:cNvPr>
          <p:cNvSpPr>
            <a:spLocks noGrp="1"/>
          </p:cNvSpPr>
          <p:nvPr/>
        </p:nvSpPr>
        <p:spPr>
          <a:xfrm>
            <a:off x="6694145" y="4826937"/>
            <a:ext cx="52783" cy="4256"/>
          </a:xfrm>
          <a:custGeom>
            <a:pathLst>
              <a:path w="52783" h="4256">
                <a:moveTo>
                  <a:pt x="0" y="4256"/>
                </a:moveTo>
                <a:lnTo>
                  <a:pt x="52783" y="0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85" name="text_083">
            <a:extLst>
              <a:ext uri="{FF2B5EF4-FFF2-40B4-BE49-F238E27FC236}">
                <ns2:creationId id="{E39A1115-55DD-4572-A493-74D8A9E81CC8}"/>
              </a:ext>
            </a:extLst>
          </p:cNvPr>
          <p:cNvSpPr>
            <a:spLocks noGrp="1"/>
          </p:cNvSpPr>
          <p:nvPr/>
        </p:nvSpPr>
        <p:spPr>
          <a:xfrm rot="0">
            <a:off x="6774741" y="4750452"/>
            <a:ext cx="139065" cy="166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86" name="a_event_guide_4">
            <a:extLst>
              <a:ext uri="{FF2B5EF4-FFF2-40B4-BE49-F238E27FC236}">
                <ns2:creationId id="{EF14D915-F406-4BF4-B31D-8745F9C7E20B}"/>
              </a:ext>
            </a:extLst>
          </p:cNvPr>
          <p:cNvSpPr>
            <a:spLocks noGrp="1"/>
          </p:cNvSpPr>
          <p:nvPr/>
        </p:nvSpPr>
        <p:spPr>
          <a:xfrm>
            <a:off x="7983621" y="320040"/>
            <a:ext cx="95" cy="2971800"/>
          </a:xfrm>
          <a:custGeom>
            <a:pathLst>
              <a:path w="9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8573">
            <a:solidFill>
              <a:srgbClr val="000000"/>
            </a:solidFill>
            <a:prstDash val="dash"/>
          </a:ln>
        </p:spPr>
      </p:sp>
      <p:sp>
        <p:nvSpPr>
          <p:cNvPr id="87" name="a_event_box_4">
            <a:extLst>
              <a:ext uri="{FF2B5EF4-FFF2-40B4-BE49-F238E27FC236}">
                <ns2:creationId id="{E74B9826-15ED-481D-9059-3E4C28D35F61}"/>
              </a:ext>
            </a:extLst>
          </p:cNvPr>
          <p:cNvSpPr>
            <a:spLocks noGrp="1"/>
          </p:cNvSpPr>
          <p:nvPr/>
        </p:nvSpPr>
        <p:spPr>
          <a:xfrm rot="0">
            <a:off x="7769542" y="647700"/>
            <a:ext cx="1098614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88000"/>
            </a:srgbClr>
          </a:solidFill>
          <a:ln w="6858">
            <a:solidFill>
              <a:srgbClr val="000000"/>
            </a:solidFill>
            <a:prstDash val="solid"/>
          </a:ln>
        </p:spPr>
      </p:sp>
      <p:sp>
        <p:nvSpPr>
          <p:cNvPr id="88" name="text_086">
            <a:extLst>
              <a:ext uri="{FF2B5EF4-FFF2-40B4-BE49-F238E27FC236}">
                <ns2:creationId id="{F10E45BD-D566-47CD-A91A-DF91CA1C5CF6}"/>
              </a:ext>
            </a:extLst>
          </p:cNvPr>
          <p:cNvSpPr>
            <a:spLocks noGrp="1"/>
          </p:cNvSpPr>
          <p:nvPr/>
        </p:nvSpPr>
        <p:spPr>
          <a:xfrm rot="0">
            <a:off x="7832122" y="685800"/>
            <a:ext cx="97345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Cyclone Martin</a:t>
            </a:r>
          </a:p>
        </p:txBody>
      </p:sp>
      <p:sp>
        <p:nvSpPr>
          <p:cNvPr id="89" name="line_087">
            <a:extLst>
              <a:ext uri="{FF2B5EF4-FFF2-40B4-BE49-F238E27FC236}">
                <ns2:creationId id="{81C91A59-AB74-425B-8ED1-9E9FA19E8C4E}"/>
              </a:ext>
            </a:extLst>
          </p:cNvPr>
          <p:cNvSpPr>
            <a:spLocks noGrp="1"/>
          </p:cNvSpPr>
          <p:nvPr/>
        </p:nvSpPr>
        <p:spPr>
          <a:xfrm>
            <a:off x="7983621" y="876300"/>
            <a:ext cx="95" cy="962577"/>
          </a:xfrm>
          <a:custGeom>
            <a:pathLst>
              <a:path w="95" h="962577">
                <a:moveTo>
                  <a:pt x="0" y="0"/>
                </a:moveTo>
                <a:lnTo>
                  <a:pt x="0" y="962577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90" name="line_088">
            <a:extLst>
              <a:ext uri="{FF2B5EF4-FFF2-40B4-BE49-F238E27FC236}">
                <ns2:creationId id="{43D87206-11DD-4821-9EB9-EE1040F2B15E}"/>
              </a:ext>
            </a:extLst>
          </p:cNvPr>
          <p:cNvSpPr>
            <a:spLocks noGrp="1"/>
          </p:cNvSpPr>
          <p:nvPr/>
        </p:nvSpPr>
        <p:spPr>
          <a:xfrm>
            <a:off x="7983621" y="1785537"/>
            <a:ext cx="20860" cy="53340"/>
          </a:xfrm>
          <a:custGeom>
            <a:pathLst>
              <a:path w="20860" h="53340">
                <a:moveTo>
                  <a:pt x="20860" y="0"/>
                </a:moveTo>
                <a:lnTo>
                  <a:pt x="0" y="5334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91" name="line_089">
            <a:extLst>
              <a:ext uri="{FF2B5EF4-FFF2-40B4-BE49-F238E27FC236}">
                <ns2:creationId id="{53AA9642-2C9C-4ADA-85BF-1EA1BF9CBABA}"/>
              </a:ext>
            </a:extLst>
          </p:cNvPr>
          <p:cNvSpPr>
            <a:spLocks noGrp="1"/>
          </p:cNvSpPr>
          <p:nvPr/>
        </p:nvSpPr>
        <p:spPr>
          <a:xfrm>
            <a:off x="7962761" y="1785537"/>
            <a:ext cx="20860" cy="53340"/>
          </a:xfrm>
          <a:custGeom>
            <a:pathLst>
              <a:path w="20860" h="53340">
                <a:moveTo>
                  <a:pt x="0" y="0"/>
                </a:moveTo>
                <a:lnTo>
                  <a:pt x="20860" y="5334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92" name="path_090">
            <a:extLst>
              <a:ext uri="{FF2B5EF4-FFF2-40B4-BE49-F238E27FC236}">
                <ns2:creationId id="{1F2E3B57-9EFA-4E04-B1FA-3D24107BDA89}"/>
              </a:ext>
            </a:extLst>
          </p:cNvPr>
          <p:cNvSpPr>
            <a:spLocks noGrp="1"/>
          </p:cNvSpPr>
          <p:nvPr/>
        </p:nvSpPr>
        <p:spPr>
          <a:xfrm>
            <a:off x="7983621" y="3383280"/>
            <a:ext cx="287270" cy="712470"/>
          </a:xfrm>
          <a:custGeom>
            <a:pathLst>
              <a:path w="287270" h="712470">
                <a:moveTo>
                  <a:pt x="0" y="0"/>
                </a:moveTo>
                <a:lnTo>
                  <a:pt x="0" y="304800"/>
                </a:lnTo>
                <a:lnTo>
                  <a:pt x="287270" y="304800"/>
                </a:lnTo>
                <a:lnTo>
                  <a:pt x="287270" y="712470"/>
                </a:lnTo>
              </a:path>
            </a:pathLst>
          </a:custGeom>
          <a:noFill/>
          <a:ln w="6858">
            <a:solidFill>
              <a:srgbClr val="8B8B8B"/>
            </a:solidFill>
            <a:prstDash val="solid"/>
          </a:ln>
        </p:spPr>
      </p:sp>
      <p:pic>
        <p:nvPicPr>
          <p:cNvPr id="93" name="">
            <a:extLst>
              <a:ext uri="{FF2B5EF4-FFF2-40B4-BE49-F238E27FC236}">
                <ns2:creationId id="{A5CEDAB8-C15C-438B-9F53-E6506A59288D}"/>
              </a:ext>
            </a:extLst>
          </p:cNvPr>
          <p:cNvPicPr>
            <a:picLocks noChangeAspect="1"/>
          </p:cNvPicPr>
          <p:nvPr/>
        </p:nvPicPr>
        <p:blipFill>
          <a:blip r:embed="R9ac765dc614540c1"/>
          <a:stretch/>
        </p:blipFill>
        <p:spPr>
          <a:xfrm>
            <a:off x="7488650" y="4095750"/>
            <a:ext cx="1564481" cy="1609969"/>
          </a:xfrm>
          <a:prstGeom prst="rect">
            <a:avLst/>
          </a:prstGeom>
        </p:spPr>
      </p:pic>
      <p:sp>
        <p:nvSpPr>
          <p:cNvPr id="94" name="rect_092">
            <a:extLst>
              <a:ext uri="{FF2B5EF4-FFF2-40B4-BE49-F238E27FC236}">
                <ns2:creationId id="{4287C860-8867-4690-9E7A-ED172D8BC849}"/>
              </a:ext>
            </a:extLst>
          </p:cNvPr>
          <p:cNvSpPr>
            <a:spLocks noGrp="1"/>
          </p:cNvSpPr>
          <p:nvPr/>
        </p:nvSpPr>
        <p:spPr>
          <a:xfrm rot="0">
            <a:off x="7488650" y="4095750"/>
            <a:ext cx="1564481" cy="1609969"/>
          </a:xfrm>
          <a:prstGeom prst="rect">
            <a:avLst/>
          </a:pr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95" name="text_093">
            <a:extLst>
              <a:ext uri="{FF2B5EF4-FFF2-40B4-BE49-F238E27FC236}">
                <ns2:creationId id="{030A4199-D11E-4915-BB44-52309F24E9BA}"/>
              </a:ext>
            </a:extLst>
          </p:cNvPr>
          <p:cNvSpPr>
            <a:spLocks noGrp="1"/>
          </p:cNvSpPr>
          <p:nvPr/>
        </p:nvSpPr>
        <p:spPr>
          <a:xfrm rot="0">
            <a:off x="7426071" y="5768298"/>
            <a:ext cx="168964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1999-12-27 21:00</a:t>
            </a:r>
          </a:p>
        </p:txBody>
      </p:sp>
      <p:sp>
        <p:nvSpPr>
          <p:cNvPr id="96" name="line_094">
            <a:extLst>
              <a:ext uri="{FF2B5EF4-FFF2-40B4-BE49-F238E27FC236}">
                <ns2:creationId id="{24B26DEC-A2F1-405A-99C9-C3D669E583B9}"/>
              </a:ext>
            </a:extLst>
          </p:cNvPr>
          <p:cNvSpPr>
            <a:spLocks noGrp="1"/>
          </p:cNvSpPr>
          <p:nvPr/>
        </p:nvSpPr>
        <p:spPr>
          <a:xfrm>
            <a:off x="8067609" y="4843106"/>
            <a:ext cx="342707" cy="115258"/>
          </a:xfrm>
          <a:custGeom>
            <a:pathLst>
              <a:path w="342707" h="115258">
                <a:moveTo>
                  <a:pt x="0" y="0"/>
                </a:moveTo>
                <a:lnTo>
                  <a:pt x="342707" y="115258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97" name="line_095">
            <a:extLst>
              <a:ext uri="{FF2B5EF4-FFF2-40B4-BE49-F238E27FC236}">
                <ns2:creationId id="{A9D7AC8E-4BF0-4092-B4E4-903AD635F2B6}"/>
              </a:ext>
            </a:extLst>
          </p:cNvPr>
          <p:cNvSpPr>
            <a:spLocks noGrp="1"/>
          </p:cNvSpPr>
          <p:nvPr/>
        </p:nvSpPr>
        <p:spPr>
          <a:xfrm>
            <a:off x="8370832" y="4923076"/>
            <a:ext cx="39484" cy="35287"/>
          </a:xfrm>
          <a:custGeom>
            <a:pathLst>
              <a:path w="39484" h="35287">
                <a:moveTo>
                  <a:pt x="0" y="0"/>
                </a:moveTo>
                <a:lnTo>
                  <a:pt x="39484" y="35287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98" name="line_096">
            <a:extLst>
              <a:ext uri="{FF2B5EF4-FFF2-40B4-BE49-F238E27FC236}">
                <ns2:creationId id="{EB7D45B3-206F-49B7-800E-7E1D9C413804}"/>
              </a:ext>
            </a:extLst>
          </p:cNvPr>
          <p:cNvSpPr>
            <a:spLocks noGrp="1"/>
          </p:cNvSpPr>
          <p:nvPr/>
        </p:nvSpPr>
        <p:spPr>
          <a:xfrm>
            <a:off x="8357533" y="4958363"/>
            <a:ext cx="52783" cy="4256"/>
          </a:xfrm>
          <a:custGeom>
            <a:pathLst>
              <a:path w="52783" h="4256">
                <a:moveTo>
                  <a:pt x="0" y="4256"/>
                </a:moveTo>
                <a:lnTo>
                  <a:pt x="52783" y="0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99" name="text_097">
            <a:extLst>
              <a:ext uri="{FF2B5EF4-FFF2-40B4-BE49-F238E27FC236}">
                <ns2:creationId id="{D04461AD-F892-4146-9BCC-14A3F3C0A592}"/>
              </a:ext>
            </a:extLst>
          </p:cNvPr>
          <p:cNvSpPr>
            <a:spLocks noGrp="1"/>
          </p:cNvSpPr>
          <p:nvPr/>
        </p:nvSpPr>
        <p:spPr>
          <a:xfrm rot="0">
            <a:off x="8438129" y="4881878"/>
            <a:ext cx="139065" cy="166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00" name="text_098">
            <a:extLst>
              <a:ext uri="{FF2B5EF4-FFF2-40B4-BE49-F238E27FC236}">
                <ns2:creationId id="{6FD57995-5BD6-47FA-8732-82A47AE821E1}"/>
              </a:ext>
            </a:extLst>
          </p:cNvPr>
          <p:cNvSpPr>
            <a:spLocks noGrp="1"/>
          </p:cNvSpPr>
          <p:nvPr/>
        </p:nvSpPr>
        <p:spPr>
          <a:xfrm rot="0">
            <a:off x="9582150" y="57150"/>
            <a:ext cx="3171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Local event and tracks</a:t>
            </a:r>
          </a:p>
        </p:txBody>
      </p:sp>
      <p:sp>
        <p:nvSpPr>
          <p:cNvPr id="101" name="text_099">
            <a:extLst>
              <a:ext uri="{FF2B5EF4-FFF2-40B4-BE49-F238E27FC236}">
                <ns2:creationId id="{2566003B-BC2F-41DE-AC92-01E4A624C4D3}"/>
              </a:ext>
            </a:extLst>
          </p:cNvPr>
          <p:cNvSpPr>
            <a:spLocks noGrp="1"/>
          </p:cNvSpPr>
          <p:nvPr/>
        </p:nvSpPr>
        <p:spPr>
          <a:xfrm rot="0">
            <a:off x="9620250" y="34290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 Dec 1999 10:00 UTC</a:t>
            </a:r>
          </a:p>
        </p:txBody>
      </p:sp>
      <p:pic>
        <p:nvPicPr>
          <p:cNvPr id="102" name="">
            <a:extLst>
              <a:ext uri="{FF2B5EF4-FFF2-40B4-BE49-F238E27FC236}">
                <ns2:creationId id="{A09A6F51-96E4-4094-8720-4CCF651D2CF5}"/>
              </a:ext>
            </a:extLst>
          </p:cNvPr>
          <p:cNvPicPr>
            <a:picLocks noChangeAspect="1"/>
          </p:cNvPicPr>
          <p:nvPr/>
        </p:nvPicPr>
        <p:blipFill>
          <a:blip r:embed="R0ed711b67b7f406a"/>
          <a:stretch/>
        </p:blipFill>
        <p:spPr>
          <a:xfrm>
            <a:off x="10001250" y="628650"/>
            <a:ext cx="2333625" cy="2401476"/>
          </a:xfrm>
          <a:prstGeom prst="rect">
            <a:avLst/>
          </a:prstGeom>
        </p:spPr>
      </p:pic>
      <p:sp>
        <p:nvSpPr>
          <p:cNvPr id="103" name="rect_101">
            <a:extLst>
              <a:ext uri="{FF2B5EF4-FFF2-40B4-BE49-F238E27FC236}">
                <ns2:creationId id="{90AF90CF-D055-4414-9CC1-E29F1B22918D}"/>
              </a:ext>
            </a:extLst>
          </p:cNvPr>
          <p:cNvSpPr>
            <a:spLocks noGrp="1"/>
          </p:cNvSpPr>
          <p:nvPr/>
        </p:nvSpPr>
        <p:spPr>
          <a:xfrm rot="0">
            <a:off x="10001250" y="628650"/>
            <a:ext cx="2333625" cy="2401476"/>
          </a:xfrm>
          <a:prstGeom prst="rect">
            <a:avLst/>
          </a:prstGeom>
          <a:noFill/>
          <a:ln w="7144">
            <a:solidFill>
              <a:srgbClr val="B0B0B0"/>
            </a:solidFill>
            <a:prstDash val="solid"/>
          </a:ln>
        </p:spPr>
      </p:sp>
      <p:sp>
        <p:nvSpPr>
          <p:cNvPr id="104" name="b_source_marker_A">
            <a:extLst>
              <a:ext uri="{FF2B5EF4-FFF2-40B4-BE49-F238E27FC236}">
                <ns2:creationId id="{55D71A42-2F5B-4817-9E08-2D04448D98B6}"/>
              </a:ext>
            </a:extLst>
          </p:cNvPr>
          <p:cNvSpPr>
            <a:spLocks noGrp="1"/>
          </p:cNvSpPr>
          <p:nvPr/>
        </p:nvSpPr>
        <p:spPr>
          <a:xfrm rot="0">
            <a:off x="11220450" y="1590487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0000"/>
            </a:solidFill>
            <a:prstDash val="solid"/>
          </a:ln>
        </p:spPr>
      </p:sp>
      <p:sp>
        <p:nvSpPr>
          <p:cNvPr id="105" name="b_source_label_A">
            <a:extLst>
              <a:ext uri="{FF2B5EF4-FFF2-40B4-BE49-F238E27FC236}">
                <ns2:creationId id="{C4752237-D7A4-4DEC-A839-B3FD6EE90EB9}"/>
              </a:ext>
            </a:extLst>
          </p:cNvPr>
          <p:cNvSpPr>
            <a:spLocks noGrp="1"/>
          </p:cNvSpPr>
          <p:nvPr/>
        </p:nvSpPr>
        <p:spPr>
          <a:xfrm rot="0">
            <a:off x="11339513" y="1404749"/>
            <a:ext cx="228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6" name="b_source_marker_B">
            <a:extLst>
              <a:ext uri="{FF2B5EF4-FFF2-40B4-BE49-F238E27FC236}">
                <ns2:creationId id="{D6FEC123-DD70-45E6-B985-4941FA93B4B5}"/>
              </a:ext>
            </a:extLst>
          </p:cNvPr>
          <p:cNvSpPr>
            <a:spLocks noGrp="1"/>
          </p:cNvSpPr>
          <p:nvPr/>
        </p:nvSpPr>
        <p:spPr>
          <a:xfrm rot="0">
            <a:off x="11268075" y="855341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0000"/>
            </a:solidFill>
            <a:prstDash val="solid"/>
          </a:ln>
        </p:spPr>
      </p:sp>
      <p:sp>
        <p:nvSpPr>
          <p:cNvPr id="107" name="b_source_label_B">
            <a:extLst>
              <a:ext uri="{FF2B5EF4-FFF2-40B4-BE49-F238E27FC236}">
                <ns2:creationId id="{4AB2A898-1037-481E-8D91-EA8A3FEEA680}"/>
              </a:ext>
            </a:extLst>
          </p:cNvPr>
          <p:cNvSpPr>
            <a:spLocks noGrp="1"/>
          </p:cNvSpPr>
          <p:nvPr/>
        </p:nvSpPr>
        <p:spPr>
          <a:xfrm rot="0">
            <a:off x="11387138" y="669603"/>
            <a:ext cx="228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8" name="b_source_marker_C">
            <a:extLst>
              <a:ext uri="{FF2B5EF4-FFF2-40B4-BE49-F238E27FC236}">
                <ns2:creationId id="{1F928A86-ABD1-4118-B41C-9037F63678CD}"/>
              </a:ext>
            </a:extLst>
          </p:cNvPr>
          <p:cNvSpPr>
            <a:spLocks noGrp="1"/>
          </p:cNvSpPr>
          <p:nvPr/>
        </p:nvSpPr>
        <p:spPr>
          <a:xfrm rot="0">
            <a:off x="10553700" y="953360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0000"/>
            </a:solidFill>
            <a:prstDash val="solid"/>
          </a:ln>
        </p:spPr>
      </p:sp>
      <p:sp>
        <p:nvSpPr>
          <p:cNvPr id="109" name="b_source_label_C">
            <a:extLst>
              <a:ext uri="{FF2B5EF4-FFF2-40B4-BE49-F238E27FC236}">
                <ns2:creationId id="{2B5C0938-895A-47C4-B013-3BBCAC068FC6}"/>
              </a:ext>
            </a:extLst>
          </p:cNvPr>
          <p:cNvSpPr>
            <a:spLocks noGrp="1"/>
          </p:cNvSpPr>
          <p:nvPr/>
        </p:nvSpPr>
        <p:spPr>
          <a:xfrm rot="0">
            <a:off x="10358438" y="777148"/>
            <a:ext cx="228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0" name="line_108">
            <a:extLst>
              <a:ext uri="{FF2B5EF4-FFF2-40B4-BE49-F238E27FC236}">
                <ns2:creationId id="{5B652D6D-709A-4A2E-B802-C66A4C535191}"/>
              </a:ext>
            </a:extLst>
          </p:cNvPr>
          <p:cNvSpPr>
            <a:spLocks noGrp="1"/>
          </p:cNvSpPr>
          <p:nvPr/>
        </p:nvSpPr>
        <p:spPr>
          <a:xfrm>
            <a:off x="11046638" y="1560478"/>
            <a:ext cx="433349" cy="145742"/>
          </a:xfrm>
          <a:custGeom>
            <a:pathLst>
              <a:path w="433349" h="145742">
                <a:moveTo>
                  <a:pt x="0" y="0"/>
                </a:moveTo>
                <a:lnTo>
                  <a:pt x="433349" y="145742"/>
                </a:lnTo>
              </a:path>
            </a:pathLst>
          </a:custGeom>
          <a:noFill/>
          <a:ln w="11430">
            <a:solidFill>
              <a:srgbClr val="333333"/>
            </a:solidFill>
            <a:prstDash val="solid"/>
          </a:ln>
        </p:spPr>
      </p:sp>
      <p:sp>
        <p:nvSpPr>
          <p:cNvPr id="111" name="line_109">
            <a:extLst>
              <a:ext uri="{FF2B5EF4-FFF2-40B4-BE49-F238E27FC236}">
                <ns2:creationId id="{CBCB214A-AAF5-412B-A7A4-6176D96C1574}"/>
              </a:ext>
            </a:extLst>
          </p:cNvPr>
          <p:cNvSpPr>
            <a:spLocks noGrp="1"/>
          </p:cNvSpPr>
          <p:nvPr/>
        </p:nvSpPr>
        <p:spPr>
          <a:xfrm>
            <a:off x="11425899" y="1657882"/>
            <a:ext cx="54088" cy="48338"/>
          </a:xfrm>
          <a:custGeom>
            <a:pathLst>
              <a:path w="54088" h="48338">
                <a:moveTo>
                  <a:pt x="0" y="0"/>
                </a:moveTo>
                <a:lnTo>
                  <a:pt x="54088" y="48338"/>
                </a:lnTo>
              </a:path>
            </a:pathLst>
          </a:custGeom>
          <a:noFill/>
          <a:ln w="11430">
            <a:solidFill>
              <a:srgbClr val="333333"/>
            </a:solidFill>
            <a:prstDash val="solid"/>
          </a:ln>
        </p:spPr>
      </p:sp>
      <p:sp>
        <p:nvSpPr>
          <p:cNvPr id="112" name="line_110">
            <a:extLst>
              <a:ext uri="{FF2B5EF4-FFF2-40B4-BE49-F238E27FC236}">
                <ns2:creationId id="{9264FC1D-1214-4193-85CE-1B288F29C18E}"/>
              </a:ext>
            </a:extLst>
          </p:cNvPr>
          <p:cNvSpPr>
            <a:spLocks noGrp="1"/>
          </p:cNvSpPr>
          <p:nvPr/>
        </p:nvSpPr>
        <p:spPr>
          <a:xfrm>
            <a:off x="11407681" y="1706220"/>
            <a:ext cx="72306" cy="5830"/>
          </a:xfrm>
          <a:custGeom>
            <a:pathLst>
              <a:path w="72306" h="5830">
                <a:moveTo>
                  <a:pt x="0" y="5830"/>
                </a:moveTo>
                <a:lnTo>
                  <a:pt x="72306" y="0"/>
                </a:lnTo>
              </a:path>
            </a:pathLst>
          </a:custGeom>
          <a:noFill/>
          <a:ln w="11430">
            <a:solidFill>
              <a:srgbClr val="333333"/>
            </a:solidFill>
            <a:prstDash val="solid"/>
          </a:ln>
        </p:spPr>
      </p:sp>
      <p:sp>
        <p:nvSpPr>
          <p:cNvPr id="113" name="b_true_direction_label">
            <a:extLst>
              <a:ext uri="{FF2B5EF4-FFF2-40B4-BE49-F238E27FC236}">
                <ns2:creationId id="{BC5E72B6-75C7-423F-ADDA-6BC4815E2C73}"/>
              </a:ext>
            </a:extLst>
          </p:cNvPr>
          <p:cNvSpPr>
            <a:spLocks noGrp="1"/>
          </p:cNvSpPr>
          <p:nvPr/>
        </p:nvSpPr>
        <p:spPr>
          <a:xfrm rot="0">
            <a:off x="11537137" y="1668120"/>
            <a:ext cx="190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14" name="b_source_to_local_arrow">
            <a:extLst>
              <a:ext uri="{FF2B5EF4-FFF2-40B4-BE49-F238E27FC236}">
                <ns2:creationId id="{8EDA536D-D737-42DA-80E4-0F8283DDDECD}"/>
              </a:ext>
            </a:extLst>
          </p:cNvPr>
          <p:cNvSpPr>
            <a:spLocks noGrp="1"/>
          </p:cNvSpPr>
          <p:nvPr/>
        </p:nvSpPr>
        <p:spPr>
          <a:xfrm rot="0">
            <a:off x="11077575" y="3162300"/>
            <a:ext cx="228600" cy="257175"/>
          </a:xfrm>
          <a:prstGeom prst="downArrow">
            <a:avLst/>
          </a:prstGeom>
          <a:solidFill>
            <a:srgbClr val="AAB3BC"/>
          </a:solidFill>
          <a:ln w="0">
            <a:noFill/>
            <a:prstDash val="solid"/>
          </a:ln>
        </p:spPr>
      </p:sp>
      <p:sp>
        <p:nvSpPr>
          <p:cNvPr id="115" name="text_113">
            <a:extLst>
              <a:ext uri="{FF2B5EF4-FFF2-40B4-BE49-F238E27FC236}">
                <ns2:creationId id="{CDB3FE6D-BA4E-46C4-AAFF-7BA734E433F0}"/>
              </a:ext>
            </a:extLst>
          </p:cNvPr>
          <p:cNvSpPr>
            <a:spLocks noGrp="1"/>
          </p:cNvSpPr>
          <p:nvPr/>
        </p:nvSpPr>
        <p:spPr>
          <a:xfrm rot="0">
            <a:off x="9658350" y="3514725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 tracks · 00:00–23:00 UTC</a:t>
            </a:r>
          </a:p>
        </p:txBody>
      </p:sp>
      <p:pic>
        <p:nvPicPr>
          <p:cNvPr id="116" name="">
            <a:extLst>
              <a:ext uri="{FF2B5EF4-FFF2-40B4-BE49-F238E27FC236}">
                <ns2:creationId id="{B5261130-09CE-458A-B2C5-377672BBB75E}"/>
              </a:ext>
            </a:extLst>
          </p:cNvPr>
          <p:cNvPicPr>
            <a:picLocks noChangeAspect="1"/>
          </p:cNvPicPr>
          <p:nvPr/>
        </p:nvPicPr>
        <p:blipFill>
          <a:blip r:embed="Rb198c50358984de3"/>
          <a:stretch/>
        </p:blipFill>
        <p:spPr>
          <a:xfrm>
            <a:off x="10039350" y="3876675"/>
            <a:ext cx="2514600" cy="1819275"/>
          </a:xfrm>
          <a:prstGeom prst="rect">
            <a:avLst/>
          </a:prstGeom>
        </p:spPr>
      </p:pic>
      <p:sp>
        <p:nvSpPr>
          <p:cNvPr id="117" name="b_local_window_outline">
            <a:extLst>
              <a:ext uri="{FF2B5EF4-FFF2-40B4-BE49-F238E27FC236}">
                <ns2:creationId id="{7B97CEB8-E162-4A46-955E-6CCC3737F656}"/>
              </a:ext>
            </a:extLst>
          </p:cNvPr>
          <p:cNvSpPr>
            <a:spLocks noGrp="1"/>
          </p:cNvSpPr>
          <p:nvPr/>
        </p:nvSpPr>
        <p:spPr>
          <a:xfrm rot="0">
            <a:off x="10039350" y="3876675"/>
            <a:ext cx="2514600" cy="1819275"/>
          </a:xfrm>
          <a:prstGeom prst="rect">
            <a:avLst/>
          </a:prstGeom>
          <a:noFill/>
          <a:ln w="11430">
            <a:solidFill>
              <a:srgbClr val="C73A37"/>
            </a:solidFill>
            <a:prstDash val="solid"/>
          </a:ln>
        </p:spPr>
      </p:sp>
      <p:sp>
        <p:nvSpPr>
          <p:cNvPr id="118" name="b_local_position_axis">
            <a:extLst>
              <a:ext uri="{FF2B5EF4-FFF2-40B4-BE49-F238E27FC236}">
                <ns2:creationId id="{AC931A35-1EC0-4F02-BD50-D8B1E1543408}"/>
              </a:ext>
            </a:extLst>
          </p:cNvPr>
          <p:cNvSpPr>
            <a:spLocks noGrp="1"/>
          </p:cNvSpPr>
          <p:nvPr/>
        </p:nvSpPr>
        <p:spPr>
          <a:xfrm rot="0">
            <a:off x="9505950" y="3943350"/>
            <a:ext cx="21907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 vert="vert270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position</a:t>
            </a:r>
          </a:p>
        </p:txBody>
      </p:sp>
      <p:sp>
        <p:nvSpPr>
          <p:cNvPr id="119" name="line_117">
            <a:extLst>
              <a:ext uri="{FF2B5EF4-FFF2-40B4-BE49-F238E27FC236}">
                <ns2:creationId id="{98572FC2-8711-4B3D-9509-7AB67F5C553F}"/>
              </a:ext>
            </a:extLst>
          </p:cNvPr>
          <p:cNvSpPr>
            <a:spLocks noGrp="1"/>
          </p:cNvSpPr>
          <p:nvPr/>
        </p:nvSpPr>
        <p:spPr>
          <a:xfrm>
            <a:off x="10001250" y="56959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6668">
            <a:solidFill>
              <a:srgbClr val="000000"/>
            </a:solidFill>
            <a:prstDash val="solid"/>
          </a:ln>
        </p:spPr>
      </p:sp>
      <p:sp>
        <p:nvSpPr>
          <p:cNvPr id="120" name="text_118">
            <a:extLst>
              <a:ext uri="{FF2B5EF4-FFF2-40B4-BE49-F238E27FC236}">
                <ns2:creationId id="{B9518C6D-6385-4C34-89FC-80B4D943C9F7}"/>
              </a:ext>
            </a:extLst>
          </p:cNvPr>
          <p:cNvSpPr>
            <a:spLocks noGrp="1"/>
          </p:cNvSpPr>
          <p:nvPr/>
        </p:nvSpPr>
        <p:spPr>
          <a:xfrm rot="0">
            <a:off x="9686925" y="5600700"/>
            <a:ext cx="2762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21" name="line_119">
            <a:extLst>
              <a:ext uri="{FF2B5EF4-FFF2-40B4-BE49-F238E27FC236}">
                <ns2:creationId id="{98EB44D3-24D2-48F5-A551-3DD90C8D9D2C}"/>
              </a:ext>
            </a:extLst>
          </p:cNvPr>
          <p:cNvSpPr>
            <a:spLocks noGrp="1"/>
          </p:cNvSpPr>
          <p:nvPr/>
        </p:nvSpPr>
        <p:spPr>
          <a:xfrm>
            <a:off x="10001250" y="4786313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6668">
            <a:solidFill>
              <a:srgbClr val="000000"/>
            </a:solidFill>
            <a:prstDash val="solid"/>
          </a:ln>
        </p:spPr>
      </p:sp>
      <p:sp>
        <p:nvSpPr>
          <p:cNvPr id="122" name="text_120">
            <a:extLst>
              <a:ext uri="{FF2B5EF4-FFF2-40B4-BE49-F238E27FC236}">
                <ns2:creationId id="{94CD5A16-179A-4D26-AB8C-D16AC9DFE8C7}"/>
              </a:ext>
            </a:extLst>
          </p:cNvPr>
          <p:cNvSpPr>
            <a:spLocks noGrp="1"/>
          </p:cNvSpPr>
          <p:nvPr/>
        </p:nvSpPr>
        <p:spPr>
          <a:xfrm rot="0">
            <a:off x="9686925" y="4691063"/>
            <a:ext cx="2762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23" name="line_121">
            <a:extLst>
              <a:ext uri="{FF2B5EF4-FFF2-40B4-BE49-F238E27FC236}">
                <ns2:creationId id="{6B937DA0-4FD0-459E-A199-1E0159FB5724}"/>
              </a:ext>
            </a:extLst>
          </p:cNvPr>
          <p:cNvSpPr>
            <a:spLocks noGrp="1"/>
          </p:cNvSpPr>
          <p:nvPr/>
        </p:nvSpPr>
        <p:spPr>
          <a:xfrm>
            <a:off x="10001250" y="387667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6668">
            <a:solidFill>
              <a:srgbClr val="000000"/>
            </a:solidFill>
            <a:prstDash val="solid"/>
          </a:ln>
        </p:spPr>
      </p:sp>
      <p:sp>
        <p:nvSpPr>
          <p:cNvPr id="124" name="text_122">
            <a:extLst>
              <a:ext uri="{FF2B5EF4-FFF2-40B4-BE49-F238E27FC236}">
                <ns2:creationId id="{62131759-05A3-4C4B-BA8C-79993547A924}"/>
              </a:ext>
            </a:extLst>
          </p:cNvPr>
          <p:cNvSpPr>
            <a:spLocks noGrp="1"/>
          </p:cNvSpPr>
          <p:nvPr/>
        </p:nvSpPr>
        <p:spPr>
          <a:xfrm rot="0">
            <a:off x="9686925" y="3781425"/>
            <a:ext cx="2762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125" name="line_123">
            <a:extLst>
              <a:ext uri="{FF2B5EF4-FFF2-40B4-BE49-F238E27FC236}">
                <ns2:creationId id="{9D256684-605C-4B6C-8C5E-3A68160BA5D2}"/>
              </a:ext>
            </a:extLst>
          </p:cNvPr>
          <p:cNvSpPr>
            <a:spLocks noGrp="1"/>
          </p:cNvSpPr>
          <p:nvPr/>
        </p:nvSpPr>
        <p:spPr>
          <a:xfrm>
            <a:off x="10091738" y="5695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6668">
            <a:solidFill>
              <a:srgbClr val="000000"/>
            </a:solidFill>
            <a:prstDash val="solid"/>
          </a:ln>
        </p:spPr>
      </p:sp>
      <p:sp>
        <p:nvSpPr>
          <p:cNvPr id="126" name="text_124">
            <a:extLst>
              <a:ext uri="{FF2B5EF4-FFF2-40B4-BE49-F238E27FC236}">
                <ns2:creationId id="{AA47BCF2-1C51-457A-90E7-BE9359DDDD69}"/>
              </a:ext>
            </a:extLst>
          </p:cNvPr>
          <p:cNvSpPr>
            <a:spLocks noGrp="1"/>
          </p:cNvSpPr>
          <p:nvPr/>
        </p:nvSpPr>
        <p:spPr>
          <a:xfrm rot="0">
            <a:off x="9853613" y="5762625"/>
            <a:ext cx="476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00:00</a:t>
            </a:r>
          </a:p>
        </p:txBody>
      </p:sp>
      <p:sp>
        <p:nvSpPr>
          <p:cNvPr id="127" name="line_125">
            <a:extLst>
              <a:ext uri="{FF2B5EF4-FFF2-40B4-BE49-F238E27FC236}">
                <ns2:creationId id="{33B52346-E19C-40E1-ABD6-AF92F673222B}"/>
              </a:ext>
            </a:extLst>
          </p:cNvPr>
          <p:cNvSpPr>
            <a:spLocks noGrp="1"/>
          </p:cNvSpPr>
          <p:nvPr/>
        </p:nvSpPr>
        <p:spPr>
          <a:xfrm>
            <a:off x="11139488" y="5695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6668">
            <a:solidFill>
              <a:srgbClr val="000000"/>
            </a:solidFill>
            <a:prstDash val="solid"/>
          </a:ln>
        </p:spPr>
      </p:sp>
      <p:sp>
        <p:nvSpPr>
          <p:cNvPr id="128" name="text_126">
            <a:extLst>
              <a:ext uri="{FF2B5EF4-FFF2-40B4-BE49-F238E27FC236}">
                <ns2:creationId id="{27CEF783-A541-416E-99F8-A23CD3CE48E5}"/>
              </a:ext>
            </a:extLst>
          </p:cNvPr>
          <p:cNvSpPr>
            <a:spLocks noGrp="1"/>
          </p:cNvSpPr>
          <p:nvPr/>
        </p:nvSpPr>
        <p:spPr>
          <a:xfrm rot="0">
            <a:off x="10901363" y="5762625"/>
            <a:ext cx="476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129" name="line_127">
            <a:extLst>
              <a:ext uri="{FF2B5EF4-FFF2-40B4-BE49-F238E27FC236}">
                <ns2:creationId id="{62E0124E-9A9C-4B48-AD5D-31B2B2E70ADD}"/>
              </a:ext>
            </a:extLst>
          </p:cNvPr>
          <p:cNvSpPr>
            <a:spLocks noGrp="1"/>
          </p:cNvSpPr>
          <p:nvPr/>
        </p:nvSpPr>
        <p:spPr>
          <a:xfrm>
            <a:off x="12501563" y="5695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6668">
            <a:solidFill>
              <a:srgbClr val="000000"/>
            </a:solidFill>
            <a:prstDash val="solid"/>
          </a:ln>
        </p:spPr>
      </p:sp>
      <p:sp>
        <p:nvSpPr>
          <p:cNvPr id="130" name="text_128">
            <a:extLst>
              <a:ext uri="{FF2B5EF4-FFF2-40B4-BE49-F238E27FC236}">
                <ns2:creationId id="{0F9691FA-8E1C-40CE-A474-392E5B2CFBB1}"/>
              </a:ext>
            </a:extLst>
          </p:cNvPr>
          <p:cNvSpPr>
            <a:spLocks noGrp="1"/>
          </p:cNvSpPr>
          <p:nvPr/>
        </p:nvSpPr>
        <p:spPr>
          <a:xfrm rot="0">
            <a:off x="12263438" y="5762625"/>
            <a:ext cx="476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23:00</a:t>
            </a:r>
          </a:p>
        </p:txBody>
      </p:sp>
      <p:sp>
        <p:nvSpPr>
          <p:cNvPr id="131" name="text_129">
            <a:extLst>
              <a:ext uri="{FF2B5EF4-FFF2-40B4-BE49-F238E27FC236}">
                <ns2:creationId id="{EA66D4ED-025D-4D26-B5DC-0431EC98637B}"/>
              </a:ext>
            </a:extLst>
          </p:cNvPr>
          <p:cNvSpPr>
            <a:spLocks noGrp="1"/>
          </p:cNvSpPr>
          <p:nvPr/>
        </p:nvSpPr>
        <p:spPr>
          <a:xfrm rot="0">
            <a:off x="10125075" y="5905500"/>
            <a:ext cx="23907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(UTC, 26 Dec)</a:t>
            </a:r>
          </a:p>
        </p:txBody>
      </p:sp>
      <p:sp>
        <p:nvSpPr>
          <p:cNvPr id="132" name="b_local_event_guide_f610">
            <a:extLst>
              <a:ext uri="{FF2B5EF4-FFF2-40B4-BE49-F238E27FC236}">
                <ns2:creationId id="{2C1A389E-ACD2-47B9-A12D-2026297951A4}"/>
              </a:ext>
            </a:extLst>
          </p:cNvPr>
          <p:cNvSpPr>
            <a:spLocks noGrp="1"/>
          </p:cNvSpPr>
          <p:nvPr/>
        </p:nvSpPr>
        <p:spPr>
          <a:xfrm>
            <a:off x="11139488" y="3876675"/>
            <a:ext cx="95" cy="1819275"/>
          </a:xfrm>
          <a:custGeom>
            <a:pathLst>
              <a:path w="95" h="1819275">
                <a:moveTo>
                  <a:pt x="0" y="0"/>
                </a:moveTo>
                <a:lnTo>
                  <a:pt x="0" y="1819275"/>
                </a:lnTo>
              </a:path>
            </a:pathLst>
          </a:custGeom>
          <a:noFill/>
          <a:ln w="9525">
            <a:solidFill>
              <a:srgbClr val="C73A37"/>
            </a:solidFill>
            <a:prstDash val="dash"/>
          </a:ln>
        </p:spPr>
      </p:sp>
      <p:sp>
        <p:nvSpPr>
          <p:cNvPr id="133" name="b_local_halo_A_0">
            <a:extLst>
              <a:ext uri="{FF2B5EF4-FFF2-40B4-BE49-F238E27FC236}">
                <ns2:creationId id="{FE61B6C1-B293-428F-94F4-6332AAE305C9}"/>
              </a:ext>
            </a:extLst>
          </p:cNvPr>
          <p:cNvSpPr>
            <a:spLocks noGrp="1"/>
          </p:cNvSpPr>
          <p:nvPr/>
        </p:nvSpPr>
        <p:spPr>
          <a:xfrm>
            <a:off x="10196513" y="4542712"/>
            <a:ext cx="2305050" cy="513249"/>
          </a:xfrm>
          <a:custGeom>
            <a:pathLst>
              <a:path w="2305050" h="513249">
                <a:moveTo>
                  <a:pt x="0" y="513249"/>
                </a:moveTo>
                <a:lnTo>
                  <a:pt x="104775" y="485093"/>
                </a:lnTo>
                <a:lnTo>
                  <a:pt x="209550" y="456936"/>
                </a:lnTo>
                <a:lnTo>
                  <a:pt x="314325" y="410367"/>
                </a:lnTo>
                <a:lnTo>
                  <a:pt x="419100" y="372934"/>
                </a:lnTo>
                <a:lnTo>
                  <a:pt x="523875" y="361263"/>
                </a:lnTo>
                <a:lnTo>
                  <a:pt x="628650" y="292179"/>
                </a:lnTo>
                <a:lnTo>
                  <a:pt x="733425" y="267419"/>
                </a:lnTo>
                <a:lnTo>
                  <a:pt x="838200" y="239263"/>
                </a:lnTo>
                <a:lnTo>
                  <a:pt x="942975" y="211106"/>
                </a:lnTo>
                <a:lnTo>
                  <a:pt x="1047750" y="182949"/>
                </a:lnTo>
                <a:lnTo>
                  <a:pt x="1152525" y="154793"/>
                </a:lnTo>
                <a:lnTo>
                  <a:pt x="1257300" y="126636"/>
                </a:lnTo>
                <a:lnTo>
                  <a:pt x="1362075" y="98479"/>
                </a:lnTo>
                <a:lnTo>
                  <a:pt x="1466850" y="98479"/>
                </a:lnTo>
                <a:lnTo>
                  <a:pt x="1571625" y="70323"/>
                </a:lnTo>
                <a:lnTo>
                  <a:pt x="1676400" y="53938"/>
                </a:lnTo>
                <a:lnTo>
                  <a:pt x="1781175" y="56950"/>
                </a:lnTo>
                <a:lnTo>
                  <a:pt x="1885950" y="28116"/>
                </a:lnTo>
                <a:lnTo>
                  <a:pt x="1990725" y="29053"/>
                </a:lnTo>
                <a:lnTo>
                  <a:pt x="2095500" y="0"/>
                </a:lnTo>
                <a:lnTo>
                  <a:pt x="2200275" y="901"/>
                </a:lnTo>
                <a:lnTo>
                  <a:pt x="2305050" y="1001"/>
                </a:lnTo>
              </a:path>
            </a:pathLst>
          </a:custGeom>
          <a:noFill/>
          <a:ln w="40958">
            <a:solidFill>
              <a:srgbClr val="FFFFFF"/>
            </a:solidFill>
            <a:prstDash val="solid"/>
          </a:ln>
        </p:spPr>
      </p:sp>
      <p:sp>
        <p:nvSpPr>
          <p:cNvPr id="134" name="b_local_track_A_0">
            <a:extLst>
              <a:ext uri="{FF2B5EF4-FFF2-40B4-BE49-F238E27FC236}">
                <ns2:creationId id="{63415C98-9E2B-440B-B16F-E0DE1CD3419C}"/>
              </a:ext>
            </a:extLst>
          </p:cNvPr>
          <p:cNvSpPr>
            <a:spLocks noGrp="1"/>
          </p:cNvSpPr>
          <p:nvPr/>
        </p:nvSpPr>
        <p:spPr>
          <a:xfrm>
            <a:off x="10196513" y="4542712"/>
            <a:ext cx="2305050" cy="513249"/>
          </a:xfrm>
          <a:custGeom>
            <a:pathLst>
              <a:path w="2305050" h="513249">
                <a:moveTo>
                  <a:pt x="0" y="513249"/>
                </a:moveTo>
                <a:lnTo>
                  <a:pt x="104775" y="485093"/>
                </a:lnTo>
                <a:lnTo>
                  <a:pt x="209550" y="456936"/>
                </a:lnTo>
                <a:lnTo>
                  <a:pt x="314325" y="410367"/>
                </a:lnTo>
                <a:lnTo>
                  <a:pt x="419100" y="372934"/>
                </a:lnTo>
                <a:lnTo>
                  <a:pt x="523875" y="361263"/>
                </a:lnTo>
                <a:lnTo>
                  <a:pt x="628650" y="292179"/>
                </a:lnTo>
                <a:lnTo>
                  <a:pt x="733425" y="267419"/>
                </a:lnTo>
                <a:lnTo>
                  <a:pt x="838200" y="239263"/>
                </a:lnTo>
                <a:lnTo>
                  <a:pt x="942975" y="211106"/>
                </a:lnTo>
                <a:lnTo>
                  <a:pt x="1047750" y="182949"/>
                </a:lnTo>
                <a:lnTo>
                  <a:pt x="1152525" y="154793"/>
                </a:lnTo>
                <a:lnTo>
                  <a:pt x="1257300" y="126636"/>
                </a:lnTo>
                <a:lnTo>
                  <a:pt x="1362075" y="98479"/>
                </a:lnTo>
                <a:lnTo>
                  <a:pt x="1466850" y="98479"/>
                </a:lnTo>
                <a:lnTo>
                  <a:pt x="1571625" y="70323"/>
                </a:lnTo>
                <a:lnTo>
                  <a:pt x="1676400" y="53938"/>
                </a:lnTo>
                <a:lnTo>
                  <a:pt x="1781175" y="56950"/>
                </a:lnTo>
                <a:lnTo>
                  <a:pt x="1885950" y="28116"/>
                </a:lnTo>
                <a:lnTo>
                  <a:pt x="1990725" y="29053"/>
                </a:lnTo>
                <a:lnTo>
                  <a:pt x="2095500" y="0"/>
                </a:lnTo>
                <a:lnTo>
                  <a:pt x="2200275" y="901"/>
                </a:lnTo>
                <a:lnTo>
                  <a:pt x="2305050" y="1001"/>
                </a:lnTo>
              </a:path>
            </a:pathLst>
          </a:custGeom>
          <a:noFill/>
          <a:ln w="17145">
            <a:solidFill>
              <a:srgbClr val="000000"/>
            </a:solidFill>
            <a:prstDash val="solid"/>
          </a:ln>
        </p:spPr>
      </p:sp>
      <p:sp>
        <p:nvSpPr>
          <p:cNvPr id="135" name="b_local_event_marker_A">
            <a:extLst>
              <a:ext uri="{FF2B5EF4-FFF2-40B4-BE49-F238E27FC236}">
                <ns2:creationId id="{79B30CA6-A812-4A01-A445-743B0FDA6329}"/>
              </a:ext>
            </a:extLst>
          </p:cNvPr>
          <p:cNvSpPr>
            <a:spLocks noGrp="1"/>
          </p:cNvSpPr>
          <p:nvPr/>
        </p:nvSpPr>
        <p:spPr>
          <a:xfrm rot="0">
            <a:off x="11106150" y="4720481"/>
            <a:ext cx="66675" cy="666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0000"/>
            </a:solidFill>
            <a:prstDash val="solid"/>
          </a:ln>
        </p:spPr>
      </p:sp>
      <p:sp>
        <p:nvSpPr>
          <p:cNvPr id="136" name="b_local_track_label_A">
            <a:extLst>
              <a:ext uri="{FF2B5EF4-FFF2-40B4-BE49-F238E27FC236}">
                <ns2:creationId id="{DDC18A3E-D0E1-44EB-9B7B-2A8C5432AA1B}"/>
              </a:ext>
            </a:extLst>
          </p:cNvPr>
          <p:cNvSpPr>
            <a:spLocks noGrp="1"/>
          </p:cNvSpPr>
          <p:nvPr/>
        </p:nvSpPr>
        <p:spPr>
          <a:xfrm rot="0">
            <a:off x="12549188" y="4438938"/>
            <a:ext cx="171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7" name="b_local_start_label_A">
            <a:extLst>
              <a:ext uri="{FF2B5EF4-FFF2-40B4-BE49-F238E27FC236}">
                <ns2:creationId id="{C175E2BD-34AF-498F-B391-BA56DDFAC109}"/>
              </a:ext>
            </a:extLst>
          </p:cNvPr>
          <p:cNvSpPr>
            <a:spLocks noGrp="1"/>
          </p:cNvSpPr>
          <p:nvPr/>
        </p:nvSpPr>
        <p:spPr>
          <a:xfrm rot="0">
            <a:off x="10034588" y="4941661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8" name="b_local_halo_B_0">
            <a:extLst>
              <a:ext uri="{FF2B5EF4-FFF2-40B4-BE49-F238E27FC236}">
                <ns2:creationId id="{A147E743-2CF7-4A8D-9BA8-84BA04869B31}"/>
              </a:ext>
            </a:extLst>
          </p:cNvPr>
          <p:cNvSpPr>
            <a:spLocks noGrp="1"/>
          </p:cNvSpPr>
          <p:nvPr/>
        </p:nvSpPr>
        <p:spPr>
          <a:xfrm>
            <a:off x="10091738" y="4848638"/>
            <a:ext cx="1676400" cy="167223"/>
          </a:xfrm>
          <a:custGeom>
            <a:pathLst>
              <a:path w="1676400" h="167223">
                <a:moveTo>
                  <a:pt x="0" y="31864"/>
                </a:moveTo>
                <a:lnTo>
                  <a:pt x="104775" y="31864"/>
                </a:lnTo>
                <a:lnTo>
                  <a:pt x="209550" y="31864"/>
                </a:lnTo>
                <a:lnTo>
                  <a:pt x="314325" y="31864"/>
                </a:lnTo>
                <a:lnTo>
                  <a:pt x="419100" y="13452"/>
                </a:lnTo>
                <a:lnTo>
                  <a:pt x="523875" y="8211"/>
                </a:lnTo>
                <a:lnTo>
                  <a:pt x="628650" y="0"/>
                </a:lnTo>
                <a:lnTo>
                  <a:pt x="733425" y="47170"/>
                </a:lnTo>
                <a:lnTo>
                  <a:pt x="838200" y="43773"/>
                </a:lnTo>
                <a:lnTo>
                  <a:pt x="942975" y="53518"/>
                </a:lnTo>
                <a:lnTo>
                  <a:pt x="1047750" y="53518"/>
                </a:lnTo>
                <a:lnTo>
                  <a:pt x="1152525" y="53518"/>
                </a:lnTo>
                <a:lnTo>
                  <a:pt x="1257300" y="63263"/>
                </a:lnTo>
                <a:lnTo>
                  <a:pt x="1362075" y="91420"/>
                </a:lnTo>
                <a:lnTo>
                  <a:pt x="1466850" y="101164"/>
                </a:lnTo>
                <a:lnTo>
                  <a:pt x="1571625" y="167223"/>
                </a:lnTo>
                <a:lnTo>
                  <a:pt x="1676400" y="167223"/>
                </a:lnTo>
              </a:path>
            </a:pathLst>
          </a:custGeom>
          <a:noFill/>
          <a:ln w="40958">
            <a:solidFill>
              <a:srgbClr val="FFFFFF"/>
            </a:solidFill>
            <a:prstDash val="solid"/>
          </a:ln>
        </p:spPr>
      </p:sp>
      <p:sp>
        <p:nvSpPr>
          <p:cNvPr id="139" name="b_local_track_B_0">
            <a:extLst>
              <a:ext uri="{FF2B5EF4-FFF2-40B4-BE49-F238E27FC236}">
                <ns2:creationId id="{8AE01F12-B742-4A02-86FC-8CD8A360D6B9}"/>
              </a:ext>
            </a:extLst>
          </p:cNvPr>
          <p:cNvSpPr>
            <a:spLocks noGrp="1"/>
          </p:cNvSpPr>
          <p:nvPr/>
        </p:nvSpPr>
        <p:spPr>
          <a:xfrm>
            <a:off x="10091738" y="4848638"/>
            <a:ext cx="1676400" cy="167223"/>
          </a:xfrm>
          <a:custGeom>
            <a:pathLst>
              <a:path w="1676400" h="167223">
                <a:moveTo>
                  <a:pt x="0" y="31864"/>
                </a:moveTo>
                <a:lnTo>
                  <a:pt x="104775" y="31864"/>
                </a:lnTo>
                <a:lnTo>
                  <a:pt x="209550" y="31864"/>
                </a:lnTo>
                <a:lnTo>
                  <a:pt x="314325" y="31864"/>
                </a:lnTo>
                <a:lnTo>
                  <a:pt x="419100" y="13452"/>
                </a:lnTo>
                <a:lnTo>
                  <a:pt x="523875" y="8211"/>
                </a:lnTo>
                <a:lnTo>
                  <a:pt x="628650" y="0"/>
                </a:lnTo>
                <a:lnTo>
                  <a:pt x="733425" y="47170"/>
                </a:lnTo>
                <a:lnTo>
                  <a:pt x="838200" y="43773"/>
                </a:lnTo>
                <a:lnTo>
                  <a:pt x="942975" y="53518"/>
                </a:lnTo>
                <a:lnTo>
                  <a:pt x="1047750" y="53518"/>
                </a:lnTo>
                <a:lnTo>
                  <a:pt x="1152525" y="53518"/>
                </a:lnTo>
                <a:lnTo>
                  <a:pt x="1257300" y="63263"/>
                </a:lnTo>
                <a:lnTo>
                  <a:pt x="1362075" y="91420"/>
                </a:lnTo>
                <a:lnTo>
                  <a:pt x="1466850" y="101164"/>
                </a:lnTo>
                <a:lnTo>
                  <a:pt x="1571625" y="167223"/>
                </a:lnTo>
                <a:lnTo>
                  <a:pt x="1676400" y="167223"/>
                </a:lnTo>
              </a:path>
            </a:pathLst>
          </a:custGeom>
          <a:noFill/>
          <a:ln w="17145">
            <a:solidFill>
              <a:srgbClr val="000000"/>
            </a:solidFill>
            <a:prstDash val="solid"/>
          </a:ln>
        </p:spPr>
      </p:sp>
      <p:sp>
        <p:nvSpPr>
          <p:cNvPr id="140" name="b_local_event_marker_B">
            <a:extLst>
              <a:ext uri="{FF2B5EF4-FFF2-40B4-BE49-F238E27FC236}">
                <ns2:creationId id="{D6D5927D-0872-47EB-A93F-D7516005CCC6}"/>
              </a:ext>
            </a:extLst>
          </p:cNvPr>
          <p:cNvSpPr>
            <a:spLocks noGrp="1"/>
          </p:cNvSpPr>
          <p:nvPr/>
        </p:nvSpPr>
        <p:spPr>
          <a:xfrm rot="0">
            <a:off x="11106150" y="4868818"/>
            <a:ext cx="66675" cy="666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0000"/>
            </a:solidFill>
            <a:prstDash val="solid"/>
          </a:ln>
        </p:spPr>
      </p:sp>
      <p:sp>
        <p:nvSpPr>
          <p:cNvPr id="141" name="b_local_track_label_B">
            <a:extLst>
              <a:ext uri="{FF2B5EF4-FFF2-40B4-BE49-F238E27FC236}">
                <ns2:creationId id="{67C54238-7119-4B5F-BA13-436041B91E0C}"/>
              </a:ext>
            </a:extLst>
          </p:cNvPr>
          <p:cNvSpPr>
            <a:spLocks noGrp="1"/>
          </p:cNvSpPr>
          <p:nvPr/>
        </p:nvSpPr>
        <p:spPr>
          <a:xfrm rot="0">
            <a:off x="11815763" y="4911085"/>
            <a:ext cx="171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2" name="b_local_start_label_B">
            <a:extLst>
              <a:ext uri="{FF2B5EF4-FFF2-40B4-BE49-F238E27FC236}">
                <ns2:creationId id="{D2428B19-C7BB-413C-BDA5-2D719DD8098C}"/>
              </a:ext>
            </a:extLst>
          </p:cNvPr>
          <p:cNvSpPr>
            <a:spLocks noGrp="1"/>
          </p:cNvSpPr>
          <p:nvPr/>
        </p:nvSpPr>
        <p:spPr>
          <a:xfrm rot="0">
            <a:off x="9929813" y="4766201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3" name="b_local_halo_C_0">
            <a:extLst>
              <a:ext uri="{FF2B5EF4-FFF2-40B4-BE49-F238E27FC236}">
                <ns2:creationId id="{B799D38C-64DE-4020-A9EA-0A4CDB2DFD20}"/>
              </a:ext>
            </a:extLst>
          </p:cNvPr>
          <p:cNvSpPr>
            <a:spLocks noGrp="1"/>
          </p:cNvSpPr>
          <p:nvPr/>
        </p:nvSpPr>
        <p:spPr>
          <a:xfrm>
            <a:off x="10615613" y="5285839"/>
            <a:ext cx="523875" cy="26658"/>
          </a:xfrm>
          <a:custGeom>
            <a:pathLst>
              <a:path w="523875" h="26658">
                <a:moveTo>
                  <a:pt x="0" y="23698"/>
                </a:moveTo>
                <a:lnTo>
                  <a:pt x="104775" y="25377"/>
                </a:lnTo>
                <a:lnTo>
                  <a:pt x="209550" y="26658"/>
                </a:lnTo>
                <a:lnTo>
                  <a:pt x="314325" y="23974"/>
                </a:lnTo>
                <a:lnTo>
                  <a:pt x="419100" y="0"/>
                </a:lnTo>
                <a:lnTo>
                  <a:pt x="523875" y="8750"/>
                </a:lnTo>
              </a:path>
            </a:pathLst>
          </a:custGeom>
          <a:noFill/>
          <a:ln w="40958">
            <a:solidFill>
              <a:srgbClr val="FFFFFF"/>
            </a:solidFill>
            <a:prstDash val="solid"/>
          </a:ln>
        </p:spPr>
      </p:sp>
      <p:sp>
        <p:nvSpPr>
          <p:cNvPr id="144" name="b_local_track_C_0">
            <a:extLst>
              <a:ext uri="{FF2B5EF4-FFF2-40B4-BE49-F238E27FC236}">
                <ns2:creationId id="{F15D783F-2D19-46BA-8592-DCD8E728C4A4}"/>
              </a:ext>
            </a:extLst>
          </p:cNvPr>
          <p:cNvSpPr>
            <a:spLocks noGrp="1"/>
          </p:cNvSpPr>
          <p:nvPr/>
        </p:nvSpPr>
        <p:spPr>
          <a:xfrm>
            <a:off x="10615613" y="5285839"/>
            <a:ext cx="523875" cy="26658"/>
          </a:xfrm>
          <a:custGeom>
            <a:pathLst>
              <a:path w="523875" h="26658">
                <a:moveTo>
                  <a:pt x="0" y="23698"/>
                </a:moveTo>
                <a:lnTo>
                  <a:pt x="104775" y="25377"/>
                </a:lnTo>
                <a:lnTo>
                  <a:pt x="209550" y="26658"/>
                </a:lnTo>
                <a:lnTo>
                  <a:pt x="314325" y="23974"/>
                </a:lnTo>
                <a:lnTo>
                  <a:pt x="419100" y="0"/>
                </a:lnTo>
                <a:lnTo>
                  <a:pt x="523875" y="8750"/>
                </a:lnTo>
              </a:path>
            </a:pathLst>
          </a:custGeom>
          <a:noFill/>
          <a:ln w="17145">
            <a:solidFill>
              <a:srgbClr val="000000"/>
            </a:solidFill>
            <a:prstDash val="solid"/>
          </a:ln>
        </p:spPr>
      </p:sp>
      <p:sp>
        <p:nvSpPr>
          <p:cNvPr id="145" name="b_local_event_marker_C">
            <a:extLst>
              <a:ext uri="{FF2B5EF4-FFF2-40B4-BE49-F238E27FC236}">
                <ns2:creationId id="{352E32F5-E97D-4316-919D-0AF956BF6467}"/>
              </a:ext>
            </a:extLst>
          </p:cNvPr>
          <p:cNvSpPr>
            <a:spLocks noGrp="1"/>
          </p:cNvSpPr>
          <p:nvPr/>
        </p:nvSpPr>
        <p:spPr>
          <a:xfrm rot="0">
            <a:off x="11106150" y="5261251"/>
            <a:ext cx="66675" cy="666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0000"/>
            </a:solidFill>
            <a:prstDash val="solid"/>
          </a:ln>
        </p:spPr>
      </p:sp>
      <p:sp>
        <p:nvSpPr>
          <p:cNvPr id="146" name="b_local_track_label_C">
            <a:extLst>
              <a:ext uri="{FF2B5EF4-FFF2-40B4-BE49-F238E27FC236}">
                <ns2:creationId id="{7B2CCD0D-5DE4-40D2-982E-74C8A06BF086}"/>
              </a:ext>
            </a:extLst>
          </p:cNvPr>
          <p:cNvSpPr>
            <a:spLocks noGrp="1"/>
          </p:cNvSpPr>
          <p:nvPr/>
        </p:nvSpPr>
        <p:spPr>
          <a:xfrm rot="0">
            <a:off x="11187113" y="5189814"/>
            <a:ext cx="171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ns4:creationId val="823500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2026-10-22T01:56:58.5240000Z</dcterms:created>
  <dcterms:modified xsi:type="dcterms:W3CDTF">2026-10-22T01:56:58.5240000Z</dcterms:modified>
</coreProperties>
</file>