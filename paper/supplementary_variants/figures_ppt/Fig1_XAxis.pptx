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16413b5ce24cd4" /><Relationship Type="http://schemas.openxmlformats.org/officeDocument/2006/relationships/extended-properties" Target="/docProps/app.xml" Id="Rb97acd15f60e42ef" /><Relationship Type="http://schemas.openxmlformats.org/officeDocument/2006/relationships/officeDocument" Target="/ppt/presentation.xml" Id="R39fcb65048754e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1eb30298924bd2"/>
  </p:sldMasterIdLst>
  <p:notesMasterIdLst>
    <p:notesMasterId xmlns:r="http://schemas.openxmlformats.org/officeDocument/2006/relationships" r:id="Rfd9aa72c6cbe448f"/>
  </p:notesMasterIdLst>
  <p:sldIdLst>
    <p:sldId xmlns:r="http://schemas.openxmlformats.org/officeDocument/2006/relationships" id="256" r:id="Rf0042559fa0c4c7a"/>
  </p:sldIdLst>
  <p:sldSz cx="12801600" cy="723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c24eb6da784343" /><Relationship Type="http://schemas.openxmlformats.org/officeDocument/2006/relationships/slideMaster" Target="/ppt/slideMasters/slideMaster1.xml" Id="R4a1eb30298924bd2" /><Relationship Type="http://schemas.openxmlformats.org/officeDocument/2006/relationships/notesMaster" Target="/ppt/notesMasters/notesMaster1.xml" Id="Rfd9aa72c6cbe448f" /><Relationship Type="http://schemas.openxmlformats.org/officeDocument/2006/relationships/presProps" Target="/ppt/presProps.xml" Id="R04bb398f10a948ad" /><Relationship Type="http://schemas.openxmlformats.org/officeDocument/2006/relationships/tableStyles" Target="/ppt/tableStyles.xml" Id="R3b7a8dc61d8d4672" /><Relationship Type="http://schemas.openxmlformats.org/officeDocument/2006/relationships/slide" Target="/ppt/slides/slide1.xml" Id="Rf0042559fa0c4c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16a2ff500f47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d4a63094e44d6b" /><Relationship Type="http://schemas.openxmlformats.org/officeDocument/2006/relationships/notesMaster" Target="/ppt/notesMasters/notesMaster1.xml" Id="Re2abf0ec5b2642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 authorized experiment: ERA5 December 1 00:00–December31 23:00 1999, 744 actual hourly observations. d=[1.0, 0.0], angle=0.000000 degrees in equal-area coordinates. RG-MTM-R20 recomputed with the existing solver and optimal scalar barriers. Analysis:49x49 grid,250km smoothing,192-hour centered pressure anomaly baseline. This differs from the reference papers spatial preprocessing. Five published event dates/names follow TMTM Fig1, https://www.csc.kth.se/~weinkauf/publications/documents/koepp22.pdf . Annotation targets are actual computed minima nearest the published event region; identities are not independently validated cyclone tracks. Maps are native 0.25degree ERA5 hourly anomaly fields. Intermediate display columns use conservative anchor alignment; original744 scalar columns unchanged. This is an additional experiment; existing manuscript numbers and the118-frame main suite are unchanged. Events: [{"frame": 66, "date": "1999-12-03 18:00", "label": "Cyclone Anatol", "computed_track_id": 10, "computed_minimum_lonlat": [10.714285714285714, 55.898925088212714], "anchor": 0.5833333333333394, "value_hPa": -23.769877835416683, "association": "nearest computed extremum to published event region; no independently verified physical tracking identity"}, {"frame": 405, "date": "1999-12-17 21:00", "label": "Strong storm over Scandinavia", "computed_track_id": 68, "computed_minimum_lonlat": [15.000000000000002, 61.11526665243035], "anchor": 0.6458333338200309, "value_hPa": -26.117821436974296, "association": "nearest computed extremum to published event region; no independently verified physical tracking identity"}, {"frame": 575, "date": "1999-12-24 23:00", "label": "Strong storm over the British Isles and Norway", "computed_track_id": 113, "computed_minimum_lonlat": [-2.142857142857143, 55.898925088212714], "anchor": 0.4041666666666666, "value_hPa": -25.9252721915634, "association": "nearest computed extremum to published event region; no independently verified physical tracking identity"}, {"frame": 610, "date": "1999-12-26 10:00", "label": "Cyclone Lothar", "computed_track_id": 130, "computed_minimum_lonlat": [7.857142857142858, 50.44356386922743], "anchor": 0.5333333333333333, "value_hPa": -21.563336802880915, "association": "nearest computed extremum to published event region; no independently verified physical tracking identity"}, {"frame": 645, "date": "1999-12-27 21:00", "label": "Cyclone Martin", "computed_track_id": 141, "computed_minimum_lonlat": [3.5714285714285743, 47.135364049152884], "anchor": 0.48749999999999993, "value_hPa": -27.33887300096107, "association": "nearest computed extremum to published event region; no independently verified physical tracking identity"}]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4da845df0c41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de45d86c144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6d6cb1d1f04e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236547c31849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41ff4d7c1c41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98b04e20b846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7DEE63-1438-4A80-9DF7-2C88B2026E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734733"/>
            <a:ext cx="10241280" cy="1045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33F757A-E9B5-45B8-A0E1-6173DD07293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981450"/>
            <a:ext cx="8961120" cy="80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6512493-7E47-45FF-B491-81D92299A7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3016250"/>
            <a:ext cx="1024128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AE4919-75F4-41DC-8E76-E4797E6201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63033"/>
            <a:ext cx="11361420" cy="884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14CF172-E980-401D-BBDA-75BC6FB1E1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2010833"/>
            <a:ext cx="11361420" cy="4504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0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600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801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2019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402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602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803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003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450D60-4C33-428C-B06B-471D82BCD3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63033"/>
            <a:ext cx="11361420" cy="884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4AF8D3-4FD8-4434-BADF-AC5EFDF956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2010833"/>
            <a:ext cx="5280660" cy="4504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0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600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801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2019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402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602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803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003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23D1CED-1E97-4C33-8E16-94C1236F51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2010833"/>
            <a:ext cx="5280660" cy="4504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0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600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801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2019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402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602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803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003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CCADFB-2C0D-4229-B464-7EBD7AA83A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63033"/>
            <a:ext cx="11361420" cy="884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000E24-393B-4685-B08E-EE625CF0A6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2010833"/>
            <a:ext cx="5280660" cy="4504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0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600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801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2019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402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602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803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003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16cc2498fc4a0b" /><Relationship Type="http://schemas.openxmlformats.org/officeDocument/2006/relationships/slideLayout" Target="/ppt/slideLayouts/slideLayout1.xml" Id="R87a7dfd24dc4402f" /><Relationship Type="http://schemas.openxmlformats.org/officeDocument/2006/relationships/slideLayout" Target="/ppt/slideLayouts/slideLayout2.xml" Id="R4278513fb02a4638" /><Relationship Type="http://schemas.openxmlformats.org/officeDocument/2006/relationships/slideLayout" Target="/ppt/slideLayouts/slideLayout3.xml" Id="Rb1570169a4ae488d" /><Relationship Type="http://schemas.openxmlformats.org/officeDocument/2006/relationships/slideLayout" Target="/ppt/slideLayouts/slideLayout4.xml" Id="R37a92e314dfb466c" /><Relationship Type="http://schemas.openxmlformats.org/officeDocument/2006/relationships/slideLayout" Target="/ppt/slideLayouts/slideLayout5.xml" Id="Re1fb2f90290740f2" /><Relationship Type="http://schemas.openxmlformats.org/officeDocument/2006/relationships/slideLayout" Target="/ppt/slideLayouts/slideLayout6.xml" Id="Rebad42d8706848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a7dfd24dc4402f"/>
    <p:sldLayoutId xmlns:r="http://schemas.openxmlformats.org/officeDocument/2006/relationships" id="2147483650" r:id="R4278513fb02a4638"/>
    <p:sldLayoutId xmlns:r="http://schemas.openxmlformats.org/officeDocument/2006/relationships" id="2147483651" r:id="Rb1570169a4ae488d"/>
    <p:sldLayoutId xmlns:r="http://schemas.openxmlformats.org/officeDocument/2006/relationships" id="2147483652" r:id="R37a92e314dfb466c"/>
    <p:sldLayoutId xmlns:r="http://schemas.openxmlformats.org/officeDocument/2006/relationships" id="2147483653" r:id="Re1fb2f90290740f2"/>
    <p:sldLayoutId xmlns:r="http://schemas.openxmlformats.org/officeDocument/2006/relationships" id="2147483654" r:id="Rebad42d8706848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24ed9663604838" /><Relationship Type="http://schemas.openxmlformats.org/officeDocument/2006/relationships/image" Target="/ppt/media/image.png" Id="Ra67ac99383da4b34" /><Relationship Type="http://schemas.openxmlformats.org/officeDocument/2006/relationships/image" Target="/ppt/media/image2.png" Id="R361ba5aa383a4e62" /><Relationship Type="http://schemas.openxmlformats.org/officeDocument/2006/relationships/image" Target="/ppt/media/image3.png" Id="R061997b2e2a349a6" /><Relationship Type="http://schemas.openxmlformats.org/officeDocument/2006/relationships/image" Target="/ppt/media/image4.png" Id="R12fdc609d6ca4d62" /><Relationship Type="http://schemas.openxmlformats.org/officeDocument/2006/relationships/image" Target="/ppt/media/image5.png" Id="R67cb46a785d84a0a" /><Relationship Type="http://schemas.openxmlformats.org/officeDocument/2006/relationships/image" Target="/ppt/media/image6.png" Id="Rddbd19d6d1904333" /><Relationship Type="http://schemas.openxmlformats.org/officeDocument/2006/relationships/image" Target="/ppt/media/image7.png" Id="R3b232c14ff084b56" /><Relationship Type="http://schemas.openxmlformats.org/officeDocument/2006/relationships/notesSlide" Target="/ppt/notesSlides/notesSlide1.xml" Id="R8510900d1fd143c8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9" name="text_000">
            <a:extLst>
              <a:ext uri="{FF2B5EF4-FFF2-40B4-BE49-F238E27FC236}">
                <ns2:creationId id="{2DC24E7E-F258-44E0-9F3B-825B4F29964E}"/>
              </a:ext>
            </a:extLst>
          </p:cNvPr>
          <p:cNvSpPr>
            <a:spLocks noGrp="1"/>
          </p:cNvSpPr>
          <p:nvPr/>
        </p:nvSpPr>
        <p:spPr>
          <a:xfrm rot="0">
            <a:off x="523875" y="76200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RG-MTM-R20</a:t>
            </a:r>
          </a:p>
        </p:txBody>
      </p:sp>
      <p:sp>
        <p:nvSpPr>
          <p:cNvPr id="2" name="text_001">
            <a:extLst>
              <a:ext uri="{FF2B5EF4-FFF2-40B4-BE49-F238E27FC236}">
                <ns2:creationId id="{A55E539A-832D-40C6-943A-902EE19FA242}"/>
              </a:ext>
            </a:extLst>
          </p:cNvPr>
          <p:cNvSpPr>
            <a:spLocks noGrp="1"/>
          </p:cNvSpPr>
          <p:nvPr/>
        </p:nvSpPr>
        <p:spPr>
          <a:xfrm rot="0">
            <a:off x="7620000" y="76200"/>
            <a:ext cx="4905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 = (1, 0) · eastward</a:t>
            </a:r>
          </a:p>
        </p:txBody>
      </p:sp>
      <p:pic>
        <p:nvPicPr>
          <p:cNvPr id="3" name="">
            <a:extLst>
              <a:ext uri="{FF2B5EF4-FFF2-40B4-BE49-F238E27FC236}">
                <ns2:creationId id="{357C813A-A18F-4467-BBD2-A7F4798AA19B}"/>
              </a:ext>
            </a:extLst>
          </p:cNvPr>
          <p:cNvPicPr>
            <a:picLocks noChangeAspect="1"/>
          </p:cNvPicPr>
          <p:nvPr/>
        </p:nvPicPr>
        <p:blipFill>
          <a:blip r:embed="Ra67ac99383da4b34"/>
          <a:stretch/>
        </p:blipFill>
        <p:spPr>
          <a:xfrm>
            <a:off x="523875" y="400050"/>
            <a:ext cx="12001500" cy="3714750"/>
          </a:xfrm>
          <a:prstGeom prst="rect">
            <a:avLst/>
          </a:prstGeom>
        </p:spPr>
      </p:pic>
      <p:sp>
        <p:nvSpPr>
          <p:cNvPr id="4" name="rect_003">
            <a:extLst>
              <a:ext uri="{FF2B5EF4-FFF2-40B4-BE49-F238E27FC236}">
                <ns2:creationId id="{B5DD169B-8809-4471-8FDB-AD8F255A212C}"/>
              </a:ext>
            </a:extLst>
          </p:cNvPr>
          <p:cNvSpPr>
            <a:spLocks noGrp="1"/>
          </p:cNvSpPr>
          <p:nvPr/>
        </p:nvSpPr>
        <p:spPr>
          <a:xfrm rot="0">
            <a:off x="523875" y="400050"/>
            <a:ext cx="12001500" cy="3714750"/>
          </a:xfrm>
          <a:prstGeom prst="rect">
            <a:avLst/>
          </a:prstGeom>
          <a:noFill/>
          <a:ln w="8573">
            <a:solidFill>
              <a:srgbClr val="000000"/>
            </a:solidFill>
            <a:prstDash val="solid"/>
          </a:ln>
        </p:spPr>
      </p:sp>
      <p:sp>
        <p:nvSpPr>
          <p:cNvPr id="5" name="line_004">
            <a:extLst>
              <a:ext uri="{FF2B5EF4-FFF2-40B4-BE49-F238E27FC236}">
                <ns2:creationId id="{35911206-DBA8-449B-B50E-B1EB51468565}"/>
              </a:ext>
            </a:extLst>
          </p:cNvPr>
          <p:cNvSpPr>
            <a:spLocks noGrp="1"/>
          </p:cNvSpPr>
          <p:nvPr/>
        </p:nvSpPr>
        <p:spPr>
          <a:xfrm>
            <a:off x="523875" y="4181475"/>
            <a:ext cx="12039600" cy="95"/>
          </a:xfrm>
          <a:custGeom>
            <a:pathLst>
              <a:path w="12039600" h="95">
                <a:moveTo>
                  <a:pt x="0" y="0"/>
                </a:moveTo>
                <a:lnTo>
                  <a:pt x="12039600" y="0"/>
                </a:lnTo>
              </a:path>
            </a:pathLst>
          </a:custGeom>
          <a:noFill/>
          <a:ln w="8573">
            <a:solidFill>
              <a:srgbClr val="000000"/>
            </a:solidFill>
            <a:prstDash val="solid"/>
          </a:ln>
        </p:spPr>
      </p:sp>
      <p:sp>
        <p:nvSpPr>
          <p:cNvPr id="6" name="line_005">
            <a:extLst>
              <a:ext uri="{FF2B5EF4-FFF2-40B4-BE49-F238E27FC236}">
                <ns2:creationId id="{0DEFE08E-26A5-48E0-8411-4175A649146E}"/>
              </a:ext>
            </a:extLst>
          </p:cNvPr>
          <p:cNvSpPr>
            <a:spLocks noGrp="1"/>
          </p:cNvSpPr>
          <p:nvPr/>
        </p:nvSpPr>
        <p:spPr>
          <a:xfrm>
            <a:off x="12496800" y="4152900"/>
            <a:ext cx="66675" cy="28575"/>
          </a:xfrm>
          <a:custGeom>
            <a:pathLst>
              <a:path w="66675" h="28575">
                <a:moveTo>
                  <a:pt x="0" y="0"/>
                </a:moveTo>
                <a:lnTo>
                  <a:pt x="66675" y="28575"/>
                </a:lnTo>
              </a:path>
            </a:pathLst>
          </a:custGeom>
          <a:noFill/>
          <a:ln w="8573">
            <a:solidFill>
              <a:srgbClr val="000000"/>
            </a:solidFill>
            <a:prstDash val="solid"/>
          </a:ln>
        </p:spPr>
      </p:sp>
      <p:sp>
        <p:nvSpPr>
          <p:cNvPr id="7" name="line_006">
            <a:extLst>
              <a:ext uri="{FF2B5EF4-FFF2-40B4-BE49-F238E27FC236}">
                <ns2:creationId id="{D59ECA82-B858-48B5-9656-057C0F310F10}"/>
              </a:ext>
            </a:extLst>
          </p:cNvPr>
          <p:cNvSpPr>
            <a:spLocks noGrp="1"/>
          </p:cNvSpPr>
          <p:nvPr/>
        </p:nvSpPr>
        <p:spPr>
          <a:xfrm>
            <a:off x="12496800" y="4181475"/>
            <a:ext cx="66675" cy="28575"/>
          </a:xfrm>
          <a:custGeom>
            <a:pathLst>
              <a:path w="66675" h="28575">
                <a:moveTo>
                  <a:pt x="0" y="28575"/>
                </a:moveTo>
                <a:lnTo>
                  <a:pt x="66675" y="0"/>
                </a:lnTo>
              </a:path>
            </a:pathLst>
          </a:custGeom>
          <a:noFill/>
          <a:ln w="8573">
            <a:solidFill>
              <a:srgbClr val="000000"/>
            </a:solidFill>
            <a:prstDash val="solid"/>
          </a:ln>
        </p:spPr>
      </p:sp>
      <p:sp>
        <p:nvSpPr>
          <p:cNvPr id="8" name="line_007">
            <a:extLst>
              <a:ext uri="{FF2B5EF4-FFF2-40B4-BE49-F238E27FC236}">
                <ns2:creationId id="{D0072998-1092-47E2-A84E-7A0F79BC5ACB}"/>
              </a:ext>
            </a:extLst>
          </p:cNvPr>
          <p:cNvSpPr>
            <a:spLocks noGrp="1"/>
          </p:cNvSpPr>
          <p:nvPr/>
        </p:nvSpPr>
        <p:spPr>
          <a:xfrm>
            <a:off x="390525" y="323850"/>
            <a:ext cx="95" cy="3790950"/>
          </a:xfrm>
          <a:custGeom>
            <a:pathLst>
              <a:path w="95" h="3790950">
                <a:moveTo>
                  <a:pt x="0" y="3790950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000000"/>
            </a:solidFill>
            <a:prstDash val="solid"/>
          </a:ln>
        </p:spPr>
      </p:sp>
      <p:sp>
        <p:nvSpPr>
          <p:cNvPr id="9" name="line_008">
            <a:extLst>
              <a:ext uri="{FF2B5EF4-FFF2-40B4-BE49-F238E27FC236}">
                <ns2:creationId id="{D8B3C333-B06A-4379-A3D5-BA7C8D6E6D4F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28575" cy="66675"/>
          </a:xfrm>
          <a:custGeom>
            <a:pathLst>
              <a:path w="28575" h="66675">
                <a:moveTo>
                  <a:pt x="0" y="66675"/>
                </a:moveTo>
                <a:lnTo>
                  <a:pt x="28575" y="0"/>
                </a:lnTo>
              </a:path>
            </a:pathLst>
          </a:custGeom>
          <a:noFill/>
          <a:ln w="8573">
            <a:solidFill>
              <a:srgbClr val="000000"/>
            </a:solidFill>
            <a:prstDash val="solid"/>
          </a:ln>
        </p:spPr>
      </p:sp>
      <p:sp>
        <p:nvSpPr>
          <p:cNvPr id="10" name="line_009">
            <a:extLst>
              <a:ext uri="{FF2B5EF4-FFF2-40B4-BE49-F238E27FC236}">
                <ns2:creationId id="{F7011492-4743-481F-962D-28C2F2D551DC}"/>
              </a:ext>
            </a:extLst>
          </p:cNvPr>
          <p:cNvSpPr>
            <a:spLocks noGrp="1"/>
          </p:cNvSpPr>
          <p:nvPr/>
        </p:nvSpPr>
        <p:spPr>
          <a:xfrm>
            <a:off x="390525" y="323850"/>
            <a:ext cx="28575" cy="66675"/>
          </a:xfrm>
          <a:custGeom>
            <a:pathLst>
              <a:path w="28575" h="66675">
                <a:moveTo>
                  <a:pt x="28575" y="66675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000000"/>
            </a:solidFill>
            <a:prstDash val="solid"/>
          </a:ln>
        </p:spPr>
      </p:sp>
      <p:sp>
        <p:nvSpPr>
          <p:cNvPr id="11" name="text_010">
            <a:extLst>
              <a:ext uri="{FF2B5EF4-FFF2-40B4-BE49-F238E27FC236}">
                <ns2:creationId id="{3DCD9E19-BFA9-4289-9B1A-899712F6DC09}"/>
              </a:ext>
            </a:extLst>
          </p:cNvPr>
          <p:cNvSpPr>
            <a:spLocks noGrp="1"/>
          </p:cNvSpPr>
          <p:nvPr/>
        </p:nvSpPr>
        <p:spPr>
          <a:xfrm rot="0">
            <a:off x="12049125" y="4333875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12" name="a_reference_axis">
            <a:extLst>
              <a:ext uri="{FF2B5EF4-FFF2-40B4-BE49-F238E27FC236}">
                <ns2:creationId id="{375653EE-AD28-441E-8086-7351BBD21F8B}"/>
              </a:ext>
            </a:extLst>
          </p:cNvPr>
          <p:cNvSpPr>
            <a:spLocks noGrp="1"/>
          </p:cNvSpPr>
          <p:nvPr/>
        </p:nvSpPr>
        <p:spPr>
          <a:xfrm rot="0">
            <a:off x="57150" y="1238250"/>
            <a:ext cx="2286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 vert="vert270">
            <a:noAutofit/>
          </a:bodyPr>
          <a:lstStyle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 position along d</a:t>
            </a:r>
          </a:p>
        </p:txBody>
      </p:sp>
      <p:sp>
        <p:nvSpPr>
          <p:cNvPr id="13" name="line_012">
            <a:extLst>
              <a:ext uri="{FF2B5EF4-FFF2-40B4-BE49-F238E27FC236}">
                <ns2:creationId id="{F7751BB7-399D-400C-A7D0-D6C1C33E1E12}"/>
              </a:ext>
            </a:extLst>
          </p:cNvPr>
          <p:cNvSpPr>
            <a:spLocks noGrp="1"/>
          </p:cNvSpPr>
          <p:nvPr/>
        </p:nvSpPr>
        <p:spPr>
          <a:xfrm>
            <a:off x="531941" y="4143375"/>
            <a:ext cx="95" cy="76200"/>
          </a:xfrm>
          <a:custGeom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8573">
            <a:solidFill>
              <a:srgbClr val="000000"/>
            </a:solidFill>
            <a:prstDash val="solid"/>
          </a:ln>
        </p:spPr>
      </p:sp>
      <p:sp>
        <p:nvSpPr>
          <p:cNvPr id="14" name="text_013">
            <a:extLst>
              <a:ext uri="{FF2B5EF4-FFF2-40B4-BE49-F238E27FC236}">
                <ns2:creationId id="{2FA01C31-801C-4B85-88CC-9F4EAB4447CF}"/>
              </a:ext>
            </a:extLst>
          </p:cNvPr>
          <p:cNvSpPr>
            <a:spLocks noGrp="1"/>
          </p:cNvSpPr>
          <p:nvPr/>
        </p:nvSpPr>
        <p:spPr>
          <a:xfrm rot="0">
            <a:off x="246191" y="423862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Dec</a:t>
            </a:r>
          </a:p>
        </p:txBody>
      </p:sp>
      <p:sp>
        <p:nvSpPr>
          <p:cNvPr id="15" name="line_014">
            <a:extLst>
              <a:ext uri="{FF2B5EF4-FFF2-40B4-BE49-F238E27FC236}">
                <ns2:creationId id="{1FC9EABA-5CA2-48C0-B90F-C7E8434C7AC7}"/>
              </a:ext>
            </a:extLst>
          </p:cNvPr>
          <p:cNvSpPr>
            <a:spLocks noGrp="1"/>
          </p:cNvSpPr>
          <p:nvPr/>
        </p:nvSpPr>
        <p:spPr>
          <a:xfrm>
            <a:off x="3241957" y="4143375"/>
            <a:ext cx="95" cy="76200"/>
          </a:xfrm>
          <a:custGeom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8573">
            <a:solidFill>
              <a:srgbClr val="000000"/>
            </a:solidFill>
            <a:prstDash val="solid"/>
          </a:ln>
        </p:spPr>
      </p:sp>
      <p:sp>
        <p:nvSpPr>
          <p:cNvPr id="16" name="text_015">
            <a:extLst>
              <a:ext uri="{FF2B5EF4-FFF2-40B4-BE49-F238E27FC236}">
                <ns2:creationId id="{CEBB7D91-45BC-4F48-BE6E-819F796B71C0}"/>
              </a:ext>
            </a:extLst>
          </p:cNvPr>
          <p:cNvSpPr>
            <a:spLocks noGrp="1"/>
          </p:cNvSpPr>
          <p:nvPr/>
        </p:nvSpPr>
        <p:spPr>
          <a:xfrm rot="0">
            <a:off x="2956207" y="423862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 Dec</a:t>
            </a:r>
          </a:p>
        </p:txBody>
      </p:sp>
      <p:sp>
        <p:nvSpPr>
          <p:cNvPr id="17" name="line_016">
            <a:extLst>
              <a:ext uri="{FF2B5EF4-FFF2-40B4-BE49-F238E27FC236}">
                <ns2:creationId id="{D5A10B8E-E450-46D1-9336-C9D527F7BB03}"/>
              </a:ext>
            </a:extLst>
          </p:cNvPr>
          <p:cNvSpPr>
            <a:spLocks noGrp="1"/>
          </p:cNvSpPr>
          <p:nvPr/>
        </p:nvSpPr>
        <p:spPr>
          <a:xfrm>
            <a:off x="5951973" y="4143375"/>
            <a:ext cx="95" cy="76200"/>
          </a:xfrm>
          <a:custGeom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8573">
            <a:solidFill>
              <a:srgbClr val="000000"/>
            </a:solidFill>
            <a:prstDash val="solid"/>
          </a:ln>
        </p:spPr>
      </p:sp>
      <p:sp>
        <p:nvSpPr>
          <p:cNvPr id="18" name="text_017">
            <a:extLst>
              <a:ext uri="{FF2B5EF4-FFF2-40B4-BE49-F238E27FC236}">
                <ns2:creationId id="{C08C8955-5272-401E-ADDE-7376EC25AD86}"/>
              </a:ext>
            </a:extLst>
          </p:cNvPr>
          <p:cNvSpPr>
            <a:spLocks noGrp="1"/>
          </p:cNvSpPr>
          <p:nvPr/>
        </p:nvSpPr>
        <p:spPr>
          <a:xfrm rot="0">
            <a:off x="5666223" y="423862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 Dec</a:t>
            </a:r>
          </a:p>
        </p:txBody>
      </p:sp>
      <p:sp>
        <p:nvSpPr>
          <p:cNvPr id="19" name="line_018">
            <a:extLst>
              <a:ext uri="{FF2B5EF4-FFF2-40B4-BE49-F238E27FC236}">
                <ns2:creationId id="{F402A1D7-8F62-4D3D-8F08-F224F8D80E91}"/>
              </a:ext>
            </a:extLst>
          </p:cNvPr>
          <p:cNvSpPr>
            <a:spLocks noGrp="1"/>
          </p:cNvSpPr>
          <p:nvPr/>
        </p:nvSpPr>
        <p:spPr>
          <a:xfrm>
            <a:off x="8661989" y="4143375"/>
            <a:ext cx="95" cy="76200"/>
          </a:xfrm>
          <a:custGeom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8573">
            <a:solidFill>
              <a:srgbClr val="000000"/>
            </a:solidFill>
            <a:prstDash val="solid"/>
          </a:ln>
        </p:spPr>
      </p:sp>
      <p:sp>
        <p:nvSpPr>
          <p:cNvPr id="20" name="text_019">
            <a:extLst>
              <a:ext uri="{FF2B5EF4-FFF2-40B4-BE49-F238E27FC236}">
                <ns2:creationId id="{2294CCE2-2230-4D8C-941B-DC3048CFF04F}"/>
              </a:ext>
            </a:extLst>
          </p:cNvPr>
          <p:cNvSpPr>
            <a:spLocks noGrp="1"/>
          </p:cNvSpPr>
          <p:nvPr/>
        </p:nvSpPr>
        <p:spPr>
          <a:xfrm rot="0">
            <a:off x="8376239" y="423862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 Dec</a:t>
            </a:r>
          </a:p>
        </p:txBody>
      </p:sp>
      <p:sp>
        <p:nvSpPr>
          <p:cNvPr id="21" name="line_020">
            <a:extLst>
              <a:ext uri="{FF2B5EF4-FFF2-40B4-BE49-F238E27FC236}">
                <ns2:creationId id="{977B1166-F8FA-4BCB-854A-BF3952129573}"/>
              </a:ext>
            </a:extLst>
          </p:cNvPr>
          <p:cNvSpPr>
            <a:spLocks noGrp="1"/>
          </p:cNvSpPr>
          <p:nvPr/>
        </p:nvSpPr>
        <p:spPr>
          <a:xfrm>
            <a:off x="12146295" y="4143375"/>
            <a:ext cx="95" cy="76200"/>
          </a:xfrm>
          <a:custGeom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8573">
            <a:solidFill>
              <a:srgbClr val="000000"/>
            </a:solidFill>
            <a:prstDash val="solid"/>
          </a:ln>
        </p:spPr>
      </p:sp>
      <p:sp>
        <p:nvSpPr>
          <p:cNvPr id="22" name="text_021">
            <a:extLst>
              <a:ext uri="{FF2B5EF4-FFF2-40B4-BE49-F238E27FC236}">
                <ns2:creationId id="{19C8E8CC-7B5D-4A2D-B224-8C6F41A97567}"/>
              </a:ext>
            </a:extLst>
          </p:cNvPr>
          <p:cNvSpPr>
            <a:spLocks noGrp="1"/>
          </p:cNvSpPr>
          <p:nvPr/>
        </p:nvSpPr>
        <p:spPr>
          <a:xfrm rot="0">
            <a:off x="11860545" y="423862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31 Dec</a:t>
            </a:r>
          </a:p>
        </p:txBody>
      </p:sp>
      <p:sp>
        <p:nvSpPr>
          <p:cNvPr id="23" name="a_pressure_legend">
            <a:extLst>
              <a:ext uri="{FF2B5EF4-FFF2-40B4-BE49-F238E27FC236}">
                <ns2:creationId id="{9F2D0A80-CE67-4638-B25A-2CD489650F4F}"/>
              </a:ext>
            </a:extLst>
          </p:cNvPr>
          <p:cNvSpPr>
            <a:spLocks noGrp="1"/>
          </p:cNvSpPr>
          <p:nvPr/>
        </p:nvSpPr>
        <p:spPr>
          <a:xfrm rot="0">
            <a:off x="676275" y="542925"/>
            <a:ext cx="2286000" cy="676275"/>
          </a:xfrm>
          <a:prstGeom prst="roundRect">
            <a:avLst>
              <a:gd name="adj" fmla="val 11268"/>
            </a:avLst>
          </a:prstGeom>
          <a:solidFill>
            <a:srgbClr val="FFFFFF">
              <a:alpha val="85000"/>
            </a:srgbClr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4" name="text_023">
            <a:extLst>
              <a:ext uri="{FF2B5EF4-FFF2-40B4-BE49-F238E27FC236}">
                <ns2:creationId id="{B48DA1A2-3F55-4DA2-939E-4993B2F832C1}"/>
              </a:ext>
            </a:extLst>
          </p:cNvPr>
          <p:cNvSpPr>
            <a:spLocks noGrp="1"/>
          </p:cNvSpPr>
          <p:nvPr/>
        </p:nvSpPr>
        <p:spPr>
          <a:xfrm rot="0">
            <a:off x="800100" y="600075"/>
            <a:ext cx="20478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MSLP anomaly [hPa]</a:t>
            </a:r>
          </a:p>
        </p:txBody>
      </p:sp>
      <p:pic>
        <p:nvPicPr>
          <p:cNvPr id="25" name="">
            <a:extLst>
              <a:ext uri="{FF2B5EF4-FFF2-40B4-BE49-F238E27FC236}">
                <ns2:creationId id="{D0728454-9838-4665-89D5-E13037560588}"/>
              </a:ext>
            </a:extLst>
          </p:cNvPr>
          <p:cNvPicPr>
            <a:picLocks noChangeAspect="1"/>
          </p:cNvPicPr>
          <p:nvPr/>
        </p:nvPicPr>
        <p:blipFill>
          <a:blip r:embed="R361ba5aa383a4e62"/>
          <a:stretch/>
        </p:blipFill>
        <p:spPr>
          <a:xfrm>
            <a:off x="809625" y="876300"/>
            <a:ext cx="2000250" cy="85725"/>
          </a:xfrm>
          <a:prstGeom prst="rect">
            <a:avLst/>
          </a:prstGeom>
        </p:spPr>
      </p:pic>
      <p:sp>
        <p:nvSpPr>
          <p:cNvPr id="26" name="text_025">
            <a:extLst>
              <a:ext uri="{FF2B5EF4-FFF2-40B4-BE49-F238E27FC236}">
                <ns2:creationId id="{80F6EAB2-EB5F-4604-B995-F3D191B09720}"/>
              </a:ext>
            </a:extLst>
          </p:cNvPr>
          <p:cNvSpPr>
            <a:spLocks noGrp="1"/>
          </p:cNvSpPr>
          <p:nvPr/>
        </p:nvSpPr>
        <p:spPr>
          <a:xfrm rot="0">
            <a:off x="685800" y="97155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-35</a:t>
            </a:r>
          </a:p>
        </p:txBody>
      </p:sp>
      <p:sp>
        <p:nvSpPr>
          <p:cNvPr id="27" name="text_026">
            <a:extLst>
              <a:ext uri="{FF2B5EF4-FFF2-40B4-BE49-F238E27FC236}">
                <ns2:creationId id="{492C8A2C-66EA-471A-A408-B52B859A1D48}"/>
              </a:ext>
            </a:extLst>
          </p:cNvPr>
          <p:cNvSpPr>
            <a:spLocks noGrp="1"/>
          </p:cNvSpPr>
          <p:nvPr/>
        </p:nvSpPr>
        <p:spPr>
          <a:xfrm rot="0">
            <a:off x="1685925" y="97155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text_027">
            <a:extLst>
              <a:ext uri="{FF2B5EF4-FFF2-40B4-BE49-F238E27FC236}">
                <ns2:creationId id="{83B88677-EF6D-4D72-9AE3-6C7FAF3DE414}"/>
              </a:ext>
            </a:extLst>
          </p:cNvPr>
          <p:cNvSpPr>
            <a:spLocks noGrp="1"/>
          </p:cNvSpPr>
          <p:nvPr/>
        </p:nvSpPr>
        <p:spPr>
          <a:xfrm rot="0">
            <a:off x="2590800" y="97155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29" name="a_event_guide_0">
            <a:extLst>
              <a:ext uri="{FF2B5EF4-FFF2-40B4-BE49-F238E27FC236}">
                <ns2:creationId id="{37C04475-FA79-436C-81EF-7B2569937319}"/>
              </a:ext>
            </a:extLst>
          </p:cNvPr>
          <p:cNvSpPr>
            <a:spLocks noGrp="1"/>
          </p:cNvSpPr>
          <p:nvPr/>
        </p:nvSpPr>
        <p:spPr>
          <a:xfrm>
            <a:off x="1596590" y="400050"/>
            <a:ext cx="95" cy="3714750"/>
          </a:xfrm>
          <a:custGeom>
            <a:pathLst>
              <a:path w="95" h="3714750">
                <a:moveTo>
                  <a:pt x="0" y="0"/>
                </a:moveTo>
                <a:lnTo>
                  <a:pt x="0" y="3714750"/>
                </a:lnTo>
              </a:path>
            </a:pathLst>
          </a:custGeom>
          <a:noFill/>
          <a:ln w="9525">
            <a:solidFill>
              <a:srgbClr val="7B8790"/>
            </a:solidFill>
            <a:prstDash val="dash"/>
          </a:ln>
        </p:spPr>
      </p:sp>
      <p:sp>
        <p:nvSpPr>
          <p:cNvPr id="30" name="a_event_box_0">
            <a:extLst>
              <a:ext uri="{FF2B5EF4-FFF2-40B4-BE49-F238E27FC236}">
                <ns2:creationId id="{C3640206-CAFC-448D-B008-4D82CDCAE0DD}"/>
              </a:ext>
            </a:extLst>
          </p:cNvPr>
          <p:cNvSpPr>
            <a:spLocks noGrp="1"/>
          </p:cNvSpPr>
          <p:nvPr/>
        </p:nvSpPr>
        <p:spPr>
          <a:xfrm rot="0">
            <a:off x="1190625" y="2800350"/>
            <a:ext cx="1533525" cy="285750"/>
          </a:xfrm>
          <a:prstGeom prst="roundRect">
            <a:avLst>
              <a:gd name="adj" fmla="val 26667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31" name="text_030">
            <a:extLst>
              <a:ext uri="{FF2B5EF4-FFF2-40B4-BE49-F238E27FC236}">
                <ns2:creationId id="{3C7D23DB-240A-4C3E-BD9B-D21DDEC6710E}"/>
              </a:ext>
            </a:extLst>
          </p:cNvPr>
          <p:cNvSpPr>
            <a:spLocks noGrp="1"/>
          </p:cNvSpPr>
          <p:nvPr/>
        </p:nvSpPr>
        <p:spPr>
          <a:xfrm rot="0">
            <a:off x="1276350" y="2847975"/>
            <a:ext cx="13620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Cyclone Anatol</a:t>
            </a:r>
          </a:p>
        </p:txBody>
      </p:sp>
      <p:sp>
        <p:nvSpPr>
          <p:cNvPr id="32" name="line_031">
            <a:extLst>
              <a:ext uri="{FF2B5EF4-FFF2-40B4-BE49-F238E27FC236}">
                <ns2:creationId id="{A6790301-E199-4B22-B726-A9A77D26A920}"/>
              </a:ext>
            </a:extLst>
          </p:cNvPr>
          <p:cNvSpPr>
            <a:spLocks noGrp="1"/>
          </p:cNvSpPr>
          <p:nvPr/>
        </p:nvSpPr>
        <p:spPr>
          <a:xfrm>
            <a:off x="1596590" y="1947862"/>
            <a:ext cx="95" cy="852488"/>
          </a:xfrm>
          <a:custGeom>
            <a:pathLst>
              <a:path w="95" h="852488">
                <a:moveTo>
                  <a:pt x="0" y="852488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000000"/>
            </a:solidFill>
            <a:prstDash val="solid"/>
          </a:ln>
        </p:spPr>
      </p:sp>
      <p:sp>
        <p:nvSpPr>
          <p:cNvPr id="33" name="line_032">
            <a:extLst>
              <a:ext uri="{FF2B5EF4-FFF2-40B4-BE49-F238E27FC236}">
                <ns2:creationId id="{198E4FB7-AA34-4173-A6B5-899643771908}"/>
              </a:ext>
            </a:extLst>
          </p:cNvPr>
          <p:cNvSpPr>
            <a:spLocks noGrp="1"/>
          </p:cNvSpPr>
          <p:nvPr/>
        </p:nvSpPr>
        <p:spPr>
          <a:xfrm>
            <a:off x="1568015" y="1947862"/>
            <a:ext cx="28575" cy="66675"/>
          </a:xfrm>
          <a:custGeom>
            <a:pathLst>
              <a:path w="28575" h="66675">
                <a:moveTo>
                  <a:pt x="0" y="66675"/>
                </a:moveTo>
                <a:lnTo>
                  <a:pt x="28575" y="0"/>
                </a:lnTo>
              </a:path>
            </a:pathLst>
          </a:custGeom>
          <a:noFill/>
          <a:ln w="10478">
            <a:solidFill>
              <a:srgbClr val="000000"/>
            </a:solidFill>
            <a:prstDash val="solid"/>
          </a:ln>
        </p:spPr>
      </p:sp>
      <p:sp>
        <p:nvSpPr>
          <p:cNvPr id="34" name="line_033">
            <a:extLst>
              <a:ext uri="{FF2B5EF4-FFF2-40B4-BE49-F238E27FC236}">
                <ns2:creationId id="{E5350ECC-CFCD-48EC-9042-19C2A42E4A25}"/>
              </a:ext>
            </a:extLst>
          </p:cNvPr>
          <p:cNvSpPr>
            <a:spLocks noGrp="1"/>
          </p:cNvSpPr>
          <p:nvPr/>
        </p:nvSpPr>
        <p:spPr>
          <a:xfrm>
            <a:off x="1596590" y="1947862"/>
            <a:ext cx="28575" cy="66675"/>
          </a:xfrm>
          <a:custGeom>
            <a:pathLst>
              <a:path w="28575" h="66675">
                <a:moveTo>
                  <a:pt x="28575" y="66675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000000"/>
            </a:solidFill>
            <a:prstDash val="solid"/>
          </a:ln>
        </p:spPr>
      </p:sp>
      <p:sp>
        <p:nvSpPr>
          <p:cNvPr id="35" name="path_034">
            <a:extLst>
              <a:ext uri="{FF2B5EF4-FFF2-40B4-BE49-F238E27FC236}">
                <ns2:creationId id="{79E257E4-D1E8-4A9A-86EA-E16E6E5D7A69}"/>
              </a:ext>
            </a:extLst>
          </p:cNvPr>
          <p:cNvSpPr>
            <a:spLocks noGrp="1"/>
          </p:cNvSpPr>
          <p:nvPr/>
        </p:nvSpPr>
        <p:spPr>
          <a:xfrm>
            <a:off x="1596590" y="4229100"/>
            <a:ext cx="94098" cy="438150"/>
          </a:xfrm>
          <a:custGeom>
            <a:pathLst>
              <a:path w="94098" h="438150">
                <a:moveTo>
                  <a:pt x="0" y="0"/>
                </a:moveTo>
                <a:lnTo>
                  <a:pt x="0" y="304800"/>
                </a:lnTo>
                <a:lnTo>
                  <a:pt x="94098" y="304800"/>
                </a:lnTo>
                <a:lnTo>
                  <a:pt x="94098" y="438150"/>
                </a:lnTo>
              </a:path>
            </a:pathLst>
          </a:custGeom>
          <a:noFill/>
          <a:ln w="7620">
            <a:solidFill>
              <a:srgbClr val="8B8B8B"/>
            </a:solidFill>
            <a:prstDash val="solid"/>
          </a:ln>
        </p:spPr>
      </p:sp>
      <p:pic>
        <p:nvPicPr>
          <p:cNvPr id="36" name="">
            <a:extLst>
              <a:ext uri="{FF2B5EF4-FFF2-40B4-BE49-F238E27FC236}">
                <ns2:creationId id="{BEEBE023-4476-4CAD-9FA7-193C9933F0C8}"/>
              </a:ext>
            </a:extLst>
          </p:cNvPr>
          <p:cNvPicPr>
            <a:picLocks noChangeAspect="1"/>
          </p:cNvPicPr>
          <p:nvPr/>
        </p:nvPicPr>
        <p:blipFill>
          <a:blip r:embed="R061997b2e2a349a6"/>
          <a:stretch/>
        </p:blipFill>
        <p:spPr>
          <a:xfrm>
            <a:off x="619125" y="4667250"/>
            <a:ext cx="2143125" cy="2205437"/>
          </a:xfrm>
          <a:prstGeom prst="rect">
            <a:avLst/>
          </a:prstGeom>
        </p:spPr>
      </p:pic>
      <p:sp>
        <p:nvSpPr>
          <p:cNvPr id="37" name="rect_036">
            <a:extLst>
              <a:ext uri="{FF2B5EF4-FFF2-40B4-BE49-F238E27FC236}">
                <ns2:creationId id="{BAA3802B-4634-4257-8A48-2C85C8551AA7}"/>
              </a:ext>
            </a:extLst>
          </p:cNvPr>
          <p:cNvSpPr>
            <a:spLocks noGrp="1"/>
          </p:cNvSpPr>
          <p:nvPr/>
        </p:nvSpPr>
        <p:spPr>
          <a:xfrm rot="0">
            <a:off x="619125" y="4667250"/>
            <a:ext cx="2143125" cy="2205437"/>
          </a:xfrm>
          <a:prstGeom prst="rect">
            <a:avLst/>
          </a:prstGeom>
          <a:noFill/>
          <a:ln w="8573">
            <a:solidFill>
              <a:srgbClr val="000000"/>
            </a:solidFill>
            <a:prstDash val="solid"/>
          </a:ln>
        </p:spPr>
      </p:sp>
      <p:sp>
        <p:nvSpPr>
          <p:cNvPr id="38" name="text_037">
            <a:extLst>
              <a:ext uri="{FF2B5EF4-FFF2-40B4-BE49-F238E27FC236}">
                <ns2:creationId id="{7FE9F071-429D-4C56-85C2-888EF51BAF18}"/>
              </a:ext>
            </a:extLst>
          </p:cNvPr>
          <p:cNvSpPr>
            <a:spLocks noGrp="1"/>
          </p:cNvSpPr>
          <p:nvPr/>
        </p:nvSpPr>
        <p:spPr>
          <a:xfrm rot="0">
            <a:off x="533400" y="6958412"/>
            <a:ext cx="2314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1999-12-03 18:00</a:t>
            </a:r>
          </a:p>
        </p:txBody>
      </p:sp>
      <p:sp>
        <p:nvSpPr>
          <p:cNvPr id="39" name="line_038">
            <a:extLst>
              <a:ext uri="{FF2B5EF4-FFF2-40B4-BE49-F238E27FC236}">
                <ns2:creationId id="{6D901C47-61C0-4868-82DB-7E209374CA25}"/>
              </a:ext>
            </a:extLst>
          </p:cNvPr>
          <p:cNvSpPr>
            <a:spLocks noGrp="1"/>
          </p:cNvSpPr>
          <p:nvPr/>
        </p:nvSpPr>
        <p:spPr>
          <a:xfrm>
            <a:off x="1617986" y="5319879"/>
            <a:ext cx="495300" cy="95"/>
          </a:xfrm>
          <a:custGeom>
            <a:pathLst>
              <a:path w="495300" h="9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40" name="line_039">
            <a:extLst>
              <a:ext uri="{FF2B5EF4-FFF2-40B4-BE49-F238E27FC236}">
                <ns2:creationId id="{742D75D1-C1BF-4C47-98E9-E31C8347414F}"/>
              </a:ext>
            </a:extLst>
          </p:cNvPr>
          <p:cNvSpPr>
            <a:spLocks noGrp="1"/>
          </p:cNvSpPr>
          <p:nvPr/>
        </p:nvSpPr>
        <p:spPr>
          <a:xfrm>
            <a:off x="2046611" y="5291304"/>
            <a:ext cx="66675" cy="28575"/>
          </a:xfrm>
          <a:custGeom>
            <a:pathLst>
              <a:path w="66675" h="28575">
                <a:moveTo>
                  <a:pt x="0" y="0"/>
                </a:moveTo>
                <a:lnTo>
                  <a:pt x="66675" y="28575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41" name="line_040">
            <a:extLst>
              <a:ext uri="{FF2B5EF4-FFF2-40B4-BE49-F238E27FC236}">
                <ns2:creationId id="{1151567F-DB45-48CC-8579-71AB20B4725D}"/>
              </a:ext>
            </a:extLst>
          </p:cNvPr>
          <p:cNvSpPr>
            <a:spLocks noGrp="1"/>
          </p:cNvSpPr>
          <p:nvPr/>
        </p:nvSpPr>
        <p:spPr>
          <a:xfrm>
            <a:off x="2046611" y="5319879"/>
            <a:ext cx="66675" cy="28575"/>
          </a:xfrm>
          <a:custGeom>
            <a:pathLst>
              <a:path w="66675" h="28575">
                <a:moveTo>
                  <a:pt x="0" y="28575"/>
                </a:moveTo>
                <a:lnTo>
                  <a:pt x="66675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42" name="text_041">
            <a:extLst>
              <a:ext uri="{FF2B5EF4-FFF2-40B4-BE49-F238E27FC236}">
                <ns2:creationId id="{83056E17-2573-4E54-9E63-6C618C218C83}"/>
              </a:ext>
            </a:extLst>
          </p:cNvPr>
          <p:cNvSpPr>
            <a:spLocks noGrp="1"/>
          </p:cNvSpPr>
          <p:nvPr/>
        </p:nvSpPr>
        <p:spPr>
          <a:xfrm rot="0">
            <a:off x="2151386" y="5215104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43" name="a_event_guide_1">
            <a:extLst>
              <a:ext uri="{FF2B5EF4-FFF2-40B4-BE49-F238E27FC236}">
                <ns2:creationId id="{B7350DD5-4ECF-4709-A4BA-9134E0541DD7}"/>
              </a:ext>
            </a:extLst>
          </p:cNvPr>
          <p:cNvSpPr>
            <a:spLocks noGrp="1"/>
          </p:cNvSpPr>
          <p:nvPr/>
        </p:nvSpPr>
        <p:spPr>
          <a:xfrm>
            <a:off x="7065015" y="400050"/>
            <a:ext cx="95" cy="3714750"/>
          </a:xfrm>
          <a:custGeom>
            <a:pathLst>
              <a:path w="95" h="3714750">
                <a:moveTo>
                  <a:pt x="0" y="0"/>
                </a:moveTo>
                <a:lnTo>
                  <a:pt x="0" y="3714750"/>
                </a:lnTo>
              </a:path>
            </a:pathLst>
          </a:custGeom>
          <a:noFill/>
          <a:ln w="9525">
            <a:solidFill>
              <a:srgbClr val="7B8790"/>
            </a:solidFill>
            <a:prstDash val="dash"/>
          </a:ln>
        </p:spPr>
      </p:sp>
      <p:sp>
        <p:nvSpPr>
          <p:cNvPr id="44" name="a_event_box_1">
            <a:extLst>
              <a:ext uri="{FF2B5EF4-FFF2-40B4-BE49-F238E27FC236}">
                <ns2:creationId id="{280AB18C-D354-4F1B-B77D-4D51FA907050}"/>
              </a:ext>
            </a:extLst>
          </p:cNvPr>
          <p:cNvSpPr>
            <a:spLocks noGrp="1"/>
          </p:cNvSpPr>
          <p:nvPr/>
        </p:nvSpPr>
        <p:spPr>
          <a:xfrm rot="0">
            <a:off x="5476875" y="990600"/>
            <a:ext cx="2752725" cy="285750"/>
          </a:xfrm>
          <a:prstGeom prst="roundRect">
            <a:avLst>
              <a:gd name="adj" fmla="val 26667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45" name="text_044">
            <a:extLst>
              <a:ext uri="{FF2B5EF4-FFF2-40B4-BE49-F238E27FC236}">
                <ns2:creationId id="{7596D283-5186-4E4A-B230-2481AB972E3B}"/>
              </a:ext>
            </a:extLst>
          </p:cNvPr>
          <p:cNvSpPr>
            <a:spLocks noGrp="1"/>
          </p:cNvSpPr>
          <p:nvPr/>
        </p:nvSpPr>
        <p:spPr>
          <a:xfrm rot="0">
            <a:off x="5562600" y="1038225"/>
            <a:ext cx="25812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Strong storm over Scandinavia</a:t>
            </a:r>
          </a:p>
        </p:txBody>
      </p:sp>
      <p:sp>
        <p:nvSpPr>
          <p:cNvPr id="46" name="line_045">
            <a:extLst>
              <a:ext uri="{FF2B5EF4-FFF2-40B4-BE49-F238E27FC236}">
                <ns2:creationId id="{39349DEB-7FE2-4A18-9E39-7E4D17F69488}"/>
              </a:ext>
            </a:extLst>
          </p:cNvPr>
          <p:cNvSpPr>
            <a:spLocks noGrp="1"/>
          </p:cNvSpPr>
          <p:nvPr/>
        </p:nvSpPr>
        <p:spPr>
          <a:xfrm>
            <a:off x="7065015" y="1276350"/>
            <a:ext cx="95" cy="439341"/>
          </a:xfrm>
          <a:custGeom>
            <a:pathLst>
              <a:path w="95" h="439341">
                <a:moveTo>
                  <a:pt x="0" y="0"/>
                </a:moveTo>
                <a:lnTo>
                  <a:pt x="0" y="439341"/>
                </a:lnTo>
              </a:path>
            </a:pathLst>
          </a:custGeom>
          <a:noFill/>
          <a:ln w="10478">
            <a:solidFill>
              <a:srgbClr val="000000"/>
            </a:solidFill>
            <a:prstDash val="solid"/>
          </a:ln>
        </p:spPr>
      </p:sp>
      <p:sp>
        <p:nvSpPr>
          <p:cNvPr id="47" name="line_046">
            <a:extLst>
              <a:ext uri="{FF2B5EF4-FFF2-40B4-BE49-F238E27FC236}">
                <ns2:creationId id="{42890388-6C94-4F54-AF9E-25CFD4999858}"/>
              </a:ext>
            </a:extLst>
          </p:cNvPr>
          <p:cNvSpPr>
            <a:spLocks noGrp="1"/>
          </p:cNvSpPr>
          <p:nvPr/>
        </p:nvSpPr>
        <p:spPr>
          <a:xfrm>
            <a:off x="7065015" y="1649016"/>
            <a:ext cx="28575" cy="66675"/>
          </a:xfrm>
          <a:custGeom>
            <a:pathLst>
              <a:path w="28575" h="66675">
                <a:moveTo>
                  <a:pt x="28575" y="0"/>
                </a:moveTo>
                <a:lnTo>
                  <a:pt x="0" y="66675"/>
                </a:lnTo>
              </a:path>
            </a:pathLst>
          </a:custGeom>
          <a:noFill/>
          <a:ln w="10478">
            <a:solidFill>
              <a:srgbClr val="000000"/>
            </a:solidFill>
            <a:prstDash val="solid"/>
          </a:ln>
        </p:spPr>
      </p:sp>
      <p:sp>
        <p:nvSpPr>
          <p:cNvPr id="48" name="line_047">
            <a:extLst>
              <a:ext uri="{FF2B5EF4-FFF2-40B4-BE49-F238E27FC236}">
                <ns2:creationId id="{AA3B2CB2-FFF1-4ED1-AE43-0958C8C88735}"/>
              </a:ext>
            </a:extLst>
          </p:cNvPr>
          <p:cNvSpPr>
            <a:spLocks noGrp="1"/>
          </p:cNvSpPr>
          <p:nvPr/>
        </p:nvSpPr>
        <p:spPr>
          <a:xfrm>
            <a:off x="7036440" y="1649016"/>
            <a:ext cx="28575" cy="66675"/>
          </a:xfrm>
          <a:custGeom>
            <a:pathLst>
              <a:path w="28575" h="66675">
                <a:moveTo>
                  <a:pt x="0" y="0"/>
                </a:moveTo>
                <a:lnTo>
                  <a:pt x="28575" y="66675"/>
                </a:lnTo>
              </a:path>
            </a:pathLst>
          </a:custGeom>
          <a:noFill/>
          <a:ln w="10478">
            <a:solidFill>
              <a:srgbClr val="000000"/>
            </a:solidFill>
            <a:prstDash val="solid"/>
          </a:ln>
        </p:spPr>
      </p:sp>
      <p:sp>
        <p:nvSpPr>
          <p:cNvPr id="49" name="path_048">
            <a:extLst>
              <a:ext uri="{FF2B5EF4-FFF2-40B4-BE49-F238E27FC236}">
                <ns2:creationId id="{D63FDFAF-2FD6-4D89-9E7A-D39C8B8713BC}"/>
              </a:ext>
            </a:extLst>
          </p:cNvPr>
          <p:cNvSpPr>
            <a:spLocks noGrp="1"/>
          </p:cNvSpPr>
          <p:nvPr/>
        </p:nvSpPr>
        <p:spPr>
          <a:xfrm>
            <a:off x="4100513" y="4229100"/>
            <a:ext cx="2964503" cy="438150"/>
          </a:xfrm>
          <a:custGeom>
            <a:pathLst>
              <a:path w="2964503" h="438150">
                <a:moveTo>
                  <a:pt x="2964503" y="0"/>
                </a:moveTo>
                <a:lnTo>
                  <a:pt x="2964503" y="323850"/>
                </a:lnTo>
                <a:lnTo>
                  <a:pt x="0" y="323850"/>
                </a:lnTo>
                <a:lnTo>
                  <a:pt x="0" y="438150"/>
                </a:lnTo>
              </a:path>
            </a:pathLst>
          </a:custGeom>
          <a:noFill/>
          <a:ln w="7620">
            <a:solidFill>
              <a:srgbClr val="8B8B8B"/>
            </a:solidFill>
            <a:prstDash val="solid"/>
          </a:ln>
        </p:spPr>
      </p:sp>
      <p:pic>
        <p:nvPicPr>
          <p:cNvPr id="50" name="">
            <a:extLst>
              <a:ext uri="{FF2B5EF4-FFF2-40B4-BE49-F238E27FC236}">
                <ns2:creationId id="{DF6FA254-3E58-4E7E-9C64-970F79C0AB71}"/>
              </a:ext>
            </a:extLst>
          </p:cNvPr>
          <p:cNvPicPr>
            <a:picLocks noChangeAspect="1"/>
          </p:cNvPicPr>
          <p:nvPr/>
        </p:nvPicPr>
        <p:blipFill>
          <a:blip r:embed="R12fdc609d6ca4d62"/>
          <a:stretch/>
        </p:blipFill>
        <p:spPr>
          <a:xfrm>
            <a:off x="3028950" y="4667250"/>
            <a:ext cx="2143125" cy="2205437"/>
          </a:xfrm>
          <a:prstGeom prst="rect">
            <a:avLst/>
          </a:prstGeom>
        </p:spPr>
      </p:pic>
      <p:sp>
        <p:nvSpPr>
          <p:cNvPr id="51" name="rect_050">
            <a:extLst>
              <a:ext uri="{FF2B5EF4-FFF2-40B4-BE49-F238E27FC236}">
                <ns2:creationId id="{A3EB76EE-1FFA-424B-A5AB-2096B92D6F72}"/>
              </a:ext>
            </a:extLst>
          </p:cNvPr>
          <p:cNvSpPr>
            <a:spLocks noGrp="1"/>
          </p:cNvSpPr>
          <p:nvPr/>
        </p:nvSpPr>
        <p:spPr>
          <a:xfrm rot="0">
            <a:off x="3028950" y="4667250"/>
            <a:ext cx="2143125" cy="2205437"/>
          </a:xfrm>
          <a:prstGeom prst="rect">
            <a:avLst/>
          </a:prstGeom>
          <a:noFill/>
          <a:ln w="8573">
            <a:solidFill>
              <a:srgbClr val="000000"/>
            </a:solidFill>
            <a:prstDash val="solid"/>
          </a:ln>
        </p:spPr>
      </p:sp>
      <p:sp>
        <p:nvSpPr>
          <p:cNvPr id="52" name="text_051">
            <a:extLst>
              <a:ext uri="{FF2B5EF4-FFF2-40B4-BE49-F238E27FC236}">
                <ns2:creationId id="{6FF65C16-A05A-458F-BE5E-29BAF11D9710}"/>
              </a:ext>
            </a:extLst>
          </p:cNvPr>
          <p:cNvSpPr>
            <a:spLocks noGrp="1"/>
          </p:cNvSpPr>
          <p:nvPr/>
        </p:nvSpPr>
        <p:spPr>
          <a:xfrm rot="0">
            <a:off x="2943225" y="6958412"/>
            <a:ext cx="2314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1999-12-17 21:00</a:t>
            </a:r>
          </a:p>
        </p:txBody>
      </p:sp>
      <p:sp>
        <p:nvSpPr>
          <p:cNvPr id="53" name="line_052">
            <a:extLst>
              <a:ext uri="{FF2B5EF4-FFF2-40B4-BE49-F238E27FC236}">
                <ns2:creationId id="{30E3C8A6-B8A9-481D-A4B4-A0D823116B09}"/>
              </a:ext>
            </a:extLst>
          </p:cNvPr>
          <p:cNvSpPr>
            <a:spLocks noGrp="1"/>
          </p:cNvSpPr>
          <p:nvPr/>
        </p:nvSpPr>
        <p:spPr>
          <a:xfrm>
            <a:off x="4159023" y="5094835"/>
            <a:ext cx="495300" cy="95"/>
          </a:xfrm>
          <a:custGeom>
            <a:pathLst>
              <a:path w="495300" h="9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54" name="line_053">
            <a:extLst>
              <a:ext uri="{FF2B5EF4-FFF2-40B4-BE49-F238E27FC236}">
                <ns2:creationId id="{0A089E95-DB92-4623-9F13-218A8266CFF1}"/>
              </a:ext>
            </a:extLst>
          </p:cNvPr>
          <p:cNvSpPr>
            <a:spLocks noGrp="1"/>
          </p:cNvSpPr>
          <p:nvPr/>
        </p:nvSpPr>
        <p:spPr>
          <a:xfrm>
            <a:off x="4587648" y="5066260"/>
            <a:ext cx="66675" cy="28575"/>
          </a:xfrm>
          <a:custGeom>
            <a:pathLst>
              <a:path w="66675" h="28575">
                <a:moveTo>
                  <a:pt x="0" y="0"/>
                </a:moveTo>
                <a:lnTo>
                  <a:pt x="66675" y="28575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55" name="line_054">
            <a:extLst>
              <a:ext uri="{FF2B5EF4-FFF2-40B4-BE49-F238E27FC236}">
                <ns2:creationId id="{7436B40D-F4CD-47BE-AB52-419129762E65}"/>
              </a:ext>
            </a:extLst>
          </p:cNvPr>
          <p:cNvSpPr>
            <a:spLocks noGrp="1"/>
          </p:cNvSpPr>
          <p:nvPr/>
        </p:nvSpPr>
        <p:spPr>
          <a:xfrm>
            <a:off x="4587648" y="5094835"/>
            <a:ext cx="66675" cy="28575"/>
          </a:xfrm>
          <a:custGeom>
            <a:pathLst>
              <a:path w="66675" h="28575">
                <a:moveTo>
                  <a:pt x="0" y="28575"/>
                </a:moveTo>
                <a:lnTo>
                  <a:pt x="66675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56" name="text_055">
            <a:extLst>
              <a:ext uri="{FF2B5EF4-FFF2-40B4-BE49-F238E27FC236}">
                <ns2:creationId id="{53205098-021C-4181-B999-E143C2FF3821}"/>
              </a:ext>
            </a:extLst>
          </p:cNvPr>
          <p:cNvSpPr>
            <a:spLocks noGrp="1"/>
          </p:cNvSpPr>
          <p:nvPr/>
        </p:nvSpPr>
        <p:spPr>
          <a:xfrm rot="0">
            <a:off x="4692423" y="499006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57" name="a_event_guide_2">
            <a:extLst>
              <a:ext uri="{FF2B5EF4-FFF2-40B4-BE49-F238E27FC236}">
                <ns2:creationId id="{E52B6750-3228-4AAB-998C-E18445CC83F1}"/>
              </a:ext>
            </a:extLst>
          </p:cNvPr>
          <p:cNvSpPr>
            <a:spLocks noGrp="1"/>
          </p:cNvSpPr>
          <p:nvPr/>
        </p:nvSpPr>
        <p:spPr>
          <a:xfrm>
            <a:off x="9807293" y="400050"/>
            <a:ext cx="95" cy="3714750"/>
          </a:xfrm>
          <a:custGeom>
            <a:pathLst>
              <a:path w="95" h="3714750">
                <a:moveTo>
                  <a:pt x="0" y="0"/>
                </a:moveTo>
                <a:lnTo>
                  <a:pt x="0" y="3714750"/>
                </a:lnTo>
              </a:path>
            </a:pathLst>
          </a:custGeom>
          <a:noFill/>
          <a:ln w="9525">
            <a:solidFill>
              <a:srgbClr val="7B8790"/>
            </a:solidFill>
            <a:prstDash val="dash"/>
          </a:ln>
        </p:spPr>
      </p:sp>
      <p:sp>
        <p:nvSpPr>
          <p:cNvPr id="58" name="a_event_box_2">
            <a:extLst>
              <a:ext uri="{FF2B5EF4-FFF2-40B4-BE49-F238E27FC236}">
                <ns2:creationId id="{C35B9894-04F6-4D9A-8684-B1CDB36426FA}"/>
              </a:ext>
            </a:extLst>
          </p:cNvPr>
          <p:cNvSpPr>
            <a:spLocks noGrp="1"/>
          </p:cNvSpPr>
          <p:nvPr/>
        </p:nvSpPr>
        <p:spPr>
          <a:xfrm rot="0">
            <a:off x="6419850" y="3457575"/>
            <a:ext cx="3962400" cy="285750"/>
          </a:xfrm>
          <a:prstGeom prst="roundRect">
            <a:avLst>
              <a:gd name="adj" fmla="val 26667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59" name="text_058">
            <a:extLst>
              <a:ext uri="{FF2B5EF4-FFF2-40B4-BE49-F238E27FC236}">
                <ns2:creationId id="{6A9C9132-4F03-4C3C-AB15-CAD44E7976FF}"/>
              </a:ext>
            </a:extLst>
          </p:cNvPr>
          <p:cNvSpPr>
            <a:spLocks noGrp="1"/>
          </p:cNvSpPr>
          <p:nvPr/>
        </p:nvSpPr>
        <p:spPr>
          <a:xfrm rot="0">
            <a:off x="6505575" y="3505200"/>
            <a:ext cx="3790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Strong storm over the British Isles and Norway</a:t>
            </a:r>
          </a:p>
        </p:txBody>
      </p:sp>
      <p:sp>
        <p:nvSpPr>
          <p:cNvPr id="60" name="line_059">
            <a:extLst>
              <a:ext uri="{FF2B5EF4-FFF2-40B4-BE49-F238E27FC236}">
                <ns2:creationId id="{CE9AADC7-0820-467B-8AA2-4051E7CE0CA1}"/>
              </a:ext>
            </a:extLst>
          </p:cNvPr>
          <p:cNvSpPr>
            <a:spLocks noGrp="1"/>
          </p:cNvSpPr>
          <p:nvPr/>
        </p:nvSpPr>
        <p:spPr>
          <a:xfrm>
            <a:off x="9807293" y="2613422"/>
            <a:ext cx="95" cy="844153"/>
          </a:xfrm>
          <a:custGeom>
            <a:pathLst>
              <a:path w="95" h="844153">
                <a:moveTo>
                  <a:pt x="0" y="844153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000000"/>
            </a:solidFill>
            <a:prstDash val="solid"/>
          </a:ln>
        </p:spPr>
      </p:sp>
      <p:sp>
        <p:nvSpPr>
          <p:cNvPr id="61" name="line_060">
            <a:extLst>
              <a:ext uri="{FF2B5EF4-FFF2-40B4-BE49-F238E27FC236}">
                <ns2:creationId id="{43E98C13-8167-4D7E-B227-9E02AB46FC85}"/>
              </a:ext>
            </a:extLst>
          </p:cNvPr>
          <p:cNvSpPr>
            <a:spLocks noGrp="1"/>
          </p:cNvSpPr>
          <p:nvPr/>
        </p:nvSpPr>
        <p:spPr>
          <a:xfrm>
            <a:off x="9778718" y="2613422"/>
            <a:ext cx="28575" cy="66675"/>
          </a:xfrm>
          <a:custGeom>
            <a:pathLst>
              <a:path w="28575" h="66675">
                <a:moveTo>
                  <a:pt x="0" y="66675"/>
                </a:moveTo>
                <a:lnTo>
                  <a:pt x="28575" y="0"/>
                </a:lnTo>
              </a:path>
            </a:pathLst>
          </a:custGeom>
          <a:noFill/>
          <a:ln w="10478">
            <a:solidFill>
              <a:srgbClr val="000000"/>
            </a:solidFill>
            <a:prstDash val="solid"/>
          </a:ln>
        </p:spPr>
      </p:sp>
      <p:sp>
        <p:nvSpPr>
          <p:cNvPr id="62" name="line_061">
            <a:extLst>
              <a:ext uri="{FF2B5EF4-FFF2-40B4-BE49-F238E27FC236}">
                <ns2:creationId id="{2D6F33CD-0238-4253-8786-5D77DC360A4D}"/>
              </a:ext>
            </a:extLst>
          </p:cNvPr>
          <p:cNvSpPr>
            <a:spLocks noGrp="1"/>
          </p:cNvSpPr>
          <p:nvPr/>
        </p:nvSpPr>
        <p:spPr>
          <a:xfrm>
            <a:off x="9807293" y="2613422"/>
            <a:ext cx="28575" cy="66675"/>
          </a:xfrm>
          <a:custGeom>
            <a:pathLst>
              <a:path w="28575" h="66675">
                <a:moveTo>
                  <a:pt x="28575" y="66675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000000"/>
            </a:solidFill>
            <a:prstDash val="solid"/>
          </a:ln>
        </p:spPr>
      </p:sp>
      <p:sp>
        <p:nvSpPr>
          <p:cNvPr id="63" name="path_062">
            <a:extLst>
              <a:ext uri="{FF2B5EF4-FFF2-40B4-BE49-F238E27FC236}">
                <ns2:creationId id="{A583BE9B-3325-4541-8554-97674EC0BDA0}"/>
              </a:ext>
            </a:extLst>
          </p:cNvPr>
          <p:cNvSpPr>
            <a:spLocks noGrp="1"/>
          </p:cNvSpPr>
          <p:nvPr/>
        </p:nvSpPr>
        <p:spPr>
          <a:xfrm>
            <a:off x="6510338" y="4229100"/>
            <a:ext cx="3296956" cy="438150"/>
          </a:xfrm>
          <a:custGeom>
            <a:pathLst>
              <a:path w="3296956" h="438150">
                <a:moveTo>
                  <a:pt x="3296956" y="0"/>
                </a:moveTo>
                <a:lnTo>
                  <a:pt x="3296956" y="342900"/>
                </a:lnTo>
                <a:lnTo>
                  <a:pt x="0" y="342900"/>
                </a:lnTo>
                <a:lnTo>
                  <a:pt x="0" y="438150"/>
                </a:lnTo>
              </a:path>
            </a:pathLst>
          </a:custGeom>
          <a:noFill/>
          <a:ln w="7620">
            <a:solidFill>
              <a:srgbClr val="8B8B8B"/>
            </a:solidFill>
            <a:prstDash val="solid"/>
          </a:ln>
        </p:spPr>
      </p:sp>
      <p:pic>
        <p:nvPicPr>
          <p:cNvPr id="64" name="">
            <a:extLst>
              <a:ext uri="{FF2B5EF4-FFF2-40B4-BE49-F238E27FC236}">
                <ns2:creationId id="{EC57FC84-8D90-41BC-AEA2-E05E712D7B7D}"/>
              </a:ext>
            </a:extLst>
          </p:cNvPr>
          <p:cNvPicPr>
            <a:picLocks noChangeAspect="1"/>
          </p:cNvPicPr>
          <p:nvPr/>
        </p:nvPicPr>
        <p:blipFill>
          <a:blip r:embed="R67cb46a785d84a0a"/>
          <a:stretch/>
        </p:blipFill>
        <p:spPr>
          <a:xfrm>
            <a:off x="5438775" y="4667250"/>
            <a:ext cx="2143125" cy="2205437"/>
          </a:xfrm>
          <a:prstGeom prst="rect">
            <a:avLst/>
          </a:prstGeom>
        </p:spPr>
      </p:pic>
      <p:sp>
        <p:nvSpPr>
          <p:cNvPr id="65" name="rect_064">
            <a:extLst>
              <a:ext uri="{FF2B5EF4-FFF2-40B4-BE49-F238E27FC236}">
                <ns2:creationId id="{FA812EA4-1329-455C-9924-4F64786692E1}"/>
              </a:ext>
            </a:extLst>
          </p:cNvPr>
          <p:cNvSpPr>
            <a:spLocks noGrp="1"/>
          </p:cNvSpPr>
          <p:nvPr/>
        </p:nvSpPr>
        <p:spPr>
          <a:xfrm rot="0">
            <a:off x="5438775" y="4667250"/>
            <a:ext cx="2143125" cy="2205437"/>
          </a:xfrm>
          <a:prstGeom prst="rect">
            <a:avLst/>
          </a:prstGeom>
          <a:noFill/>
          <a:ln w="8573">
            <a:solidFill>
              <a:srgbClr val="000000"/>
            </a:solidFill>
            <a:prstDash val="solid"/>
          </a:ln>
        </p:spPr>
      </p:sp>
      <p:sp>
        <p:nvSpPr>
          <p:cNvPr id="66" name="text_065">
            <a:extLst>
              <a:ext uri="{FF2B5EF4-FFF2-40B4-BE49-F238E27FC236}">
                <ns2:creationId id="{F1603065-EB2A-4F91-919F-860C723E5F30}"/>
              </a:ext>
            </a:extLst>
          </p:cNvPr>
          <p:cNvSpPr>
            <a:spLocks noGrp="1"/>
          </p:cNvSpPr>
          <p:nvPr/>
        </p:nvSpPr>
        <p:spPr>
          <a:xfrm rot="0">
            <a:off x="5353050" y="6958412"/>
            <a:ext cx="2314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1999-12-24 23:00</a:t>
            </a:r>
          </a:p>
        </p:txBody>
      </p:sp>
      <p:sp>
        <p:nvSpPr>
          <p:cNvPr id="67" name="line_066">
            <a:extLst>
              <a:ext uri="{FF2B5EF4-FFF2-40B4-BE49-F238E27FC236}">
                <ns2:creationId id="{B8B649D4-78D0-4AAD-8D6C-439A0A3A46FF}"/>
              </a:ext>
            </a:extLst>
          </p:cNvPr>
          <p:cNvSpPr>
            <a:spLocks noGrp="1"/>
          </p:cNvSpPr>
          <p:nvPr/>
        </p:nvSpPr>
        <p:spPr>
          <a:xfrm>
            <a:off x="6044001" y="5319879"/>
            <a:ext cx="495300" cy="95"/>
          </a:xfrm>
          <a:custGeom>
            <a:pathLst>
              <a:path w="495300" h="9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68" name="line_067">
            <a:extLst>
              <a:ext uri="{FF2B5EF4-FFF2-40B4-BE49-F238E27FC236}">
                <ns2:creationId id="{6F3E0A8F-759B-471D-8F55-7AFC30906FEE}"/>
              </a:ext>
            </a:extLst>
          </p:cNvPr>
          <p:cNvSpPr>
            <a:spLocks noGrp="1"/>
          </p:cNvSpPr>
          <p:nvPr/>
        </p:nvSpPr>
        <p:spPr>
          <a:xfrm>
            <a:off x="6472626" y="5291304"/>
            <a:ext cx="66675" cy="28575"/>
          </a:xfrm>
          <a:custGeom>
            <a:pathLst>
              <a:path w="66675" h="28575">
                <a:moveTo>
                  <a:pt x="0" y="0"/>
                </a:moveTo>
                <a:lnTo>
                  <a:pt x="66675" y="28575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69" name="line_068">
            <a:extLst>
              <a:ext uri="{FF2B5EF4-FFF2-40B4-BE49-F238E27FC236}">
                <ns2:creationId id="{A220AD9E-9DAF-4CC8-9CEF-2258BBB2C506}"/>
              </a:ext>
            </a:extLst>
          </p:cNvPr>
          <p:cNvSpPr>
            <a:spLocks noGrp="1"/>
          </p:cNvSpPr>
          <p:nvPr/>
        </p:nvSpPr>
        <p:spPr>
          <a:xfrm>
            <a:off x="6472626" y="5319879"/>
            <a:ext cx="66675" cy="28575"/>
          </a:xfrm>
          <a:custGeom>
            <a:pathLst>
              <a:path w="66675" h="28575">
                <a:moveTo>
                  <a:pt x="0" y="28575"/>
                </a:moveTo>
                <a:lnTo>
                  <a:pt x="66675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70" name="text_069">
            <a:extLst>
              <a:ext uri="{FF2B5EF4-FFF2-40B4-BE49-F238E27FC236}">
                <ns2:creationId id="{38A60B04-8589-4D41-A44E-592592A028DB}"/>
              </a:ext>
            </a:extLst>
          </p:cNvPr>
          <p:cNvSpPr>
            <a:spLocks noGrp="1"/>
          </p:cNvSpPr>
          <p:nvPr/>
        </p:nvSpPr>
        <p:spPr>
          <a:xfrm rot="0">
            <a:off x="6577401" y="5215104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71" name="a_event_guide_3">
            <a:extLst>
              <a:ext uri="{FF2B5EF4-FFF2-40B4-BE49-F238E27FC236}">
                <ns2:creationId id="{3A759432-BA14-4EDE-8384-61DC092B7C6D}"/>
              </a:ext>
            </a:extLst>
          </p:cNvPr>
          <p:cNvSpPr>
            <a:spLocks noGrp="1"/>
          </p:cNvSpPr>
          <p:nvPr/>
        </p:nvSpPr>
        <p:spPr>
          <a:xfrm>
            <a:off x="10371880" y="400050"/>
            <a:ext cx="95" cy="3714750"/>
          </a:xfrm>
          <a:custGeom>
            <a:pathLst>
              <a:path w="95" h="3714750">
                <a:moveTo>
                  <a:pt x="0" y="0"/>
                </a:moveTo>
                <a:lnTo>
                  <a:pt x="0" y="3714750"/>
                </a:lnTo>
              </a:path>
            </a:pathLst>
          </a:custGeom>
          <a:noFill/>
          <a:ln w="9525">
            <a:solidFill>
              <a:srgbClr val="7B8790"/>
            </a:solidFill>
            <a:prstDash val="dash"/>
          </a:ln>
        </p:spPr>
      </p:sp>
      <p:sp>
        <p:nvSpPr>
          <p:cNvPr id="72" name="a_event_box_3">
            <a:extLst>
              <a:ext uri="{FF2B5EF4-FFF2-40B4-BE49-F238E27FC236}">
                <ns2:creationId id="{FA8545B6-10F9-4525-B3A3-FD1B1D2EF167}"/>
              </a:ext>
            </a:extLst>
          </p:cNvPr>
          <p:cNvSpPr>
            <a:spLocks noGrp="1"/>
          </p:cNvSpPr>
          <p:nvPr/>
        </p:nvSpPr>
        <p:spPr>
          <a:xfrm rot="0">
            <a:off x="8305800" y="2057400"/>
            <a:ext cx="1476375" cy="285750"/>
          </a:xfrm>
          <a:prstGeom prst="roundRect">
            <a:avLst>
              <a:gd name="adj" fmla="val 26667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73" name="text_072">
            <a:extLst>
              <a:ext uri="{FF2B5EF4-FFF2-40B4-BE49-F238E27FC236}">
                <ns2:creationId id="{B54A35CD-7F82-4489-904B-43BDC1223854}"/>
              </a:ext>
            </a:extLst>
          </p:cNvPr>
          <p:cNvSpPr>
            <a:spLocks noGrp="1"/>
          </p:cNvSpPr>
          <p:nvPr/>
        </p:nvSpPr>
        <p:spPr>
          <a:xfrm rot="0">
            <a:off x="8391525" y="2105025"/>
            <a:ext cx="13049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Cyclone Lothar</a:t>
            </a:r>
          </a:p>
        </p:txBody>
      </p:sp>
      <p:sp>
        <p:nvSpPr>
          <p:cNvPr id="74" name="line_073">
            <a:extLst>
              <a:ext uri="{FF2B5EF4-FFF2-40B4-BE49-F238E27FC236}">
                <ns2:creationId id="{A50BB546-E228-483E-BA90-58832AB7A6E8}"/>
              </a:ext>
            </a:extLst>
          </p:cNvPr>
          <p:cNvSpPr>
            <a:spLocks noGrp="1"/>
          </p:cNvSpPr>
          <p:nvPr/>
        </p:nvSpPr>
        <p:spPr>
          <a:xfrm>
            <a:off x="9696450" y="2057400"/>
            <a:ext cx="675430" cy="76200"/>
          </a:xfrm>
          <a:custGeom>
            <a:pathLst>
              <a:path w="675430" h="76200">
                <a:moveTo>
                  <a:pt x="0" y="0"/>
                </a:moveTo>
                <a:lnTo>
                  <a:pt x="675430" y="76200"/>
                </a:lnTo>
              </a:path>
            </a:pathLst>
          </a:custGeom>
          <a:noFill/>
          <a:ln w="10478">
            <a:solidFill>
              <a:srgbClr val="000000"/>
            </a:solidFill>
            <a:prstDash val="solid"/>
          </a:ln>
        </p:spPr>
      </p:sp>
      <p:sp>
        <p:nvSpPr>
          <p:cNvPr id="75" name="line_074">
            <a:extLst>
              <a:ext uri="{FF2B5EF4-FFF2-40B4-BE49-F238E27FC236}">
                <ns2:creationId id="{D36D001D-883E-4CB1-8C2B-CDD1457ABBFA}"/>
              </a:ext>
            </a:extLst>
          </p:cNvPr>
          <p:cNvSpPr>
            <a:spLocks noGrp="1"/>
          </p:cNvSpPr>
          <p:nvPr/>
        </p:nvSpPr>
        <p:spPr>
          <a:xfrm>
            <a:off x="10308829" y="2097730"/>
            <a:ext cx="63051" cy="35870"/>
          </a:xfrm>
          <a:custGeom>
            <a:pathLst>
              <a:path w="63051" h="35870">
                <a:moveTo>
                  <a:pt x="0" y="0"/>
                </a:moveTo>
                <a:lnTo>
                  <a:pt x="63051" y="35870"/>
                </a:lnTo>
              </a:path>
            </a:pathLst>
          </a:custGeom>
          <a:noFill/>
          <a:ln w="10478">
            <a:solidFill>
              <a:srgbClr val="000000"/>
            </a:solidFill>
            <a:prstDash val="solid"/>
          </a:ln>
        </p:spPr>
      </p:sp>
      <p:sp>
        <p:nvSpPr>
          <p:cNvPr id="76" name="line_075">
            <a:extLst>
              <a:ext uri="{FF2B5EF4-FFF2-40B4-BE49-F238E27FC236}">
                <ns2:creationId id="{3215AB0F-AC94-42DA-9384-1DEB8911B7E1}"/>
              </a:ext>
            </a:extLst>
          </p:cNvPr>
          <p:cNvSpPr>
            <a:spLocks noGrp="1"/>
          </p:cNvSpPr>
          <p:nvPr/>
        </p:nvSpPr>
        <p:spPr>
          <a:xfrm>
            <a:off x="10302422" y="2133600"/>
            <a:ext cx="69458" cy="20920"/>
          </a:xfrm>
          <a:custGeom>
            <a:pathLst>
              <a:path w="69458" h="20920">
                <a:moveTo>
                  <a:pt x="0" y="20920"/>
                </a:moveTo>
                <a:lnTo>
                  <a:pt x="69458" y="0"/>
                </a:lnTo>
              </a:path>
            </a:pathLst>
          </a:custGeom>
          <a:noFill/>
          <a:ln w="10478">
            <a:solidFill>
              <a:srgbClr val="000000"/>
            </a:solidFill>
            <a:prstDash val="solid"/>
          </a:ln>
        </p:spPr>
      </p:sp>
      <p:sp>
        <p:nvSpPr>
          <p:cNvPr id="77" name="path_076">
            <a:extLst>
              <a:ext uri="{FF2B5EF4-FFF2-40B4-BE49-F238E27FC236}">
                <ns2:creationId id="{C057E9BD-6B80-47A3-8EFA-53CE8F6668A5}"/>
              </a:ext>
            </a:extLst>
          </p:cNvPr>
          <p:cNvSpPr>
            <a:spLocks noGrp="1"/>
          </p:cNvSpPr>
          <p:nvPr/>
        </p:nvSpPr>
        <p:spPr>
          <a:xfrm>
            <a:off x="8920163" y="4229100"/>
            <a:ext cx="1451718" cy="438150"/>
          </a:xfrm>
          <a:custGeom>
            <a:pathLst>
              <a:path w="1451718" h="438150">
                <a:moveTo>
                  <a:pt x="1451718" y="0"/>
                </a:moveTo>
                <a:lnTo>
                  <a:pt x="1451718" y="361950"/>
                </a:lnTo>
                <a:lnTo>
                  <a:pt x="0" y="361950"/>
                </a:lnTo>
                <a:lnTo>
                  <a:pt x="0" y="438150"/>
                </a:lnTo>
              </a:path>
            </a:pathLst>
          </a:custGeom>
          <a:noFill/>
          <a:ln w="7620">
            <a:solidFill>
              <a:srgbClr val="8B8B8B"/>
            </a:solidFill>
            <a:prstDash val="solid"/>
          </a:ln>
        </p:spPr>
      </p:sp>
      <p:pic>
        <p:nvPicPr>
          <p:cNvPr id="78" name="">
            <a:extLst>
              <a:ext uri="{FF2B5EF4-FFF2-40B4-BE49-F238E27FC236}">
                <ns2:creationId id="{8B6A394C-8A38-4CCE-B41D-17FCC0C73618}"/>
              </a:ext>
            </a:extLst>
          </p:cNvPr>
          <p:cNvPicPr>
            <a:picLocks noChangeAspect="1"/>
          </p:cNvPicPr>
          <p:nvPr/>
        </p:nvPicPr>
        <p:blipFill>
          <a:blip r:embed="Rddbd19d6d1904333"/>
          <a:stretch/>
        </p:blipFill>
        <p:spPr>
          <a:xfrm>
            <a:off x="7848600" y="4667250"/>
            <a:ext cx="2143125" cy="2205437"/>
          </a:xfrm>
          <a:prstGeom prst="rect">
            <a:avLst/>
          </a:prstGeom>
        </p:spPr>
      </p:pic>
      <p:sp>
        <p:nvSpPr>
          <p:cNvPr id="79" name="rect_078">
            <a:extLst>
              <a:ext uri="{FF2B5EF4-FFF2-40B4-BE49-F238E27FC236}">
                <ns2:creationId id="{9B614C1D-7F5F-4CD6-9122-F28F41D4F48E}"/>
              </a:ext>
            </a:extLst>
          </p:cNvPr>
          <p:cNvSpPr>
            <a:spLocks noGrp="1"/>
          </p:cNvSpPr>
          <p:nvPr/>
        </p:nvSpPr>
        <p:spPr>
          <a:xfrm rot="0">
            <a:off x="7848600" y="4667250"/>
            <a:ext cx="2143125" cy="2205437"/>
          </a:xfrm>
          <a:prstGeom prst="rect">
            <a:avLst/>
          </a:prstGeom>
          <a:noFill/>
          <a:ln w="8573">
            <a:solidFill>
              <a:srgbClr val="000000"/>
            </a:solidFill>
            <a:prstDash val="solid"/>
          </a:ln>
        </p:spPr>
      </p:sp>
      <p:sp>
        <p:nvSpPr>
          <p:cNvPr id="80" name="text_079">
            <a:extLst>
              <a:ext uri="{FF2B5EF4-FFF2-40B4-BE49-F238E27FC236}">
                <ns2:creationId id="{9F74128C-37E2-4FBF-9844-996A3521F22A}"/>
              </a:ext>
            </a:extLst>
          </p:cNvPr>
          <p:cNvSpPr>
            <a:spLocks noGrp="1"/>
          </p:cNvSpPr>
          <p:nvPr/>
        </p:nvSpPr>
        <p:spPr>
          <a:xfrm rot="0">
            <a:off x="7762875" y="6958412"/>
            <a:ext cx="2314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1999-12-26 10:00</a:t>
            </a:r>
          </a:p>
        </p:txBody>
      </p:sp>
      <p:sp>
        <p:nvSpPr>
          <p:cNvPr id="81" name="line_080">
            <a:extLst>
              <a:ext uri="{FF2B5EF4-FFF2-40B4-BE49-F238E27FC236}">
                <ns2:creationId id="{1FE14FD0-F06C-41F8-B585-8E80ADDB6EC0}"/>
              </a:ext>
            </a:extLst>
          </p:cNvPr>
          <p:cNvSpPr>
            <a:spLocks noGrp="1"/>
          </p:cNvSpPr>
          <p:nvPr/>
        </p:nvSpPr>
        <p:spPr>
          <a:xfrm>
            <a:off x="8759987" y="5589933"/>
            <a:ext cx="495300" cy="95"/>
          </a:xfrm>
          <a:custGeom>
            <a:pathLst>
              <a:path w="495300" h="9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82" name="line_081">
            <a:extLst>
              <a:ext uri="{FF2B5EF4-FFF2-40B4-BE49-F238E27FC236}">
                <ns2:creationId id="{6B4345D5-2667-4828-BA4C-1CFE6BB5F1C5}"/>
              </a:ext>
            </a:extLst>
          </p:cNvPr>
          <p:cNvSpPr>
            <a:spLocks noGrp="1"/>
          </p:cNvSpPr>
          <p:nvPr/>
        </p:nvSpPr>
        <p:spPr>
          <a:xfrm>
            <a:off x="9188612" y="5561358"/>
            <a:ext cx="66675" cy="28575"/>
          </a:xfrm>
          <a:custGeom>
            <a:pathLst>
              <a:path w="66675" h="28575">
                <a:moveTo>
                  <a:pt x="0" y="0"/>
                </a:moveTo>
                <a:lnTo>
                  <a:pt x="66675" y="28575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83" name="line_082">
            <a:extLst>
              <a:ext uri="{FF2B5EF4-FFF2-40B4-BE49-F238E27FC236}">
                <ns2:creationId id="{F2B3E1DC-CFE4-4DB9-ABF6-537F1D96D06E}"/>
              </a:ext>
            </a:extLst>
          </p:cNvPr>
          <p:cNvSpPr>
            <a:spLocks noGrp="1"/>
          </p:cNvSpPr>
          <p:nvPr/>
        </p:nvSpPr>
        <p:spPr>
          <a:xfrm>
            <a:off x="9188612" y="5589933"/>
            <a:ext cx="66675" cy="28575"/>
          </a:xfrm>
          <a:custGeom>
            <a:pathLst>
              <a:path w="66675" h="28575">
                <a:moveTo>
                  <a:pt x="0" y="28575"/>
                </a:moveTo>
                <a:lnTo>
                  <a:pt x="66675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84" name="text_083">
            <a:extLst>
              <a:ext uri="{FF2B5EF4-FFF2-40B4-BE49-F238E27FC236}">
                <ns2:creationId id="{DDFA22BB-B464-4A8F-B8F3-EE4FD7645017}"/>
              </a:ext>
            </a:extLst>
          </p:cNvPr>
          <p:cNvSpPr>
            <a:spLocks noGrp="1"/>
          </p:cNvSpPr>
          <p:nvPr/>
        </p:nvSpPr>
        <p:spPr>
          <a:xfrm rot="0">
            <a:off x="9293387" y="5485158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85" name="a_event_guide_4">
            <a:extLst>
              <a:ext uri="{FF2B5EF4-FFF2-40B4-BE49-F238E27FC236}">
                <ns2:creationId id="{0A38AFF2-90BC-4809-9661-38F71D0BEFDC}"/>
              </a:ext>
            </a:extLst>
          </p:cNvPr>
          <p:cNvSpPr>
            <a:spLocks noGrp="1"/>
          </p:cNvSpPr>
          <p:nvPr/>
        </p:nvSpPr>
        <p:spPr>
          <a:xfrm>
            <a:off x="10936467" y="400050"/>
            <a:ext cx="95" cy="3714750"/>
          </a:xfrm>
          <a:custGeom>
            <a:pathLst>
              <a:path w="95" h="3714750">
                <a:moveTo>
                  <a:pt x="0" y="0"/>
                </a:moveTo>
                <a:lnTo>
                  <a:pt x="0" y="3714750"/>
                </a:lnTo>
              </a:path>
            </a:pathLst>
          </a:custGeom>
          <a:noFill/>
          <a:ln w="9525">
            <a:solidFill>
              <a:srgbClr val="7B8790"/>
            </a:solidFill>
            <a:prstDash val="dash"/>
          </a:ln>
        </p:spPr>
      </p:sp>
      <p:sp>
        <p:nvSpPr>
          <p:cNvPr id="86" name="a_event_box_4">
            <a:extLst>
              <a:ext uri="{FF2B5EF4-FFF2-40B4-BE49-F238E27FC236}">
                <ns2:creationId id="{ECE7DA6B-94EB-4313-8F62-C81E84AC329D}"/>
              </a:ext>
            </a:extLst>
          </p:cNvPr>
          <p:cNvSpPr>
            <a:spLocks noGrp="1"/>
          </p:cNvSpPr>
          <p:nvPr/>
        </p:nvSpPr>
        <p:spPr>
          <a:xfrm rot="0">
            <a:off x="10382250" y="809625"/>
            <a:ext cx="1504950" cy="285750"/>
          </a:xfrm>
          <a:prstGeom prst="roundRect">
            <a:avLst>
              <a:gd name="adj" fmla="val 26667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87" name="text_086">
            <a:extLst>
              <a:ext uri="{FF2B5EF4-FFF2-40B4-BE49-F238E27FC236}">
                <ns2:creationId id="{AB0D8BEC-AF3F-4E2C-BB33-8C8803C794BD}"/>
              </a:ext>
            </a:extLst>
          </p:cNvPr>
          <p:cNvSpPr>
            <a:spLocks noGrp="1"/>
          </p:cNvSpPr>
          <p:nvPr/>
        </p:nvSpPr>
        <p:spPr>
          <a:xfrm rot="0">
            <a:off x="10467975" y="857250"/>
            <a:ext cx="1333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Cyclone Martin</a:t>
            </a:r>
          </a:p>
        </p:txBody>
      </p:sp>
      <p:sp>
        <p:nvSpPr>
          <p:cNvPr id="88" name="line_087">
            <a:extLst>
              <a:ext uri="{FF2B5EF4-FFF2-40B4-BE49-F238E27FC236}">
                <ns2:creationId id="{F1090D12-7629-4FEA-B55D-AAABC8252712}"/>
              </a:ext>
            </a:extLst>
          </p:cNvPr>
          <p:cNvSpPr>
            <a:spLocks noGrp="1"/>
          </p:cNvSpPr>
          <p:nvPr/>
        </p:nvSpPr>
        <p:spPr>
          <a:xfrm>
            <a:off x="10936467" y="1095375"/>
            <a:ext cx="95" cy="1208484"/>
          </a:xfrm>
          <a:custGeom>
            <a:pathLst>
              <a:path w="95" h="1208484">
                <a:moveTo>
                  <a:pt x="0" y="0"/>
                </a:moveTo>
                <a:lnTo>
                  <a:pt x="0" y="1208484"/>
                </a:lnTo>
              </a:path>
            </a:pathLst>
          </a:custGeom>
          <a:noFill/>
          <a:ln w="10478">
            <a:solidFill>
              <a:srgbClr val="000000"/>
            </a:solidFill>
            <a:prstDash val="solid"/>
          </a:ln>
        </p:spPr>
      </p:sp>
      <p:sp>
        <p:nvSpPr>
          <p:cNvPr id="89" name="line_088">
            <a:extLst>
              <a:ext uri="{FF2B5EF4-FFF2-40B4-BE49-F238E27FC236}">
                <ns2:creationId id="{0A16BD7C-593A-4308-8757-B3C86C00926A}"/>
              </a:ext>
            </a:extLst>
          </p:cNvPr>
          <p:cNvSpPr>
            <a:spLocks noGrp="1"/>
          </p:cNvSpPr>
          <p:nvPr/>
        </p:nvSpPr>
        <p:spPr>
          <a:xfrm>
            <a:off x="10936467" y="2237184"/>
            <a:ext cx="28575" cy="66675"/>
          </a:xfrm>
          <a:custGeom>
            <a:pathLst>
              <a:path w="28575" h="66675">
                <a:moveTo>
                  <a:pt x="28575" y="0"/>
                </a:moveTo>
                <a:lnTo>
                  <a:pt x="0" y="66675"/>
                </a:lnTo>
              </a:path>
            </a:pathLst>
          </a:custGeom>
          <a:noFill/>
          <a:ln w="10478">
            <a:solidFill>
              <a:srgbClr val="000000"/>
            </a:solidFill>
            <a:prstDash val="solid"/>
          </a:ln>
        </p:spPr>
      </p:sp>
      <p:sp>
        <p:nvSpPr>
          <p:cNvPr id="90" name="line_089">
            <a:extLst>
              <a:ext uri="{FF2B5EF4-FFF2-40B4-BE49-F238E27FC236}">
                <ns2:creationId id="{3503C5CD-C7A6-46E8-869C-265C20DBC338}"/>
              </a:ext>
            </a:extLst>
          </p:cNvPr>
          <p:cNvSpPr>
            <a:spLocks noGrp="1"/>
          </p:cNvSpPr>
          <p:nvPr/>
        </p:nvSpPr>
        <p:spPr>
          <a:xfrm>
            <a:off x="10907892" y="2237184"/>
            <a:ext cx="28575" cy="66675"/>
          </a:xfrm>
          <a:custGeom>
            <a:pathLst>
              <a:path w="28575" h="66675">
                <a:moveTo>
                  <a:pt x="0" y="0"/>
                </a:moveTo>
                <a:lnTo>
                  <a:pt x="28575" y="66675"/>
                </a:lnTo>
              </a:path>
            </a:pathLst>
          </a:custGeom>
          <a:noFill/>
          <a:ln w="10478">
            <a:solidFill>
              <a:srgbClr val="000000"/>
            </a:solidFill>
            <a:prstDash val="solid"/>
          </a:ln>
        </p:spPr>
      </p:sp>
      <p:sp>
        <p:nvSpPr>
          <p:cNvPr id="91" name="path_090">
            <a:extLst>
              <a:ext uri="{FF2B5EF4-FFF2-40B4-BE49-F238E27FC236}">
                <ns2:creationId id="{8B5807CB-9ACE-4A27-8F2E-AAE9EF61E0EE}"/>
              </a:ext>
            </a:extLst>
          </p:cNvPr>
          <p:cNvSpPr>
            <a:spLocks noGrp="1"/>
          </p:cNvSpPr>
          <p:nvPr/>
        </p:nvSpPr>
        <p:spPr>
          <a:xfrm>
            <a:off x="10936467" y="4229100"/>
            <a:ext cx="393521" cy="438150"/>
          </a:xfrm>
          <a:custGeom>
            <a:pathLst>
              <a:path w="393521" h="438150">
                <a:moveTo>
                  <a:pt x="0" y="0"/>
                </a:moveTo>
                <a:lnTo>
                  <a:pt x="0" y="381000"/>
                </a:lnTo>
                <a:lnTo>
                  <a:pt x="393521" y="381000"/>
                </a:lnTo>
                <a:lnTo>
                  <a:pt x="393521" y="438150"/>
                </a:lnTo>
              </a:path>
            </a:pathLst>
          </a:custGeom>
          <a:noFill/>
          <a:ln w="7620">
            <a:solidFill>
              <a:srgbClr val="8B8B8B"/>
            </a:solidFill>
            <a:prstDash val="solid"/>
          </a:ln>
        </p:spPr>
      </p:sp>
      <p:pic>
        <p:nvPicPr>
          <p:cNvPr id="92" name="">
            <a:extLst>
              <a:ext uri="{FF2B5EF4-FFF2-40B4-BE49-F238E27FC236}">
                <ns2:creationId id="{DD8ED3A2-2F75-4895-A7BA-4768C85CCA53}"/>
              </a:ext>
            </a:extLst>
          </p:cNvPr>
          <p:cNvPicPr>
            <a:picLocks noChangeAspect="1"/>
          </p:cNvPicPr>
          <p:nvPr/>
        </p:nvPicPr>
        <p:blipFill>
          <a:blip r:embed="R3b232c14ff084b56"/>
          <a:stretch/>
        </p:blipFill>
        <p:spPr>
          <a:xfrm>
            <a:off x="10258425" y="4667250"/>
            <a:ext cx="2143125" cy="2205437"/>
          </a:xfrm>
          <a:prstGeom prst="rect">
            <a:avLst/>
          </a:prstGeom>
        </p:spPr>
      </p:pic>
      <p:sp>
        <p:nvSpPr>
          <p:cNvPr id="93" name="rect_092">
            <a:extLst>
              <a:ext uri="{FF2B5EF4-FFF2-40B4-BE49-F238E27FC236}">
                <ns2:creationId id="{F23C152D-C2C9-4D05-AC0E-B74AC923695F}"/>
              </a:ext>
            </a:extLst>
          </p:cNvPr>
          <p:cNvSpPr>
            <a:spLocks noGrp="1"/>
          </p:cNvSpPr>
          <p:nvPr/>
        </p:nvSpPr>
        <p:spPr>
          <a:xfrm rot="0">
            <a:off x="10258425" y="4667250"/>
            <a:ext cx="2143125" cy="2205437"/>
          </a:xfrm>
          <a:prstGeom prst="rect">
            <a:avLst/>
          </a:prstGeom>
          <a:noFill/>
          <a:ln w="8573">
            <a:solidFill>
              <a:srgbClr val="000000"/>
            </a:solidFill>
            <a:prstDash val="solid"/>
          </a:ln>
        </p:spPr>
      </p:sp>
      <p:sp>
        <p:nvSpPr>
          <p:cNvPr id="94" name="text_093">
            <a:extLst>
              <a:ext uri="{FF2B5EF4-FFF2-40B4-BE49-F238E27FC236}">
                <ns2:creationId id="{4FA7D323-3E0F-4A99-9619-1921BD31D22E}"/>
              </a:ext>
            </a:extLst>
          </p:cNvPr>
          <p:cNvSpPr>
            <a:spLocks noGrp="1"/>
          </p:cNvSpPr>
          <p:nvPr/>
        </p:nvSpPr>
        <p:spPr>
          <a:xfrm rot="0">
            <a:off x="10172700" y="6958412"/>
            <a:ext cx="2314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1999-12-27 21:00</a:t>
            </a:r>
          </a:p>
        </p:txBody>
      </p:sp>
      <p:sp>
        <p:nvSpPr>
          <p:cNvPr id="95" name="line_094">
            <a:extLst>
              <a:ext uri="{FF2B5EF4-FFF2-40B4-BE49-F238E27FC236}">
                <ns2:creationId id="{4DBDB4BF-F68E-450E-9E28-93A7357A40C8}"/>
              </a:ext>
            </a:extLst>
          </p:cNvPr>
          <p:cNvSpPr>
            <a:spLocks noGrp="1"/>
          </p:cNvSpPr>
          <p:nvPr/>
        </p:nvSpPr>
        <p:spPr>
          <a:xfrm>
            <a:off x="11038600" y="5769968"/>
            <a:ext cx="495300" cy="95"/>
          </a:xfrm>
          <a:custGeom>
            <a:pathLst>
              <a:path w="495300" h="9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96" name="line_095">
            <a:extLst>
              <a:ext uri="{FF2B5EF4-FFF2-40B4-BE49-F238E27FC236}">
                <ns2:creationId id="{58D7F92C-516C-4278-A198-B8DD44755DD8}"/>
              </a:ext>
            </a:extLst>
          </p:cNvPr>
          <p:cNvSpPr>
            <a:spLocks noGrp="1"/>
          </p:cNvSpPr>
          <p:nvPr/>
        </p:nvSpPr>
        <p:spPr>
          <a:xfrm>
            <a:off x="11467225" y="5741393"/>
            <a:ext cx="66675" cy="28575"/>
          </a:xfrm>
          <a:custGeom>
            <a:pathLst>
              <a:path w="66675" h="28575">
                <a:moveTo>
                  <a:pt x="0" y="0"/>
                </a:moveTo>
                <a:lnTo>
                  <a:pt x="66675" y="28575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97" name="line_096">
            <a:extLst>
              <a:ext uri="{FF2B5EF4-FFF2-40B4-BE49-F238E27FC236}">
                <ns2:creationId id="{46EAE4A9-FB92-4CF6-B2D8-171EA48285D7}"/>
              </a:ext>
            </a:extLst>
          </p:cNvPr>
          <p:cNvSpPr>
            <a:spLocks noGrp="1"/>
          </p:cNvSpPr>
          <p:nvPr/>
        </p:nvSpPr>
        <p:spPr>
          <a:xfrm>
            <a:off x="11467225" y="5769968"/>
            <a:ext cx="66675" cy="28575"/>
          </a:xfrm>
          <a:custGeom>
            <a:pathLst>
              <a:path w="66675" h="28575">
                <a:moveTo>
                  <a:pt x="0" y="28575"/>
                </a:moveTo>
                <a:lnTo>
                  <a:pt x="66675" y="0"/>
                </a:lnTo>
              </a:path>
            </a:pathLst>
          </a:custGeom>
          <a:noFill/>
          <a:ln w="15240">
            <a:solidFill>
              <a:srgbClr val="333333"/>
            </a:solidFill>
            <a:prstDash val="solid"/>
          </a:ln>
        </p:spPr>
      </p:sp>
      <p:sp>
        <p:nvSpPr>
          <p:cNvPr id="98" name="text_097">
            <a:extLst>
              <a:ext uri="{FF2B5EF4-FFF2-40B4-BE49-F238E27FC236}">
                <ns2:creationId id="{74D843BA-E352-4C1F-9D81-D0E24D53C776}"/>
              </a:ext>
            </a:extLst>
          </p:cNvPr>
          <p:cNvSpPr>
            <a:spLocks noGrp="1"/>
          </p:cNvSpPr>
          <p:nvPr/>
        </p:nvSpPr>
        <p:spPr>
          <a:xfrm rot="0">
            <a:off x="11572000" y="5665193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</p:spTree>
    <p:extLst>
      <p:ext uri="{BB962C8B-B14F-4D97-AF65-F5344CB8AC3E}">
        <ns4:creationId val="14431041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2026-10-21T16:44:34.8950000Z</dcterms:created>
  <dcterms:modified xsi:type="dcterms:W3CDTF">2026-10-21T16:44:34.8960000Z</dcterms:modified>
</coreProperties>
</file>